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2"/>
    <p:sldId id="257" r:id="rId3"/>
  </p:sldIdLst>
  <p:sldSz cx="14630400" cy="8229600"/>
  <p:notesSz cx="8229600" cy="146304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5757"/>
    <a:srgbClr val="FF4B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26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125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1" d="100"/>
          <a:sy n="51" d="100"/>
        </p:scale>
        <p:origin x="4332" y="11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E25D1115-F978-4F1A-469D-781ADAA645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203CC20-F215-3844-B35B-D85E30A621C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1FFBCF-31A3-49A0-8BC5-B1D727774939}" type="datetimeFigureOut">
              <a:rPr lang="es-ES_tradnl" smtClean="0"/>
              <a:t>19/12/2025</a:t>
            </a:fld>
            <a:endParaRPr lang="es-ES_tradn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FA35FD5-F8A3-064E-C90A-36EE2D14F0A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5F549F5-9772-9218-4FED-563F6624F1D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1C456B-34C8-41A9-BEA2-543041CFE89A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413679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4232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oup 1410104910" descr="preencoded.png">
            <a:extLst>
              <a:ext uri="{FF2B5EF4-FFF2-40B4-BE49-F238E27FC236}">
                <a16:creationId xmlns:a16="http://schemas.microsoft.com/office/drawing/2014/main" id="{806DC67F-8BD1-B6B8-DFAB-18B870BBBEE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0" y="1059"/>
            <a:ext cx="14633034" cy="8228541"/>
          </a:xfrm>
          <a:prstGeom prst="rect">
            <a:avLst/>
          </a:prstGeom>
        </p:spPr>
      </p:pic>
      <p:sp>
        <p:nvSpPr>
          <p:cNvPr id="3" name="Marcador de texto 11">
            <a:extLst>
              <a:ext uri="{FF2B5EF4-FFF2-40B4-BE49-F238E27FC236}">
                <a16:creationId xmlns:a16="http://schemas.microsoft.com/office/drawing/2014/main" id="{BA52D63A-804B-34D7-5BA6-076AD273C7E7}"/>
              </a:ext>
            </a:extLst>
          </p:cNvPr>
          <p:cNvSpPr txBox="1">
            <a:spLocks/>
          </p:cNvSpPr>
          <p:nvPr userDrawn="1"/>
        </p:nvSpPr>
        <p:spPr>
          <a:xfrm>
            <a:off x="360526" y="7677126"/>
            <a:ext cx="5494417" cy="313210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000" kern="1200" spc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Ecosistema HCM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6FEE945-120B-30CE-7495-3AF30AC84E4D}"/>
              </a:ext>
            </a:extLst>
          </p:cNvPr>
          <p:cNvSpPr txBox="1">
            <a:spLocks/>
          </p:cNvSpPr>
          <p:nvPr userDrawn="1"/>
        </p:nvSpPr>
        <p:spPr>
          <a:xfrm>
            <a:off x="6982482" y="7700402"/>
            <a:ext cx="665435" cy="266658"/>
          </a:xfrm>
          <a:prstGeom prst="rect">
            <a:avLst/>
          </a:prstGeom>
        </p:spPr>
        <p:txBody>
          <a:bodyPr anchor="b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fld id="{993F5DD1-6B79-C949-ADFC-E64539585265}" type="slidenum">
              <a:rPr lang="es-ES" sz="1000" baseline="0" smtClean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</a:rPr>
              <a:pPr algn="ctr"/>
              <a:t>‹Nº›</a:t>
            </a:fld>
            <a:endParaRPr lang="es-ES" sz="1000" baseline="0" dirty="0">
              <a:solidFill>
                <a:schemeClr val="tx1">
                  <a:alpha val="30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5" name="Group 1410104923" descr="preencoded.png">
            <a:extLst>
              <a:ext uri="{FF2B5EF4-FFF2-40B4-BE49-F238E27FC236}">
                <a16:creationId xmlns:a16="http://schemas.microsoft.com/office/drawing/2014/main" id="{9F1F2399-8EF2-9121-6177-6273E93149B9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0526" y="7476412"/>
            <a:ext cx="13984478" cy="650854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E5A433C0-C810-8D47-A8A1-FC3ACE06075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4191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ES_tradnl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Interno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00FA576-51A9-8FFD-C113-A4BB34BB1D5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187250" y="8044180"/>
            <a:ext cx="2276475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ES_tradnl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Uso Interno - No compartir fuera de la organización.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649129" y="1189077"/>
            <a:ext cx="13332143" cy="3332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100"/>
              </a:lnSpc>
            </a:pPr>
            <a:r>
              <a:rPr lang="es-ES_tradnl" sz="8800" noProof="0" dirty="0">
                <a:solidFill>
                  <a:srgbClr val="787878"/>
                </a:solidFill>
                <a:latin typeface="Arial" panose="020B0604020202020204" pitchFamily="34" charset="0"/>
                <a:ea typeface="Baskervville" pitchFamily="34" charset="-122"/>
                <a:cs typeface="Arial" panose="020B0604020202020204" pitchFamily="34" charset="0"/>
              </a:rPr>
              <a:t>Ecosiste</a:t>
            </a:r>
            <a:r>
              <a:rPr lang="es-ES_tradnl" sz="8800" dirty="0" err="1">
                <a:solidFill>
                  <a:srgbClr val="787878"/>
                </a:solidFill>
                <a:latin typeface="Arial" panose="020B0604020202020204" pitchFamily="34" charset="0"/>
                <a:ea typeface="Baskervville" pitchFamily="34" charset="-122"/>
                <a:cs typeface="Arial" panose="020B0604020202020204" pitchFamily="34" charset="0"/>
              </a:rPr>
              <a:t>ma</a:t>
            </a:r>
            <a:r>
              <a:rPr lang="es-ES_tradnl" sz="8800" dirty="0">
                <a:solidFill>
                  <a:srgbClr val="787878"/>
                </a:solidFill>
                <a:latin typeface="Arial" panose="020B0604020202020204" pitchFamily="34" charset="0"/>
                <a:ea typeface="Baskervville" pitchFamily="34" charset="-122"/>
                <a:cs typeface="Arial" panose="020B0604020202020204" pitchFamily="34" charset="0"/>
              </a:rPr>
              <a:t> </a:t>
            </a:r>
            <a:r>
              <a:rPr lang="es-ES_tradnl" sz="8800" dirty="0">
                <a:solidFill>
                  <a:srgbClr val="C00000"/>
                </a:solidFill>
                <a:latin typeface="Arial" panose="020B0604020202020204" pitchFamily="34" charset="0"/>
                <a:ea typeface="Baskervville" pitchFamily="34" charset="-122"/>
                <a:cs typeface="Arial" panose="020B0604020202020204" pitchFamily="34" charset="0"/>
              </a:rPr>
              <a:t>HCM</a:t>
            </a:r>
            <a:endParaRPr lang="es-ES_tradnl" sz="8800" noProof="0" dirty="0">
              <a:solidFill>
                <a:srgbClr val="787878"/>
              </a:solidFill>
              <a:latin typeface="Arial" panose="020B0604020202020204" pitchFamily="34" charset="0"/>
              <a:ea typeface="Baskervville" pitchFamily="34" charset="-122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49129" y="4800005"/>
            <a:ext cx="10588943" cy="833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50"/>
              </a:lnSpc>
              <a:buNone/>
            </a:pPr>
            <a:r>
              <a:rPr lang="en-US" sz="5200" dirty="0">
                <a:solidFill>
                  <a:srgbClr val="787878"/>
                </a:solidFill>
                <a:latin typeface="Arial" panose="020B0604020202020204" pitchFamily="34" charset="0"/>
                <a:ea typeface="Baskervville" pitchFamily="34" charset="-122"/>
                <a:cs typeface="Arial" panose="020B0604020202020204" pitchFamily="34" charset="0"/>
              </a:rPr>
              <a:t>Transformación a Plataforma Cloud</a:t>
            </a:r>
            <a:endParaRPr lang="en-US" sz="5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49129" y="5707380"/>
            <a:ext cx="13332143" cy="1333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2400" dirty="0">
                <a:solidFill>
                  <a:srgbClr val="787878"/>
                </a:solidFill>
                <a:latin typeface="Arial" panose="020B0604020202020204" pitchFamily="34" charset="0"/>
                <a:ea typeface="Baskervville" pitchFamily="34" charset="-122"/>
                <a:cs typeface="Arial" panose="020B0604020202020204" pitchFamily="34" charset="0"/>
              </a:rPr>
              <a:t>Presentación </a:t>
            </a:r>
            <a:r>
              <a:rPr lang="en-US" sz="2400" dirty="0" err="1">
                <a:solidFill>
                  <a:srgbClr val="787878"/>
                </a:solidFill>
                <a:latin typeface="Arial" panose="020B0604020202020204" pitchFamily="34" charset="0"/>
                <a:ea typeface="Baskervville" pitchFamily="34" charset="-122"/>
                <a:cs typeface="Arial" panose="020B0604020202020204" pitchFamily="34" charset="0"/>
              </a:rPr>
              <a:t>Diciembre</a:t>
            </a:r>
            <a:r>
              <a:rPr lang="en-US" sz="2400" dirty="0">
                <a:solidFill>
                  <a:srgbClr val="787878"/>
                </a:solidFill>
                <a:latin typeface="Arial" panose="020B0604020202020204" pitchFamily="34" charset="0"/>
                <a:ea typeface="Baskervville" pitchFamily="34" charset="-122"/>
                <a:cs typeface="Arial" panose="020B0604020202020204" pitchFamily="34" charset="0"/>
              </a:rPr>
              <a:t> 2025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C0E989C0-003D-26E3-73DA-898024C17DFC}"/>
              </a:ext>
            </a:extLst>
          </p:cNvPr>
          <p:cNvSpPr/>
          <p:nvPr/>
        </p:nvSpPr>
        <p:spPr>
          <a:xfrm>
            <a:off x="8112432" y="577914"/>
            <a:ext cx="1097424" cy="77893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E8C8CD2-92F8-B13B-91C3-CA45EECD3574}"/>
              </a:ext>
            </a:extLst>
          </p:cNvPr>
          <p:cNvSpPr/>
          <p:nvPr/>
        </p:nvSpPr>
        <p:spPr>
          <a:xfrm>
            <a:off x="4554329" y="541867"/>
            <a:ext cx="1097424" cy="77893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" name="Text 0"/>
          <p:cNvSpPr/>
          <p:nvPr/>
        </p:nvSpPr>
        <p:spPr>
          <a:xfrm>
            <a:off x="649129" y="295250"/>
            <a:ext cx="3332917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s-ES" sz="200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Baskervville" pitchFamily="34" charset="-122"/>
                <a:cs typeface="Arial" panose="020B0604020202020204" pitchFamily="34" charset="0"/>
              </a:rPr>
              <a:t>Ecosistema HCM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D3FBB8C3-12E9-2399-498C-1C087A089D35}"/>
              </a:ext>
            </a:extLst>
          </p:cNvPr>
          <p:cNvGrpSpPr/>
          <p:nvPr/>
        </p:nvGrpSpPr>
        <p:grpSpPr>
          <a:xfrm>
            <a:off x="3654590" y="1706665"/>
            <a:ext cx="7407797" cy="4502337"/>
            <a:chOff x="3599727" y="2349661"/>
            <a:chExt cx="7407797" cy="4502337"/>
          </a:xfrm>
        </p:grpSpPr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AB52F5A2-17CF-B01F-8025-0E692A98EB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76195" y="2546097"/>
              <a:ext cx="6878010" cy="4305901"/>
            </a:xfrm>
            <a:prstGeom prst="rect">
              <a:avLst/>
            </a:prstGeom>
          </p:spPr>
        </p:pic>
        <p:sp>
          <p:nvSpPr>
            <p:cNvPr id="16" name="Rectángulo: esquinas redondeadas 15">
              <a:extLst>
                <a:ext uri="{FF2B5EF4-FFF2-40B4-BE49-F238E27FC236}">
                  <a16:creationId xmlns:a16="http://schemas.microsoft.com/office/drawing/2014/main" id="{6E944327-3811-9136-E936-D1593110FEE9}"/>
                </a:ext>
              </a:extLst>
            </p:cNvPr>
            <p:cNvSpPr/>
            <p:nvPr/>
          </p:nvSpPr>
          <p:spPr>
            <a:xfrm>
              <a:off x="3599727" y="2349661"/>
              <a:ext cx="7407797" cy="4502337"/>
            </a:xfrm>
            <a:prstGeom prst="roundRect">
              <a:avLst/>
            </a:prstGeom>
            <a:noFill/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40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2B7843BD-AC0C-B575-849D-14F8365ACE4B}"/>
              </a:ext>
            </a:extLst>
          </p:cNvPr>
          <p:cNvSpPr/>
          <p:nvPr/>
        </p:nvSpPr>
        <p:spPr>
          <a:xfrm>
            <a:off x="11715392" y="2334953"/>
            <a:ext cx="937551" cy="456568"/>
          </a:xfrm>
          <a:prstGeom prst="roundRect">
            <a:avLst/>
          </a:prstGeom>
          <a:noFill/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Registro horario</a:t>
            </a:r>
          </a:p>
          <a:p>
            <a:pPr algn="ctr"/>
            <a:r>
              <a:rPr lang="es-ES_tradnl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(Tornos)</a:t>
            </a:r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DE671C1C-1296-E8B8-0199-FF1A5731CFD8}"/>
              </a:ext>
            </a:extLst>
          </p:cNvPr>
          <p:cNvCxnSpPr/>
          <p:nvPr/>
        </p:nvCxnSpPr>
        <p:spPr>
          <a:xfrm flipH="1">
            <a:off x="11136659" y="2502154"/>
            <a:ext cx="451413" cy="0"/>
          </a:xfrm>
          <a:prstGeom prst="straightConnector1">
            <a:avLst/>
          </a:prstGeom>
          <a:ln w="57150">
            <a:solidFill>
              <a:srgbClr val="D557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EE480753-408A-4036-CF7F-4320392C6470}"/>
              </a:ext>
            </a:extLst>
          </p:cNvPr>
          <p:cNvSpPr/>
          <p:nvPr/>
        </p:nvSpPr>
        <p:spPr>
          <a:xfrm>
            <a:off x="11715391" y="3127819"/>
            <a:ext cx="937551" cy="456568"/>
          </a:xfrm>
          <a:prstGeom prst="roundRect">
            <a:avLst/>
          </a:prstGeom>
          <a:noFill/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Gestoría</a:t>
            </a:r>
          </a:p>
          <a:p>
            <a:pPr algn="ctr"/>
            <a:r>
              <a:rPr lang="es-ES_tradnl" sz="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(Nomina)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CA1FE94C-9A05-7ABF-2865-3189F543E3EB}"/>
              </a:ext>
            </a:extLst>
          </p:cNvPr>
          <p:cNvCxnSpPr/>
          <p:nvPr/>
        </p:nvCxnSpPr>
        <p:spPr>
          <a:xfrm flipH="1">
            <a:off x="11136659" y="3291161"/>
            <a:ext cx="451413" cy="0"/>
          </a:xfrm>
          <a:prstGeom prst="straightConnector1">
            <a:avLst/>
          </a:prstGeom>
          <a:ln w="57150">
            <a:solidFill>
              <a:srgbClr val="D557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2BCF4C32-5B63-A022-00B5-45AF0862E0B9}"/>
              </a:ext>
            </a:extLst>
          </p:cNvPr>
          <p:cNvCxnSpPr>
            <a:cxnSpLocks/>
          </p:cNvCxnSpPr>
          <p:nvPr/>
        </p:nvCxnSpPr>
        <p:spPr>
          <a:xfrm>
            <a:off x="11240831" y="3443561"/>
            <a:ext cx="383894" cy="0"/>
          </a:xfrm>
          <a:prstGeom prst="straightConnector1">
            <a:avLst/>
          </a:prstGeom>
          <a:ln w="57150">
            <a:solidFill>
              <a:srgbClr val="D557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E03C2FC9-1389-A4EC-F13E-88CB70C54E1D}"/>
              </a:ext>
            </a:extLst>
          </p:cNvPr>
          <p:cNvCxnSpPr>
            <a:cxnSpLocks/>
          </p:cNvCxnSpPr>
          <p:nvPr/>
        </p:nvCxnSpPr>
        <p:spPr>
          <a:xfrm>
            <a:off x="11240832" y="4152993"/>
            <a:ext cx="383894" cy="0"/>
          </a:xfrm>
          <a:prstGeom prst="straightConnector1">
            <a:avLst/>
          </a:prstGeom>
          <a:ln w="57150">
            <a:solidFill>
              <a:srgbClr val="D557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7F2BFCA4-11C8-7835-A678-7699AD474B35}"/>
              </a:ext>
            </a:extLst>
          </p:cNvPr>
          <p:cNvCxnSpPr>
            <a:cxnSpLocks/>
          </p:cNvCxnSpPr>
          <p:nvPr/>
        </p:nvCxnSpPr>
        <p:spPr>
          <a:xfrm>
            <a:off x="11311258" y="4831534"/>
            <a:ext cx="365327" cy="0"/>
          </a:xfrm>
          <a:prstGeom prst="straightConnector1">
            <a:avLst/>
          </a:prstGeom>
          <a:ln w="57150">
            <a:solidFill>
              <a:srgbClr val="D557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ángulo: esquinas redondeadas 39">
            <a:extLst>
              <a:ext uri="{FF2B5EF4-FFF2-40B4-BE49-F238E27FC236}">
                <a16:creationId xmlns:a16="http://schemas.microsoft.com/office/drawing/2014/main" id="{FC113E49-EDB6-7A6A-B6B6-17F49D9FB884}"/>
              </a:ext>
            </a:extLst>
          </p:cNvPr>
          <p:cNvSpPr/>
          <p:nvPr/>
        </p:nvSpPr>
        <p:spPr>
          <a:xfrm>
            <a:off x="11763626" y="3904138"/>
            <a:ext cx="889317" cy="456568"/>
          </a:xfrm>
          <a:prstGeom prst="roundRect">
            <a:avLst/>
          </a:prstGeom>
          <a:noFill/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</a:p>
        </p:txBody>
      </p:sp>
      <p:sp>
        <p:nvSpPr>
          <p:cNvPr id="41" name="Rectángulo: esquinas redondeadas 40">
            <a:extLst>
              <a:ext uri="{FF2B5EF4-FFF2-40B4-BE49-F238E27FC236}">
                <a16:creationId xmlns:a16="http://schemas.microsoft.com/office/drawing/2014/main" id="{90423FA3-6456-A965-03D7-0C282FE9622C}"/>
              </a:ext>
            </a:extLst>
          </p:cNvPr>
          <p:cNvSpPr/>
          <p:nvPr/>
        </p:nvSpPr>
        <p:spPr>
          <a:xfrm>
            <a:off x="11760736" y="4581605"/>
            <a:ext cx="892206" cy="456568"/>
          </a:xfrm>
          <a:prstGeom prst="roundRect">
            <a:avLst/>
          </a:prstGeom>
          <a:noFill/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Triskell</a:t>
            </a:r>
          </a:p>
        </p:txBody>
      </p: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70FD3ADA-8BE5-9590-4898-C27343BB1179}"/>
              </a:ext>
            </a:extLst>
          </p:cNvPr>
          <p:cNvCxnSpPr>
            <a:cxnSpLocks/>
          </p:cNvCxnSpPr>
          <p:nvPr/>
        </p:nvCxnSpPr>
        <p:spPr>
          <a:xfrm>
            <a:off x="10109106" y="6262025"/>
            <a:ext cx="0" cy="327573"/>
          </a:xfrm>
          <a:prstGeom prst="straightConnector1">
            <a:avLst/>
          </a:prstGeom>
          <a:ln w="57150">
            <a:solidFill>
              <a:srgbClr val="D557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ángulo: esquinas redondeadas 42">
            <a:extLst>
              <a:ext uri="{FF2B5EF4-FFF2-40B4-BE49-F238E27FC236}">
                <a16:creationId xmlns:a16="http://schemas.microsoft.com/office/drawing/2014/main" id="{EFCF1C89-5F05-BB4B-B3E9-4AC0F9DB04A5}"/>
              </a:ext>
            </a:extLst>
          </p:cNvPr>
          <p:cNvSpPr/>
          <p:nvPr/>
        </p:nvSpPr>
        <p:spPr>
          <a:xfrm>
            <a:off x="9630386" y="6729955"/>
            <a:ext cx="957440" cy="538436"/>
          </a:xfrm>
          <a:prstGeom prst="roundRect">
            <a:avLst/>
          </a:prstGeom>
          <a:noFill/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9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ES_tradnl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OIM</a:t>
            </a:r>
          </a:p>
          <a:p>
            <a:pPr algn="ctr"/>
            <a:r>
              <a:rPr lang="es-ES_tradnl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(Gestion de Identidades)</a:t>
            </a:r>
          </a:p>
          <a:p>
            <a:pPr algn="ctr"/>
            <a:endParaRPr lang="es-ES_tradnl" sz="9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Rectángulo: esquinas redondeadas 47">
            <a:extLst>
              <a:ext uri="{FF2B5EF4-FFF2-40B4-BE49-F238E27FC236}">
                <a16:creationId xmlns:a16="http://schemas.microsoft.com/office/drawing/2014/main" id="{BC2C4519-117F-A382-DCA1-AB07036DB8AB}"/>
              </a:ext>
            </a:extLst>
          </p:cNvPr>
          <p:cNvSpPr/>
          <p:nvPr/>
        </p:nvSpPr>
        <p:spPr>
          <a:xfrm>
            <a:off x="8497993" y="6729955"/>
            <a:ext cx="957440" cy="504976"/>
          </a:xfrm>
          <a:prstGeom prst="roundRect">
            <a:avLst/>
          </a:prstGeom>
          <a:noFill/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</a:t>
            </a:r>
          </a:p>
          <a:p>
            <a:pPr algn="ctr"/>
            <a:r>
              <a:rPr lang="es-ES_tradnl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(Directorio Activo)</a:t>
            </a:r>
          </a:p>
        </p:txBody>
      </p:sp>
      <p:sp>
        <p:nvSpPr>
          <p:cNvPr id="52" name="Rectángulo: esquinas redondeadas 51">
            <a:extLst>
              <a:ext uri="{FF2B5EF4-FFF2-40B4-BE49-F238E27FC236}">
                <a16:creationId xmlns:a16="http://schemas.microsoft.com/office/drawing/2014/main" id="{364D5C42-8520-8CF6-42BF-11A36EEA6B6D}"/>
              </a:ext>
            </a:extLst>
          </p:cNvPr>
          <p:cNvSpPr/>
          <p:nvPr/>
        </p:nvSpPr>
        <p:spPr>
          <a:xfrm>
            <a:off x="7365600" y="6648871"/>
            <a:ext cx="957440" cy="714527"/>
          </a:xfrm>
          <a:prstGeom prst="roundRect">
            <a:avLst/>
          </a:prstGeom>
          <a:noFill/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9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ES_tradnl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Service </a:t>
            </a:r>
            <a:r>
              <a:rPr lang="es-ES_tradnl" sz="9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Now</a:t>
            </a:r>
            <a:r>
              <a:rPr lang="es-ES_tradnl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-Control Desk</a:t>
            </a:r>
            <a:endParaRPr lang="es-ES_tradnl" sz="3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ES_tradnl" sz="9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Rectángulo: esquinas redondeadas 56">
            <a:extLst>
              <a:ext uri="{FF2B5EF4-FFF2-40B4-BE49-F238E27FC236}">
                <a16:creationId xmlns:a16="http://schemas.microsoft.com/office/drawing/2014/main" id="{821AFB0C-2B1F-D95D-5401-0A61BBF7705B}"/>
              </a:ext>
            </a:extLst>
          </p:cNvPr>
          <p:cNvSpPr/>
          <p:nvPr/>
        </p:nvSpPr>
        <p:spPr>
          <a:xfrm>
            <a:off x="6233207" y="6729955"/>
            <a:ext cx="957440" cy="383409"/>
          </a:xfrm>
          <a:prstGeom prst="roundRect">
            <a:avLst/>
          </a:prstGeom>
          <a:noFill/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9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ES_tradnl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Intranet</a:t>
            </a:r>
            <a:endParaRPr lang="es-ES_tradnl" sz="3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ES_tradnl" sz="9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Rectángulo: esquinas redondeadas 58">
            <a:extLst>
              <a:ext uri="{FF2B5EF4-FFF2-40B4-BE49-F238E27FC236}">
                <a16:creationId xmlns:a16="http://schemas.microsoft.com/office/drawing/2014/main" id="{88653633-5C8C-8790-19E6-21B65EAC3B35}"/>
              </a:ext>
            </a:extLst>
          </p:cNvPr>
          <p:cNvSpPr/>
          <p:nvPr/>
        </p:nvSpPr>
        <p:spPr>
          <a:xfrm>
            <a:off x="4925861" y="6661606"/>
            <a:ext cx="1132393" cy="578926"/>
          </a:xfrm>
          <a:prstGeom prst="roundRect">
            <a:avLst/>
          </a:prstGeom>
          <a:noFill/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9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ES_tradnl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Gestor Documental</a:t>
            </a:r>
            <a:endParaRPr lang="es-ES_tradnl" sz="3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ES_tradnl" sz="9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Rectángulo: esquinas redondeadas 60">
            <a:extLst>
              <a:ext uri="{FF2B5EF4-FFF2-40B4-BE49-F238E27FC236}">
                <a16:creationId xmlns:a16="http://schemas.microsoft.com/office/drawing/2014/main" id="{2CD6F6BA-8C46-6418-9F22-D3DAE803B7C0}"/>
              </a:ext>
            </a:extLst>
          </p:cNvPr>
          <p:cNvSpPr/>
          <p:nvPr/>
        </p:nvSpPr>
        <p:spPr>
          <a:xfrm>
            <a:off x="1952516" y="4226450"/>
            <a:ext cx="980224" cy="540598"/>
          </a:xfrm>
          <a:prstGeom prst="roundRect">
            <a:avLst/>
          </a:prstGeom>
          <a:noFill/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CallCenter Externos</a:t>
            </a:r>
          </a:p>
        </p:txBody>
      </p:sp>
      <p:sp>
        <p:nvSpPr>
          <p:cNvPr id="63" name="Rectángulo: esquinas redondeadas 62">
            <a:extLst>
              <a:ext uri="{FF2B5EF4-FFF2-40B4-BE49-F238E27FC236}">
                <a16:creationId xmlns:a16="http://schemas.microsoft.com/office/drawing/2014/main" id="{B1FDB4B7-41F2-544D-20CE-DCD3903E8406}"/>
              </a:ext>
            </a:extLst>
          </p:cNvPr>
          <p:cNvSpPr/>
          <p:nvPr/>
        </p:nvSpPr>
        <p:spPr>
          <a:xfrm>
            <a:off x="3793468" y="6706945"/>
            <a:ext cx="957440" cy="383409"/>
          </a:xfrm>
          <a:prstGeom prst="roundRect">
            <a:avLst/>
          </a:prstGeom>
          <a:noFill/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9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ES_tradnl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Lotus Notes</a:t>
            </a:r>
            <a:endParaRPr lang="es-ES_tradnl" sz="3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ES_tradnl" sz="9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6" name="Conector recto de flecha 65">
            <a:extLst>
              <a:ext uri="{FF2B5EF4-FFF2-40B4-BE49-F238E27FC236}">
                <a16:creationId xmlns:a16="http://schemas.microsoft.com/office/drawing/2014/main" id="{CB35519D-928D-4BCC-84FD-B3CD1C41E7E0}"/>
              </a:ext>
            </a:extLst>
          </p:cNvPr>
          <p:cNvCxnSpPr>
            <a:cxnSpLocks/>
          </p:cNvCxnSpPr>
          <p:nvPr/>
        </p:nvCxnSpPr>
        <p:spPr>
          <a:xfrm>
            <a:off x="8976713" y="6262025"/>
            <a:ext cx="0" cy="327573"/>
          </a:xfrm>
          <a:prstGeom prst="straightConnector1">
            <a:avLst/>
          </a:prstGeom>
          <a:ln w="57150">
            <a:solidFill>
              <a:srgbClr val="D557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cto de flecha 66">
            <a:extLst>
              <a:ext uri="{FF2B5EF4-FFF2-40B4-BE49-F238E27FC236}">
                <a16:creationId xmlns:a16="http://schemas.microsoft.com/office/drawing/2014/main" id="{2BF3E1B3-8FEF-2207-E542-3188AD688A43}"/>
              </a:ext>
            </a:extLst>
          </p:cNvPr>
          <p:cNvCxnSpPr>
            <a:cxnSpLocks/>
          </p:cNvCxnSpPr>
          <p:nvPr/>
        </p:nvCxnSpPr>
        <p:spPr>
          <a:xfrm>
            <a:off x="7857646" y="6262025"/>
            <a:ext cx="0" cy="299957"/>
          </a:xfrm>
          <a:prstGeom prst="straightConnector1">
            <a:avLst/>
          </a:prstGeom>
          <a:ln w="57150">
            <a:solidFill>
              <a:srgbClr val="D557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cto de flecha 67">
            <a:extLst>
              <a:ext uri="{FF2B5EF4-FFF2-40B4-BE49-F238E27FC236}">
                <a16:creationId xmlns:a16="http://schemas.microsoft.com/office/drawing/2014/main" id="{BEC015C3-AEA8-689C-33CF-6D08D7D91106}"/>
              </a:ext>
            </a:extLst>
          </p:cNvPr>
          <p:cNvCxnSpPr>
            <a:cxnSpLocks/>
          </p:cNvCxnSpPr>
          <p:nvPr/>
        </p:nvCxnSpPr>
        <p:spPr>
          <a:xfrm>
            <a:off x="6687153" y="6262025"/>
            <a:ext cx="0" cy="327573"/>
          </a:xfrm>
          <a:prstGeom prst="straightConnector1">
            <a:avLst/>
          </a:prstGeom>
          <a:ln w="57150">
            <a:solidFill>
              <a:srgbClr val="D557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recto de flecha 68">
            <a:extLst>
              <a:ext uri="{FF2B5EF4-FFF2-40B4-BE49-F238E27FC236}">
                <a16:creationId xmlns:a16="http://schemas.microsoft.com/office/drawing/2014/main" id="{7C94C5A3-8EDE-9653-1FAF-5F67EEA89E31}"/>
              </a:ext>
            </a:extLst>
          </p:cNvPr>
          <p:cNvCxnSpPr>
            <a:cxnSpLocks/>
          </p:cNvCxnSpPr>
          <p:nvPr/>
        </p:nvCxnSpPr>
        <p:spPr>
          <a:xfrm flipV="1">
            <a:off x="5492057" y="6186784"/>
            <a:ext cx="0" cy="303841"/>
          </a:xfrm>
          <a:prstGeom prst="straightConnector1">
            <a:avLst/>
          </a:prstGeom>
          <a:ln w="57150">
            <a:solidFill>
              <a:srgbClr val="D557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cto de flecha 71">
            <a:extLst>
              <a:ext uri="{FF2B5EF4-FFF2-40B4-BE49-F238E27FC236}">
                <a16:creationId xmlns:a16="http://schemas.microsoft.com/office/drawing/2014/main" id="{94CE91FC-404C-77A3-5EBF-2D6CA674C879}"/>
              </a:ext>
            </a:extLst>
          </p:cNvPr>
          <p:cNvCxnSpPr>
            <a:cxnSpLocks/>
          </p:cNvCxnSpPr>
          <p:nvPr/>
        </p:nvCxnSpPr>
        <p:spPr>
          <a:xfrm>
            <a:off x="4314701" y="6262025"/>
            <a:ext cx="0" cy="299957"/>
          </a:xfrm>
          <a:prstGeom prst="straightConnector1">
            <a:avLst/>
          </a:prstGeom>
          <a:ln w="57150">
            <a:solidFill>
              <a:srgbClr val="D557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ángulo: esquinas redondeadas 73">
            <a:extLst>
              <a:ext uri="{FF2B5EF4-FFF2-40B4-BE49-F238E27FC236}">
                <a16:creationId xmlns:a16="http://schemas.microsoft.com/office/drawing/2014/main" id="{B8711D56-2A9C-DE37-1954-4A99C8C4D2E7}"/>
              </a:ext>
            </a:extLst>
          </p:cNvPr>
          <p:cNvSpPr/>
          <p:nvPr/>
        </p:nvSpPr>
        <p:spPr>
          <a:xfrm>
            <a:off x="1952515" y="5646429"/>
            <a:ext cx="960563" cy="406277"/>
          </a:xfrm>
          <a:prstGeom prst="roundRect">
            <a:avLst/>
          </a:prstGeom>
          <a:noFill/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BPM</a:t>
            </a:r>
          </a:p>
        </p:txBody>
      </p:sp>
      <p:sp>
        <p:nvSpPr>
          <p:cNvPr id="76" name="Rectángulo: esquinas redondeadas 75">
            <a:extLst>
              <a:ext uri="{FF2B5EF4-FFF2-40B4-BE49-F238E27FC236}">
                <a16:creationId xmlns:a16="http://schemas.microsoft.com/office/drawing/2014/main" id="{888C5322-3F0F-4460-513D-2EFBB66530CB}"/>
              </a:ext>
            </a:extLst>
          </p:cNvPr>
          <p:cNvSpPr/>
          <p:nvPr/>
        </p:nvSpPr>
        <p:spPr>
          <a:xfrm>
            <a:off x="1932855" y="3433106"/>
            <a:ext cx="980224" cy="560482"/>
          </a:xfrm>
          <a:prstGeom prst="roundRect">
            <a:avLst/>
          </a:prstGeom>
          <a:noFill/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Gestion de Externos</a:t>
            </a:r>
          </a:p>
        </p:txBody>
      </p:sp>
      <p:sp>
        <p:nvSpPr>
          <p:cNvPr id="80" name="Rectángulo: esquinas redondeadas 79">
            <a:extLst>
              <a:ext uri="{FF2B5EF4-FFF2-40B4-BE49-F238E27FC236}">
                <a16:creationId xmlns:a16="http://schemas.microsoft.com/office/drawing/2014/main" id="{A4BBE2C8-B729-C31D-8EFF-553313D16DD8}"/>
              </a:ext>
            </a:extLst>
          </p:cNvPr>
          <p:cNvSpPr/>
          <p:nvPr/>
        </p:nvSpPr>
        <p:spPr>
          <a:xfrm>
            <a:off x="1932855" y="2650622"/>
            <a:ext cx="980224" cy="560482"/>
          </a:xfrm>
          <a:prstGeom prst="roundRect">
            <a:avLst/>
          </a:prstGeom>
          <a:noFill/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Calabrio WFM</a:t>
            </a:r>
          </a:p>
        </p:txBody>
      </p:sp>
      <p:grpSp>
        <p:nvGrpSpPr>
          <p:cNvPr id="193" name="Grupo 192">
            <a:extLst>
              <a:ext uri="{FF2B5EF4-FFF2-40B4-BE49-F238E27FC236}">
                <a16:creationId xmlns:a16="http://schemas.microsoft.com/office/drawing/2014/main" id="{9D46F06D-8DF9-B30F-F462-C54A6BCF1CB4}"/>
              </a:ext>
            </a:extLst>
          </p:cNvPr>
          <p:cNvGrpSpPr/>
          <p:nvPr/>
        </p:nvGrpSpPr>
        <p:grpSpPr>
          <a:xfrm>
            <a:off x="12381646" y="138476"/>
            <a:ext cx="2298658" cy="2059645"/>
            <a:chOff x="12067321" y="5349497"/>
            <a:chExt cx="2298658" cy="2059645"/>
          </a:xfrm>
        </p:grpSpPr>
        <p:sp>
          <p:nvSpPr>
            <p:cNvPr id="110" name="Rectángulo: esquinas redondeadas 109">
              <a:extLst>
                <a:ext uri="{FF2B5EF4-FFF2-40B4-BE49-F238E27FC236}">
                  <a16:creationId xmlns:a16="http://schemas.microsoft.com/office/drawing/2014/main" id="{FEB3747C-BE89-0357-0918-15E819B93FBB}"/>
                </a:ext>
              </a:extLst>
            </p:cNvPr>
            <p:cNvSpPr/>
            <p:nvPr/>
          </p:nvSpPr>
          <p:spPr>
            <a:xfrm>
              <a:off x="12067321" y="5349497"/>
              <a:ext cx="2058834" cy="1839976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81" name="CuadroTexto 80">
              <a:extLst>
                <a:ext uri="{FF2B5EF4-FFF2-40B4-BE49-F238E27FC236}">
                  <a16:creationId xmlns:a16="http://schemas.microsoft.com/office/drawing/2014/main" id="{9CF21217-55A8-C10C-C459-9C4600F76B13}"/>
                </a:ext>
              </a:extLst>
            </p:cNvPr>
            <p:cNvSpPr txBox="1"/>
            <p:nvPr/>
          </p:nvSpPr>
          <p:spPr>
            <a:xfrm>
              <a:off x="12089515" y="5500927"/>
              <a:ext cx="2276464" cy="19082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1000" i="1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ea typeface="Baskervville" pitchFamily="34" charset="-122"/>
                  <a:cs typeface="Arial" panose="020B0604020202020204" pitchFamily="34" charset="0"/>
                </a:rPr>
                <a:t>  Datos</a:t>
              </a:r>
            </a:p>
            <a:p>
              <a:endParaRPr lang="es-ES_tradnl" sz="1000" i="1" dirty="0">
                <a:solidFill>
                  <a:srgbClr val="787878"/>
                </a:solidFill>
                <a:latin typeface="Arial" panose="020B0604020202020204" pitchFamily="34" charset="0"/>
                <a:ea typeface="Baskervville" pitchFamily="34" charset="-122"/>
                <a:cs typeface="Arial" panose="020B0604020202020204" pitchFamily="34" charset="0"/>
              </a:endParaRPr>
            </a:p>
            <a:p>
              <a:pPr marL="361950" lvl="1" indent="-180975">
                <a:buFont typeface="Courier New" panose="02070309020205020404" pitchFamily="49" charset="0"/>
                <a:buChar char="o"/>
              </a:pPr>
              <a:r>
                <a:rPr lang="es-ES_tradnl" sz="1000" i="1" dirty="0">
                  <a:solidFill>
                    <a:srgbClr val="787878"/>
                  </a:solidFill>
                  <a:latin typeface="Arial" panose="020B0604020202020204" pitchFamily="34" charset="0"/>
                  <a:ea typeface="Baskervville" pitchFamily="34" charset="-122"/>
                  <a:cs typeface="Arial" panose="020B0604020202020204" pitchFamily="34" charset="0"/>
                </a:rPr>
                <a:t>Información Empleados</a:t>
              </a:r>
            </a:p>
            <a:p>
              <a:pPr marL="361950" lvl="1" indent="-180975">
                <a:buFont typeface="Courier New" panose="02070309020205020404" pitchFamily="49" charset="0"/>
                <a:buChar char="o"/>
              </a:pPr>
              <a:r>
                <a:rPr lang="es-ES_tradnl" sz="1000" i="1" dirty="0">
                  <a:solidFill>
                    <a:srgbClr val="787878"/>
                  </a:solidFill>
                  <a:latin typeface="Arial" panose="020B0604020202020204" pitchFamily="34" charset="0"/>
                  <a:ea typeface="Baskervville" pitchFamily="34" charset="-122"/>
                  <a:cs typeface="Arial" panose="020B0604020202020204" pitchFamily="34" charset="0"/>
                </a:rPr>
                <a:t>Información Organizativa</a:t>
              </a:r>
            </a:p>
            <a:p>
              <a:pPr marL="361950" lvl="1" indent="-180975">
                <a:buFont typeface="Courier New" panose="02070309020205020404" pitchFamily="49" charset="0"/>
                <a:buChar char="o"/>
              </a:pPr>
              <a:r>
                <a:rPr lang="es-ES_tradnl" sz="1000" i="1" dirty="0">
                  <a:solidFill>
                    <a:srgbClr val="787878"/>
                  </a:solidFill>
                  <a:latin typeface="Arial" panose="020B0604020202020204" pitchFamily="34" charset="0"/>
                  <a:ea typeface="Baskervville" pitchFamily="34" charset="-122"/>
                  <a:cs typeface="Arial" panose="020B0604020202020204" pitchFamily="34" charset="0"/>
                </a:rPr>
                <a:t>Payroll Empleados</a:t>
              </a:r>
            </a:p>
            <a:p>
              <a:pPr marL="361950" lvl="1" indent="-180975">
                <a:buFont typeface="Courier New" panose="02070309020205020404" pitchFamily="49" charset="0"/>
                <a:buChar char="o"/>
              </a:pPr>
              <a:r>
                <a:rPr lang="es-ES_tradnl" sz="1000" i="1" dirty="0">
                  <a:solidFill>
                    <a:srgbClr val="787878"/>
                  </a:solidFill>
                  <a:latin typeface="Arial" panose="020B0604020202020204" pitchFamily="34" charset="0"/>
                  <a:ea typeface="Baskervville" pitchFamily="34" charset="-122"/>
                  <a:cs typeface="Arial" panose="020B0604020202020204" pitchFamily="34" charset="0"/>
                </a:rPr>
                <a:t>Acceso Edificios</a:t>
              </a:r>
            </a:p>
            <a:p>
              <a:pPr marL="361950" lvl="1" indent="-180975">
                <a:buFont typeface="Courier New" panose="02070309020205020404" pitchFamily="49" charset="0"/>
                <a:buChar char="o"/>
              </a:pPr>
              <a:r>
                <a:rPr lang="es-ES_tradnl" sz="1000" i="1" dirty="0">
                  <a:solidFill>
                    <a:srgbClr val="787878"/>
                  </a:solidFill>
                  <a:latin typeface="Arial" panose="020B0604020202020204" pitchFamily="34" charset="0"/>
                  <a:ea typeface="Baskervville" pitchFamily="34" charset="-122"/>
                  <a:cs typeface="Arial" panose="020B0604020202020204" pitchFamily="34" charset="0"/>
                </a:rPr>
                <a:t>Información adicional</a:t>
              </a:r>
            </a:p>
            <a:p>
              <a:pPr marL="361950" lvl="1" indent="-180975">
                <a:buFont typeface="Courier New" panose="02070309020205020404" pitchFamily="49" charset="0"/>
                <a:buChar char="o"/>
              </a:pPr>
              <a:r>
                <a:rPr lang="es-ES_tradnl" sz="1000" i="1" dirty="0">
                  <a:solidFill>
                    <a:srgbClr val="787878"/>
                  </a:solidFill>
                  <a:latin typeface="Arial" panose="020B0604020202020204" pitchFamily="34" charset="0"/>
                  <a:ea typeface="Baskervville" pitchFamily="34" charset="-122"/>
                  <a:cs typeface="Arial" panose="020B0604020202020204" pitchFamily="34" charset="0"/>
                </a:rPr>
                <a:t>Ausencias/Vacaciones</a:t>
              </a:r>
            </a:p>
            <a:p>
              <a:pPr marL="361950" lvl="1" indent="-180975">
                <a:buFont typeface="Courier New" panose="02070309020205020404" pitchFamily="49" charset="0"/>
                <a:buChar char="o"/>
              </a:pPr>
              <a:r>
                <a:rPr lang="es-ES_tradnl" sz="1000" i="1" dirty="0">
                  <a:solidFill>
                    <a:srgbClr val="787878"/>
                  </a:solidFill>
                  <a:latin typeface="Arial" panose="020B0604020202020204" pitchFamily="34" charset="0"/>
                  <a:ea typeface="Baskervville" pitchFamily="34" charset="-122"/>
                  <a:cs typeface="Arial" panose="020B0604020202020204" pitchFamily="34" charset="0"/>
                </a:rPr>
                <a:t>Vacantes</a:t>
              </a:r>
            </a:p>
            <a:p>
              <a:pPr marL="361950" lvl="1" indent="-180975">
                <a:buFont typeface="Courier New" panose="02070309020205020404" pitchFamily="49" charset="0"/>
                <a:buChar char="o"/>
              </a:pPr>
              <a:r>
                <a:rPr lang="es-ES_tradnl" sz="1000" i="1" dirty="0">
                  <a:solidFill>
                    <a:srgbClr val="787878"/>
                  </a:solidFill>
                  <a:latin typeface="Arial" panose="020B0604020202020204" pitchFamily="34" charset="0"/>
                  <a:ea typeface="Baskervville" pitchFamily="34" charset="-122"/>
                  <a:cs typeface="Arial" panose="020B0604020202020204" pitchFamily="34" charset="0"/>
                </a:rPr>
                <a:t>Candidatos</a:t>
              </a:r>
            </a:p>
            <a:p>
              <a:endParaRPr lang="es-ES_tradnl" dirty="0"/>
            </a:p>
          </p:txBody>
        </p:sp>
      </p:grpSp>
      <p:grpSp>
        <p:nvGrpSpPr>
          <p:cNvPr id="109" name="Grupo 108">
            <a:extLst>
              <a:ext uri="{FF2B5EF4-FFF2-40B4-BE49-F238E27FC236}">
                <a16:creationId xmlns:a16="http://schemas.microsoft.com/office/drawing/2014/main" id="{BB4DE084-7BE6-D7DF-E6F5-3F671918C0FD}"/>
              </a:ext>
            </a:extLst>
          </p:cNvPr>
          <p:cNvGrpSpPr/>
          <p:nvPr/>
        </p:nvGrpSpPr>
        <p:grpSpPr>
          <a:xfrm>
            <a:off x="1832104" y="7023012"/>
            <a:ext cx="1320955" cy="200055"/>
            <a:chOff x="12785317" y="5308841"/>
            <a:chExt cx="1320955" cy="200055"/>
          </a:xfrm>
        </p:grpSpPr>
        <p:sp>
          <p:nvSpPr>
            <p:cNvPr id="88" name="Diagrama de flujo: conector 87">
              <a:extLst>
                <a:ext uri="{FF2B5EF4-FFF2-40B4-BE49-F238E27FC236}">
                  <a16:creationId xmlns:a16="http://schemas.microsoft.com/office/drawing/2014/main" id="{FB2F45E7-B58E-46F6-2414-79724C40E003}"/>
                </a:ext>
              </a:extLst>
            </p:cNvPr>
            <p:cNvSpPr/>
            <p:nvPr/>
          </p:nvSpPr>
          <p:spPr>
            <a:xfrm>
              <a:off x="12785317" y="5349717"/>
              <a:ext cx="166632" cy="149080"/>
            </a:xfrm>
            <a:prstGeom prst="flowChartConnector">
              <a:avLst/>
            </a:prstGeom>
            <a:solidFill>
              <a:srgbClr val="C00000"/>
            </a:solidFill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4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89" name="CuadroTexto 88">
              <a:extLst>
                <a:ext uri="{FF2B5EF4-FFF2-40B4-BE49-F238E27FC236}">
                  <a16:creationId xmlns:a16="http://schemas.microsoft.com/office/drawing/2014/main" id="{26C48313-AA8D-1344-A292-FC04635C6BE0}"/>
                </a:ext>
              </a:extLst>
            </p:cNvPr>
            <p:cNvSpPr txBox="1"/>
            <p:nvPr/>
          </p:nvSpPr>
          <p:spPr>
            <a:xfrm>
              <a:off x="12785317" y="5308841"/>
              <a:ext cx="1320955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80975" lvl="1"/>
              <a:r>
                <a:rPr lang="es-ES_tradnl" sz="7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Baskervville" pitchFamily="34" charset="-122"/>
                  <a:cs typeface="Arial" panose="020B0604020202020204" pitchFamily="34" charset="0"/>
                </a:rPr>
                <a:t>Proceso no-HR</a:t>
              </a:r>
            </a:p>
          </p:txBody>
        </p:sp>
      </p:grpSp>
      <p:grpSp>
        <p:nvGrpSpPr>
          <p:cNvPr id="108" name="Grupo 107">
            <a:extLst>
              <a:ext uri="{FF2B5EF4-FFF2-40B4-BE49-F238E27FC236}">
                <a16:creationId xmlns:a16="http://schemas.microsoft.com/office/drawing/2014/main" id="{2A732A7F-5D76-7C6B-E18C-AD02EDDC5874}"/>
              </a:ext>
            </a:extLst>
          </p:cNvPr>
          <p:cNvGrpSpPr/>
          <p:nvPr/>
        </p:nvGrpSpPr>
        <p:grpSpPr>
          <a:xfrm>
            <a:off x="1832104" y="6845825"/>
            <a:ext cx="1213410" cy="200055"/>
            <a:chOff x="12702001" y="4927477"/>
            <a:chExt cx="1213410" cy="200055"/>
          </a:xfrm>
        </p:grpSpPr>
        <p:sp>
          <p:nvSpPr>
            <p:cNvPr id="87" name="CuadroTexto 86">
              <a:extLst>
                <a:ext uri="{FF2B5EF4-FFF2-40B4-BE49-F238E27FC236}">
                  <a16:creationId xmlns:a16="http://schemas.microsoft.com/office/drawing/2014/main" id="{3080776A-FF02-B518-1686-21C84C2C0E12}"/>
                </a:ext>
              </a:extLst>
            </p:cNvPr>
            <p:cNvSpPr txBox="1"/>
            <p:nvPr/>
          </p:nvSpPr>
          <p:spPr>
            <a:xfrm>
              <a:off x="12702001" y="4927477"/>
              <a:ext cx="1213410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80975" lvl="1"/>
              <a:r>
                <a:rPr lang="es-ES_tradnl" sz="7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Baskervville" pitchFamily="34" charset="-122"/>
                  <a:cs typeface="Arial" panose="020B0604020202020204" pitchFamily="34" charset="0"/>
                </a:rPr>
                <a:t> Proceso HR</a:t>
              </a:r>
            </a:p>
          </p:txBody>
        </p:sp>
        <p:sp>
          <p:nvSpPr>
            <p:cNvPr id="91" name="Diagrama de flujo: conector 90">
              <a:extLst>
                <a:ext uri="{FF2B5EF4-FFF2-40B4-BE49-F238E27FC236}">
                  <a16:creationId xmlns:a16="http://schemas.microsoft.com/office/drawing/2014/main" id="{0CA57DE0-2049-E2FA-0C6C-9EEEF7C670C8}"/>
                </a:ext>
              </a:extLst>
            </p:cNvPr>
            <p:cNvSpPr/>
            <p:nvPr/>
          </p:nvSpPr>
          <p:spPr>
            <a:xfrm>
              <a:off x="12702001" y="4965471"/>
              <a:ext cx="166632" cy="149080"/>
            </a:xfrm>
            <a:prstGeom prst="flowChartConnector">
              <a:avLst/>
            </a:prstGeom>
            <a:solidFill>
              <a:schemeClr val="accent6"/>
            </a:solidFill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4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92" name="Diagrama de flujo: conector 91">
            <a:extLst>
              <a:ext uri="{FF2B5EF4-FFF2-40B4-BE49-F238E27FC236}">
                <a16:creationId xmlns:a16="http://schemas.microsoft.com/office/drawing/2014/main" id="{FE887940-E3EF-70F3-15EA-26F427ABE38C}"/>
              </a:ext>
            </a:extLst>
          </p:cNvPr>
          <p:cNvSpPr/>
          <p:nvPr/>
        </p:nvSpPr>
        <p:spPr>
          <a:xfrm>
            <a:off x="11642339" y="2300980"/>
            <a:ext cx="166632" cy="149080"/>
          </a:xfrm>
          <a:prstGeom prst="flowChartConnector">
            <a:avLst/>
          </a:prstGeom>
          <a:solidFill>
            <a:schemeClr val="accent6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3" name="Diagrama de flujo: conector 92">
            <a:extLst>
              <a:ext uri="{FF2B5EF4-FFF2-40B4-BE49-F238E27FC236}">
                <a16:creationId xmlns:a16="http://schemas.microsoft.com/office/drawing/2014/main" id="{61A8D424-38D8-E6AC-18AE-837F2C9FA064}"/>
              </a:ext>
            </a:extLst>
          </p:cNvPr>
          <p:cNvSpPr/>
          <p:nvPr/>
        </p:nvSpPr>
        <p:spPr>
          <a:xfrm>
            <a:off x="11657156" y="3069292"/>
            <a:ext cx="166632" cy="149080"/>
          </a:xfrm>
          <a:prstGeom prst="flowChartConnector">
            <a:avLst/>
          </a:prstGeom>
          <a:solidFill>
            <a:schemeClr val="accent6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5" name="Diagrama de flujo: conector 94">
            <a:extLst>
              <a:ext uri="{FF2B5EF4-FFF2-40B4-BE49-F238E27FC236}">
                <a16:creationId xmlns:a16="http://schemas.microsoft.com/office/drawing/2014/main" id="{BEBB5272-99D3-9E7E-5722-64B082521A31}"/>
              </a:ext>
            </a:extLst>
          </p:cNvPr>
          <p:cNvSpPr/>
          <p:nvPr/>
        </p:nvSpPr>
        <p:spPr>
          <a:xfrm>
            <a:off x="11715391" y="3854743"/>
            <a:ext cx="166632" cy="149080"/>
          </a:xfrm>
          <a:prstGeom prst="flowChartConnector">
            <a:avLst/>
          </a:prstGeom>
          <a:solidFill>
            <a:srgbClr val="C00000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6" name="Diagrama de flujo: conector 95">
            <a:extLst>
              <a:ext uri="{FF2B5EF4-FFF2-40B4-BE49-F238E27FC236}">
                <a16:creationId xmlns:a16="http://schemas.microsoft.com/office/drawing/2014/main" id="{5E1EEC00-5FE9-B795-3740-830BEAD013A8}"/>
              </a:ext>
            </a:extLst>
          </p:cNvPr>
          <p:cNvSpPr/>
          <p:nvPr/>
        </p:nvSpPr>
        <p:spPr>
          <a:xfrm>
            <a:off x="11712739" y="4024438"/>
            <a:ext cx="166632" cy="149080"/>
          </a:xfrm>
          <a:prstGeom prst="flowChartConnector">
            <a:avLst/>
          </a:prstGeom>
          <a:solidFill>
            <a:schemeClr val="accent6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7" name="Diagrama de flujo: conector 96">
            <a:extLst>
              <a:ext uri="{FF2B5EF4-FFF2-40B4-BE49-F238E27FC236}">
                <a16:creationId xmlns:a16="http://schemas.microsoft.com/office/drawing/2014/main" id="{5EE4A220-71C9-D6CB-E6E5-584323294B3B}"/>
              </a:ext>
            </a:extLst>
          </p:cNvPr>
          <p:cNvSpPr/>
          <p:nvPr/>
        </p:nvSpPr>
        <p:spPr>
          <a:xfrm>
            <a:off x="11760736" y="4524379"/>
            <a:ext cx="158573" cy="149080"/>
          </a:xfrm>
          <a:prstGeom prst="flowChartConnector">
            <a:avLst/>
          </a:prstGeom>
          <a:solidFill>
            <a:srgbClr val="C00000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8" name="Diagrama de flujo: conector 97">
            <a:extLst>
              <a:ext uri="{FF2B5EF4-FFF2-40B4-BE49-F238E27FC236}">
                <a16:creationId xmlns:a16="http://schemas.microsoft.com/office/drawing/2014/main" id="{D0D54F34-E550-94A1-51AD-374EBF8CEDC8}"/>
              </a:ext>
            </a:extLst>
          </p:cNvPr>
          <p:cNvSpPr/>
          <p:nvPr/>
        </p:nvSpPr>
        <p:spPr>
          <a:xfrm>
            <a:off x="9579993" y="6667508"/>
            <a:ext cx="166632" cy="149080"/>
          </a:xfrm>
          <a:prstGeom prst="flowChartConnector">
            <a:avLst/>
          </a:prstGeom>
          <a:solidFill>
            <a:srgbClr val="C00000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9" name="Diagrama de flujo: conector 98">
            <a:extLst>
              <a:ext uri="{FF2B5EF4-FFF2-40B4-BE49-F238E27FC236}">
                <a16:creationId xmlns:a16="http://schemas.microsoft.com/office/drawing/2014/main" id="{212EBF83-BD33-4D04-B792-0CEA01000B5A}"/>
              </a:ext>
            </a:extLst>
          </p:cNvPr>
          <p:cNvSpPr/>
          <p:nvPr/>
        </p:nvSpPr>
        <p:spPr>
          <a:xfrm>
            <a:off x="8464711" y="6662479"/>
            <a:ext cx="166632" cy="149080"/>
          </a:xfrm>
          <a:prstGeom prst="flowChartConnector">
            <a:avLst/>
          </a:prstGeom>
          <a:solidFill>
            <a:srgbClr val="C00000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0" name="Diagrama de flujo: conector 99">
            <a:extLst>
              <a:ext uri="{FF2B5EF4-FFF2-40B4-BE49-F238E27FC236}">
                <a16:creationId xmlns:a16="http://schemas.microsoft.com/office/drawing/2014/main" id="{C34348D1-2A80-0C35-1AE1-E17B528E37DE}"/>
              </a:ext>
            </a:extLst>
          </p:cNvPr>
          <p:cNvSpPr/>
          <p:nvPr/>
        </p:nvSpPr>
        <p:spPr>
          <a:xfrm>
            <a:off x="7310116" y="6653487"/>
            <a:ext cx="166632" cy="149080"/>
          </a:xfrm>
          <a:prstGeom prst="flowChartConnector">
            <a:avLst/>
          </a:prstGeom>
          <a:solidFill>
            <a:srgbClr val="C00000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1" name="Diagrama de flujo: conector 100">
            <a:extLst>
              <a:ext uri="{FF2B5EF4-FFF2-40B4-BE49-F238E27FC236}">
                <a16:creationId xmlns:a16="http://schemas.microsoft.com/office/drawing/2014/main" id="{D947E897-D415-2A84-868C-66458E14F9E3}"/>
              </a:ext>
            </a:extLst>
          </p:cNvPr>
          <p:cNvSpPr/>
          <p:nvPr/>
        </p:nvSpPr>
        <p:spPr>
          <a:xfrm>
            <a:off x="6196188" y="6653487"/>
            <a:ext cx="166632" cy="149080"/>
          </a:xfrm>
          <a:prstGeom prst="flowChartConnector">
            <a:avLst/>
          </a:prstGeom>
          <a:solidFill>
            <a:schemeClr val="accent6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2" name="Diagrama de flujo: conector 101">
            <a:extLst>
              <a:ext uri="{FF2B5EF4-FFF2-40B4-BE49-F238E27FC236}">
                <a16:creationId xmlns:a16="http://schemas.microsoft.com/office/drawing/2014/main" id="{1480B984-86B5-C007-C2D6-80C19A31053E}"/>
              </a:ext>
            </a:extLst>
          </p:cNvPr>
          <p:cNvSpPr/>
          <p:nvPr/>
        </p:nvSpPr>
        <p:spPr>
          <a:xfrm>
            <a:off x="4874504" y="6628276"/>
            <a:ext cx="166632" cy="149080"/>
          </a:xfrm>
          <a:prstGeom prst="flowChartConnector">
            <a:avLst/>
          </a:prstGeom>
          <a:solidFill>
            <a:schemeClr val="accent6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3" name="Diagrama de flujo: conector 102">
            <a:extLst>
              <a:ext uri="{FF2B5EF4-FFF2-40B4-BE49-F238E27FC236}">
                <a16:creationId xmlns:a16="http://schemas.microsoft.com/office/drawing/2014/main" id="{2ED6F416-B86D-F499-DED5-E8FF471379DB}"/>
              </a:ext>
            </a:extLst>
          </p:cNvPr>
          <p:cNvSpPr/>
          <p:nvPr/>
        </p:nvSpPr>
        <p:spPr>
          <a:xfrm>
            <a:off x="3744410" y="6632405"/>
            <a:ext cx="166632" cy="149080"/>
          </a:xfrm>
          <a:prstGeom prst="flowChartConnector">
            <a:avLst/>
          </a:prstGeom>
          <a:solidFill>
            <a:srgbClr val="C00000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4" name="Diagrama de flujo: conector 103">
            <a:extLst>
              <a:ext uri="{FF2B5EF4-FFF2-40B4-BE49-F238E27FC236}">
                <a16:creationId xmlns:a16="http://schemas.microsoft.com/office/drawing/2014/main" id="{C2941290-3BC3-F404-0297-A5DB6BC75568}"/>
              </a:ext>
            </a:extLst>
          </p:cNvPr>
          <p:cNvSpPr/>
          <p:nvPr/>
        </p:nvSpPr>
        <p:spPr>
          <a:xfrm>
            <a:off x="1869200" y="4158395"/>
            <a:ext cx="166632" cy="149080"/>
          </a:xfrm>
          <a:prstGeom prst="flowChartConnector">
            <a:avLst/>
          </a:prstGeom>
          <a:solidFill>
            <a:srgbClr val="C00000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5" name="Diagrama de flujo: conector 104">
            <a:extLst>
              <a:ext uri="{FF2B5EF4-FFF2-40B4-BE49-F238E27FC236}">
                <a16:creationId xmlns:a16="http://schemas.microsoft.com/office/drawing/2014/main" id="{883CAF02-4AEA-B042-5211-7F9B89FE78BC}"/>
              </a:ext>
            </a:extLst>
          </p:cNvPr>
          <p:cNvSpPr/>
          <p:nvPr/>
        </p:nvSpPr>
        <p:spPr>
          <a:xfrm>
            <a:off x="1849539" y="5578322"/>
            <a:ext cx="166632" cy="149080"/>
          </a:xfrm>
          <a:prstGeom prst="flowChartConnector">
            <a:avLst/>
          </a:prstGeom>
          <a:solidFill>
            <a:srgbClr val="C00000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6" name="Diagrama de flujo: conector 105">
            <a:extLst>
              <a:ext uri="{FF2B5EF4-FFF2-40B4-BE49-F238E27FC236}">
                <a16:creationId xmlns:a16="http://schemas.microsoft.com/office/drawing/2014/main" id="{1551337D-FAE3-AE7C-01A4-D877AEF70789}"/>
              </a:ext>
            </a:extLst>
          </p:cNvPr>
          <p:cNvSpPr/>
          <p:nvPr/>
        </p:nvSpPr>
        <p:spPr>
          <a:xfrm>
            <a:off x="1849539" y="3366081"/>
            <a:ext cx="166632" cy="149080"/>
          </a:xfrm>
          <a:prstGeom prst="flowChartConnector">
            <a:avLst/>
          </a:prstGeom>
          <a:solidFill>
            <a:srgbClr val="C00000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7" name="Diagrama de flujo: conector 106">
            <a:extLst>
              <a:ext uri="{FF2B5EF4-FFF2-40B4-BE49-F238E27FC236}">
                <a16:creationId xmlns:a16="http://schemas.microsoft.com/office/drawing/2014/main" id="{BC35C5A3-0ED2-0AAE-E616-7389FC4ED756}"/>
              </a:ext>
            </a:extLst>
          </p:cNvPr>
          <p:cNvSpPr/>
          <p:nvPr/>
        </p:nvSpPr>
        <p:spPr>
          <a:xfrm>
            <a:off x="1869200" y="2590451"/>
            <a:ext cx="166632" cy="149080"/>
          </a:xfrm>
          <a:prstGeom prst="flowChartConnector">
            <a:avLst/>
          </a:prstGeom>
          <a:solidFill>
            <a:srgbClr val="C00000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12" name="Conector recto de flecha 111">
            <a:extLst>
              <a:ext uri="{FF2B5EF4-FFF2-40B4-BE49-F238E27FC236}">
                <a16:creationId xmlns:a16="http://schemas.microsoft.com/office/drawing/2014/main" id="{3A57F7A7-F567-9156-040B-5040F015341B}"/>
              </a:ext>
            </a:extLst>
          </p:cNvPr>
          <p:cNvCxnSpPr/>
          <p:nvPr/>
        </p:nvCxnSpPr>
        <p:spPr>
          <a:xfrm flipH="1">
            <a:off x="3054901" y="2852049"/>
            <a:ext cx="451413" cy="0"/>
          </a:xfrm>
          <a:prstGeom prst="straightConnector1">
            <a:avLst/>
          </a:prstGeom>
          <a:ln w="57150">
            <a:solidFill>
              <a:srgbClr val="D557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recto de flecha 113">
            <a:extLst>
              <a:ext uri="{FF2B5EF4-FFF2-40B4-BE49-F238E27FC236}">
                <a16:creationId xmlns:a16="http://schemas.microsoft.com/office/drawing/2014/main" id="{B8B28B7C-051B-EE40-43AF-B87A4FED72CA}"/>
              </a:ext>
            </a:extLst>
          </p:cNvPr>
          <p:cNvCxnSpPr/>
          <p:nvPr/>
        </p:nvCxnSpPr>
        <p:spPr>
          <a:xfrm flipH="1">
            <a:off x="3070227" y="3606334"/>
            <a:ext cx="451413" cy="0"/>
          </a:xfrm>
          <a:prstGeom prst="straightConnector1">
            <a:avLst/>
          </a:prstGeom>
          <a:ln w="57150">
            <a:solidFill>
              <a:srgbClr val="D557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ector recto de flecha 114">
            <a:extLst>
              <a:ext uri="{FF2B5EF4-FFF2-40B4-BE49-F238E27FC236}">
                <a16:creationId xmlns:a16="http://schemas.microsoft.com/office/drawing/2014/main" id="{0AE6C0A2-A2A8-7203-0334-0180BCA3C819}"/>
              </a:ext>
            </a:extLst>
          </p:cNvPr>
          <p:cNvCxnSpPr>
            <a:cxnSpLocks/>
          </p:cNvCxnSpPr>
          <p:nvPr/>
        </p:nvCxnSpPr>
        <p:spPr>
          <a:xfrm>
            <a:off x="3174399" y="3758734"/>
            <a:ext cx="383894" cy="0"/>
          </a:xfrm>
          <a:prstGeom prst="straightConnector1">
            <a:avLst/>
          </a:prstGeom>
          <a:ln w="57150">
            <a:solidFill>
              <a:srgbClr val="D557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ector recto de flecha 115">
            <a:extLst>
              <a:ext uri="{FF2B5EF4-FFF2-40B4-BE49-F238E27FC236}">
                <a16:creationId xmlns:a16="http://schemas.microsoft.com/office/drawing/2014/main" id="{602AE8D0-8128-F9A0-6607-F0319C6D10A0}"/>
              </a:ext>
            </a:extLst>
          </p:cNvPr>
          <p:cNvCxnSpPr>
            <a:cxnSpLocks/>
          </p:cNvCxnSpPr>
          <p:nvPr/>
        </p:nvCxnSpPr>
        <p:spPr>
          <a:xfrm flipH="1">
            <a:off x="3070227" y="5824422"/>
            <a:ext cx="420760" cy="0"/>
          </a:xfrm>
          <a:prstGeom prst="straightConnector1">
            <a:avLst/>
          </a:prstGeom>
          <a:ln w="57150">
            <a:solidFill>
              <a:srgbClr val="D557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Rectángulo: esquinas redondeadas 116">
            <a:extLst>
              <a:ext uri="{FF2B5EF4-FFF2-40B4-BE49-F238E27FC236}">
                <a16:creationId xmlns:a16="http://schemas.microsoft.com/office/drawing/2014/main" id="{E337E783-6C8B-BF98-DE6F-3941B614F58D}"/>
              </a:ext>
            </a:extLst>
          </p:cNvPr>
          <p:cNvSpPr/>
          <p:nvPr/>
        </p:nvSpPr>
        <p:spPr>
          <a:xfrm>
            <a:off x="9416017" y="615586"/>
            <a:ext cx="937551" cy="555880"/>
          </a:xfrm>
          <a:prstGeom prst="roundRect">
            <a:avLst/>
          </a:prstGeom>
          <a:noFill/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Incentivos CallCenter</a:t>
            </a:r>
          </a:p>
          <a:p>
            <a:pPr algn="ctr"/>
            <a:r>
              <a:rPr lang="es-ES_tradnl" sz="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(Mensuales)</a:t>
            </a:r>
          </a:p>
        </p:txBody>
      </p:sp>
      <p:cxnSp>
        <p:nvCxnSpPr>
          <p:cNvPr id="121" name="Conector recto de flecha 120">
            <a:extLst>
              <a:ext uri="{FF2B5EF4-FFF2-40B4-BE49-F238E27FC236}">
                <a16:creationId xmlns:a16="http://schemas.microsoft.com/office/drawing/2014/main" id="{A4621B43-689C-3EBF-8AAB-781F3B89E264}"/>
              </a:ext>
            </a:extLst>
          </p:cNvPr>
          <p:cNvCxnSpPr>
            <a:cxnSpLocks/>
          </p:cNvCxnSpPr>
          <p:nvPr/>
        </p:nvCxnSpPr>
        <p:spPr>
          <a:xfrm flipH="1" flipV="1">
            <a:off x="9854551" y="1218783"/>
            <a:ext cx="4927" cy="273721"/>
          </a:xfrm>
          <a:prstGeom prst="straightConnector1">
            <a:avLst/>
          </a:prstGeom>
          <a:ln w="57150">
            <a:solidFill>
              <a:srgbClr val="D557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ector recto de flecha 121">
            <a:extLst>
              <a:ext uri="{FF2B5EF4-FFF2-40B4-BE49-F238E27FC236}">
                <a16:creationId xmlns:a16="http://schemas.microsoft.com/office/drawing/2014/main" id="{56BB9CA3-47DC-1DB8-4EAD-1BE067EBB7F5}"/>
              </a:ext>
            </a:extLst>
          </p:cNvPr>
          <p:cNvCxnSpPr>
            <a:cxnSpLocks/>
          </p:cNvCxnSpPr>
          <p:nvPr/>
        </p:nvCxnSpPr>
        <p:spPr>
          <a:xfrm>
            <a:off x="9958723" y="1371183"/>
            <a:ext cx="0" cy="311821"/>
          </a:xfrm>
          <a:prstGeom prst="straightConnector1">
            <a:avLst/>
          </a:prstGeom>
          <a:ln w="57150">
            <a:solidFill>
              <a:srgbClr val="D557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Rectángulo: esquinas redondeadas 139">
            <a:extLst>
              <a:ext uri="{FF2B5EF4-FFF2-40B4-BE49-F238E27FC236}">
                <a16:creationId xmlns:a16="http://schemas.microsoft.com/office/drawing/2014/main" id="{2C399301-7761-F0F4-899B-D6132B352031}"/>
              </a:ext>
            </a:extLst>
          </p:cNvPr>
          <p:cNvSpPr/>
          <p:nvPr/>
        </p:nvSpPr>
        <p:spPr>
          <a:xfrm>
            <a:off x="8207537" y="709203"/>
            <a:ext cx="937551" cy="456568"/>
          </a:xfrm>
          <a:prstGeom prst="roundRect">
            <a:avLst/>
          </a:prstGeom>
          <a:noFill/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OKN</a:t>
            </a:r>
          </a:p>
        </p:txBody>
      </p:sp>
      <p:sp>
        <p:nvSpPr>
          <p:cNvPr id="141" name="Diagrama de flujo: conector 140">
            <a:extLst>
              <a:ext uri="{FF2B5EF4-FFF2-40B4-BE49-F238E27FC236}">
                <a16:creationId xmlns:a16="http://schemas.microsoft.com/office/drawing/2014/main" id="{92468367-BC0A-8479-9C05-B3F78CFC6584}"/>
              </a:ext>
            </a:extLst>
          </p:cNvPr>
          <p:cNvSpPr/>
          <p:nvPr/>
        </p:nvSpPr>
        <p:spPr>
          <a:xfrm>
            <a:off x="8134484" y="703255"/>
            <a:ext cx="166632" cy="149080"/>
          </a:xfrm>
          <a:prstGeom prst="flowChartConnector">
            <a:avLst/>
          </a:prstGeom>
          <a:solidFill>
            <a:schemeClr val="accent6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42" name="Conector recto de flecha 141">
            <a:extLst>
              <a:ext uri="{FF2B5EF4-FFF2-40B4-BE49-F238E27FC236}">
                <a16:creationId xmlns:a16="http://schemas.microsoft.com/office/drawing/2014/main" id="{DFE2978E-0FC9-562B-52FA-F8087DBD85FD}"/>
              </a:ext>
            </a:extLst>
          </p:cNvPr>
          <p:cNvCxnSpPr>
            <a:cxnSpLocks/>
          </p:cNvCxnSpPr>
          <p:nvPr/>
        </p:nvCxnSpPr>
        <p:spPr>
          <a:xfrm flipH="1" flipV="1">
            <a:off x="8646071" y="1241113"/>
            <a:ext cx="4927" cy="273721"/>
          </a:xfrm>
          <a:prstGeom prst="straightConnector1">
            <a:avLst/>
          </a:prstGeom>
          <a:ln w="57150">
            <a:solidFill>
              <a:srgbClr val="D557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Conector recto de flecha 142">
            <a:extLst>
              <a:ext uri="{FF2B5EF4-FFF2-40B4-BE49-F238E27FC236}">
                <a16:creationId xmlns:a16="http://schemas.microsoft.com/office/drawing/2014/main" id="{F11872E8-B0B3-9B70-F205-38F216128771}"/>
              </a:ext>
            </a:extLst>
          </p:cNvPr>
          <p:cNvCxnSpPr>
            <a:cxnSpLocks/>
          </p:cNvCxnSpPr>
          <p:nvPr/>
        </p:nvCxnSpPr>
        <p:spPr>
          <a:xfrm>
            <a:off x="8750243" y="1393513"/>
            <a:ext cx="0" cy="311821"/>
          </a:xfrm>
          <a:prstGeom prst="straightConnector1">
            <a:avLst/>
          </a:prstGeom>
          <a:ln w="57150">
            <a:solidFill>
              <a:srgbClr val="D557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Rectángulo: esquinas redondeadas 143">
            <a:extLst>
              <a:ext uri="{FF2B5EF4-FFF2-40B4-BE49-F238E27FC236}">
                <a16:creationId xmlns:a16="http://schemas.microsoft.com/office/drawing/2014/main" id="{395450DA-E0BB-860F-EE52-61E2DD50119F}"/>
              </a:ext>
            </a:extLst>
          </p:cNvPr>
          <p:cNvSpPr/>
          <p:nvPr/>
        </p:nvSpPr>
        <p:spPr>
          <a:xfrm>
            <a:off x="6968720" y="724916"/>
            <a:ext cx="937551" cy="456568"/>
          </a:xfrm>
          <a:prstGeom prst="roundRect">
            <a:avLst/>
          </a:prstGeom>
          <a:noFill/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Gastos</a:t>
            </a:r>
          </a:p>
        </p:txBody>
      </p:sp>
      <p:cxnSp>
        <p:nvCxnSpPr>
          <p:cNvPr id="146" name="Conector recto de flecha 145">
            <a:extLst>
              <a:ext uri="{FF2B5EF4-FFF2-40B4-BE49-F238E27FC236}">
                <a16:creationId xmlns:a16="http://schemas.microsoft.com/office/drawing/2014/main" id="{E2DA111F-5857-1C41-FC77-4CBA99AF2489}"/>
              </a:ext>
            </a:extLst>
          </p:cNvPr>
          <p:cNvCxnSpPr>
            <a:cxnSpLocks/>
          </p:cNvCxnSpPr>
          <p:nvPr/>
        </p:nvCxnSpPr>
        <p:spPr>
          <a:xfrm flipH="1" flipV="1">
            <a:off x="7407254" y="1228801"/>
            <a:ext cx="4927" cy="273721"/>
          </a:xfrm>
          <a:prstGeom prst="straightConnector1">
            <a:avLst/>
          </a:prstGeom>
          <a:ln w="57150">
            <a:solidFill>
              <a:srgbClr val="D557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Conector recto de flecha 146">
            <a:extLst>
              <a:ext uri="{FF2B5EF4-FFF2-40B4-BE49-F238E27FC236}">
                <a16:creationId xmlns:a16="http://schemas.microsoft.com/office/drawing/2014/main" id="{389D5DD0-2917-BDBD-71ED-465C2172A212}"/>
              </a:ext>
            </a:extLst>
          </p:cNvPr>
          <p:cNvCxnSpPr>
            <a:cxnSpLocks/>
          </p:cNvCxnSpPr>
          <p:nvPr/>
        </p:nvCxnSpPr>
        <p:spPr>
          <a:xfrm>
            <a:off x="7511426" y="1381201"/>
            <a:ext cx="0" cy="311821"/>
          </a:xfrm>
          <a:prstGeom prst="straightConnector1">
            <a:avLst/>
          </a:prstGeom>
          <a:ln w="57150">
            <a:solidFill>
              <a:srgbClr val="D557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Diagrama de flujo: conector 148">
            <a:extLst>
              <a:ext uri="{FF2B5EF4-FFF2-40B4-BE49-F238E27FC236}">
                <a16:creationId xmlns:a16="http://schemas.microsoft.com/office/drawing/2014/main" id="{21945A72-E2F1-22EF-EFF1-CD5EB548CCF8}"/>
              </a:ext>
            </a:extLst>
          </p:cNvPr>
          <p:cNvSpPr/>
          <p:nvPr/>
        </p:nvSpPr>
        <p:spPr>
          <a:xfrm>
            <a:off x="6911289" y="650311"/>
            <a:ext cx="166632" cy="149080"/>
          </a:xfrm>
          <a:prstGeom prst="flowChartConnector">
            <a:avLst/>
          </a:prstGeom>
          <a:solidFill>
            <a:srgbClr val="C00000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0" name="Diagrama de flujo: conector 149">
            <a:extLst>
              <a:ext uri="{FF2B5EF4-FFF2-40B4-BE49-F238E27FC236}">
                <a16:creationId xmlns:a16="http://schemas.microsoft.com/office/drawing/2014/main" id="{12F29497-3675-9FD2-8E91-7305ADDA5DC3}"/>
              </a:ext>
            </a:extLst>
          </p:cNvPr>
          <p:cNvSpPr/>
          <p:nvPr/>
        </p:nvSpPr>
        <p:spPr>
          <a:xfrm>
            <a:off x="6908637" y="820006"/>
            <a:ext cx="166632" cy="149080"/>
          </a:xfrm>
          <a:prstGeom prst="flowChartConnector">
            <a:avLst/>
          </a:prstGeom>
          <a:solidFill>
            <a:schemeClr val="accent6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7" name="Rectángulo: esquinas redondeadas 156">
            <a:extLst>
              <a:ext uri="{FF2B5EF4-FFF2-40B4-BE49-F238E27FC236}">
                <a16:creationId xmlns:a16="http://schemas.microsoft.com/office/drawing/2014/main" id="{FFA1899D-A0D5-A269-2841-37C943BC60FB}"/>
              </a:ext>
            </a:extLst>
          </p:cNvPr>
          <p:cNvSpPr/>
          <p:nvPr/>
        </p:nvSpPr>
        <p:spPr>
          <a:xfrm>
            <a:off x="5734830" y="714898"/>
            <a:ext cx="937551" cy="456568"/>
          </a:xfrm>
          <a:prstGeom prst="roundRect">
            <a:avLst/>
          </a:prstGeom>
          <a:noFill/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PRL</a:t>
            </a:r>
          </a:p>
        </p:txBody>
      </p:sp>
      <p:sp>
        <p:nvSpPr>
          <p:cNvPr id="158" name="Diagrama de flujo: conector 157">
            <a:extLst>
              <a:ext uri="{FF2B5EF4-FFF2-40B4-BE49-F238E27FC236}">
                <a16:creationId xmlns:a16="http://schemas.microsoft.com/office/drawing/2014/main" id="{488DE027-41F2-7887-DE0F-EC25108EB257}"/>
              </a:ext>
            </a:extLst>
          </p:cNvPr>
          <p:cNvSpPr/>
          <p:nvPr/>
        </p:nvSpPr>
        <p:spPr>
          <a:xfrm>
            <a:off x="5683944" y="690648"/>
            <a:ext cx="166632" cy="149080"/>
          </a:xfrm>
          <a:prstGeom prst="flowChartConnector">
            <a:avLst/>
          </a:prstGeom>
          <a:solidFill>
            <a:srgbClr val="C00000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59" name="Conector recto de flecha 158">
            <a:extLst>
              <a:ext uri="{FF2B5EF4-FFF2-40B4-BE49-F238E27FC236}">
                <a16:creationId xmlns:a16="http://schemas.microsoft.com/office/drawing/2014/main" id="{BB8A4C33-1C03-3815-2CA9-F00E1DEF6981}"/>
              </a:ext>
            </a:extLst>
          </p:cNvPr>
          <p:cNvCxnSpPr>
            <a:cxnSpLocks/>
          </p:cNvCxnSpPr>
          <p:nvPr/>
        </p:nvCxnSpPr>
        <p:spPr>
          <a:xfrm flipH="1" flipV="1">
            <a:off x="6152877" y="1231095"/>
            <a:ext cx="4927" cy="273721"/>
          </a:xfrm>
          <a:prstGeom prst="straightConnector1">
            <a:avLst/>
          </a:prstGeom>
          <a:ln w="57150">
            <a:solidFill>
              <a:srgbClr val="D557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Conector recto de flecha 159">
            <a:extLst>
              <a:ext uri="{FF2B5EF4-FFF2-40B4-BE49-F238E27FC236}">
                <a16:creationId xmlns:a16="http://schemas.microsoft.com/office/drawing/2014/main" id="{22E9CF46-F0D1-102B-51F1-E55AC437B399}"/>
              </a:ext>
            </a:extLst>
          </p:cNvPr>
          <p:cNvCxnSpPr>
            <a:cxnSpLocks/>
          </p:cNvCxnSpPr>
          <p:nvPr/>
        </p:nvCxnSpPr>
        <p:spPr>
          <a:xfrm>
            <a:off x="6257049" y="1383495"/>
            <a:ext cx="0" cy="311821"/>
          </a:xfrm>
          <a:prstGeom prst="straightConnector1">
            <a:avLst/>
          </a:prstGeom>
          <a:ln w="57150">
            <a:solidFill>
              <a:srgbClr val="D557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Rectángulo: esquinas redondeadas 164">
            <a:extLst>
              <a:ext uri="{FF2B5EF4-FFF2-40B4-BE49-F238E27FC236}">
                <a16:creationId xmlns:a16="http://schemas.microsoft.com/office/drawing/2014/main" id="{9C66247B-1021-94B3-197E-CD9EA7C4C89D}"/>
              </a:ext>
            </a:extLst>
          </p:cNvPr>
          <p:cNvSpPr/>
          <p:nvPr/>
        </p:nvSpPr>
        <p:spPr>
          <a:xfrm>
            <a:off x="1932855" y="1850672"/>
            <a:ext cx="980224" cy="560482"/>
          </a:xfrm>
          <a:prstGeom prst="roundRect">
            <a:avLst/>
          </a:prstGeom>
          <a:noFill/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Vacaciones CallCenter</a:t>
            </a:r>
          </a:p>
          <a:p>
            <a:pPr algn="ctr"/>
            <a:r>
              <a:rPr lang="es-ES_tradnl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(Vacaciones cupo)</a:t>
            </a:r>
          </a:p>
        </p:txBody>
      </p:sp>
      <p:sp>
        <p:nvSpPr>
          <p:cNvPr id="166" name="Diagrama de flujo: conector 165">
            <a:extLst>
              <a:ext uri="{FF2B5EF4-FFF2-40B4-BE49-F238E27FC236}">
                <a16:creationId xmlns:a16="http://schemas.microsoft.com/office/drawing/2014/main" id="{A31F2B70-9B7D-2916-C9AE-1B482BAE2A15}"/>
              </a:ext>
            </a:extLst>
          </p:cNvPr>
          <p:cNvSpPr/>
          <p:nvPr/>
        </p:nvSpPr>
        <p:spPr>
          <a:xfrm>
            <a:off x="1869200" y="1790501"/>
            <a:ext cx="166632" cy="149080"/>
          </a:xfrm>
          <a:prstGeom prst="flowChartConnector">
            <a:avLst/>
          </a:prstGeom>
          <a:solidFill>
            <a:srgbClr val="C00000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67" name="Conector recto de flecha 166">
            <a:extLst>
              <a:ext uri="{FF2B5EF4-FFF2-40B4-BE49-F238E27FC236}">
                <a16:creationId xmlns:a16="http://schemas.microsoft.com/office/drawing/2014/main" id="{D128E83C-03D0-EFE6-A701-074A1DD75E07}"/>
              </a:ext>
            </a:extLst>
          </p:cNvPr>
          <p:cNvCxnSpPr/>
          <p:nvPr/>
        </p:nvCxnSpPr>
        <p:spPr>
          <a:xfrm flipH="1">
            <a:off x="3054901" y="2052099"/>
            <a:ext cx="451413" cy="0"/>
          </a:xfrm>
          <a:prstGeom prst="straightConnector1">
            <a:avLst/>
          </a:prstGeom>
          <a:ln w="57150">
            <a:solidFill>
              <a:srgbClr val="D557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Conector recto de flecha 167">
            <a:extLst>
              <a:ext uri="{FF2B5EF4-FFF2-40B4-BE49-F238E27FC236}">
                <a16:creationId xmlns:a16="http://schemas.microsoft.com/office/drawing/2014/main" id="{B40DA639-C43F-B0A6-DD01-5F18D09006D1}"/>
              </a:ext>
            </a:extLst>
          </p:cNvPr>
          <p:cNvCxnSpPr>
            <a:cxnSpLocks/>
          </p:cNvCxnSpPr>
          <p:nvPr/>
        </p:nvCxnSpPr>
        <p:spPr>
          <a:xfrm>
            <a:off x="3159073" y="2204499"/>
            <a:ext cx="383894" cy="0"/>
          </a:xfrm>
          <a:prstGeom prst="straightConnector1">
            <a:avLst/>
          </a:prstGeom>
          <a:ln w="57150">
            <a:solidFill>
              <a:srgbClr val="D557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Rectángulo: esquinas redondeadas 168">
            <a:extLst>
              <a:ext uri="{FF2B5EF4-FFF2-40B4-BE49-F238E27FC236}">
                <a16:creationId xmlns:a16="http://schemas.microsoft.com/office/drawing/2014/main" id="{BD536B4F-D584-4C32-1D97-2FF5C8F2336E}"/>
              </a:ext>
            </a:extLst>
          </p:cNvPr>
          <p:cNvSpPr/>
          <p:nvPr/>
        </p:nvSpPr>
        <p:spPr>
          <a:xfrm>
            <a:off x="3510648" y="706306"/>
            <a:ext cx="937551" cy="456568"/>
          </a:xfrm>
          <a:prstGeom prst="roundRect">
            <a:avLst/>
          </a:prstGeom>
          <a:noFill/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Archivos Personales</a:t>
            </a:r>
          </a:p>
        </p:txBody>
      </p:sp>
      <p:cxnSp>
        <p:nvCxnSpPr>
          <p:cNvPr id="171" name="Conector recto de flecha 170">
            <a:extLst>
              <a:ext uri="{FF2B5EF4-FFF2-40B4-BE49-F238E27FC236}">
                <a16:creationId xmlns:a16="http://schemas.microsoft.com/office/drawing/2014/main" id="{06BCB56E-A8B9-F00D-4838-239C32356987}"/>
              </a:ext>
            </a:extLst>
          </p:cNvPr>
          <p:cNvCxnSpPr>
            <a:cxnSpLocks/>
          </p:cNvCxnSpPr>
          <p:nvPr/>
        </p:nvCxnSpPr>
        <p:spPr>
          <a:xfrm flipH="1" flipV="1">
            <a:off x="4958661" y="1238766"/>
            <a:ext cx="4927" cy="273721"/>
          </a:xfrm>
          <a:prstGeom prst="straightConnector1">
            <a:avLst/>
          </a:prstGeom>
          <a:ln w="57150">
            <a:solidFill>
              <a:srgbClr val="D557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Conector recto de flecha 171">
            <a:extLst>
              <a:ext uri="{FF2B5EF4-FFF2-40B4-BE49-F238E27FC236}">
                <a16:creationId xmlns:a16="http://schemas.microsoft.com/office/drawing/2014/main" id="{67D09EB5-B360-DA25-D6C2-B45C6CF07AD7}"/>
              </a:ext>
            </a:extLst>
          </p:cNvPr>
          <p:cNvCxnSpPr>
            <a:cxnSpLocks/>
          </p:cNvCxnSpPr>
          <p:nvPr/>
        </p:nvCxnSpPr>
        <p:spPr>
          <a:xfrm>
            <a:off x="5062833" y="1391166"/>
            <a:ext cx="0" cy="311821"/>
          </a:xfrm>
          <a:prstGeom prst="straightConnector1">
            <a:avLst/>
          </a:prstGeom>
          <a:ln w="57150">
            <a:solidFill>
              <a:srgbClr val="D557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Diagrama de flujo: conector 172">
            <a:extLst>
              <a:ext uri="{FF2B5EF4-FFF2-40B4-BE49-F238E27FC236}">
                <a16:creationId xmlns:a16="http://schemas.microsoft.com/office/drawing/2014/main" id="{BEB253DD-9059-F0C7-B1D4-CDA41DA5859D}"/>
              </a:ext>
            </a:extLst>
          </p:cNvPr>
          <p:cNvSpPr/>
          <p:nvPr/>
        </p:nvSpPr>
        <p:spPr>
          <a:xfrm>
            <a:off x="5312779" y="1899900"/>
            <a:ext cx="166632" cy="149080"/>
          </a:xfrm>
          <a:prstGeom prst="flowChartConnector">
            <a:avLst/>
          </a:prstGeom>
          <a:solidFill>
            <a:schemeClr val="accent6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74" name="Diagrama de flujo: conector 173">
            <a:extLst>
              <a:ext uri="{FF2B5EF4-FFF2-40B4-BE49-F238E27FC236}">
                <a16:creationId xmlns:a16="http://schemas.microsoft.com/office/drawing/2014/main" id="{769FBE38-8AA6-258F-ED4A-484ECE431E3D}"/>
              </a:ext>
            </a:extLst>
          </p:cNvPr>
          <p:cNvSpPr/>
          <p:nvPr/>
        </p:nvSpPr>
        <p:spPr>
          <a:xfrm>
            <a:off x="7143484" y="1933701"/>
            <a:ext cx="166632" cy="149080"/>
          </a:xfrm>
          <a:prstGeom prst="flowChartConnector">
            <a:avLst/>
          </a:prstGeom>
          <a:solidFill>
            <a:schemeClr val="accent6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75" name="Diagrama de flujo: conector 174">
            <a:extLst>
              <a:ext uri="{FF2B5EF4-FFF2-40B4-BE49-F238E27FC236}">
                <a16:creationId xmlns:a16="http://schemas.microsoft.com/office/drawing/2014/main" id="{8DC3CF93-C29C-9065-E756-40983F5BDFBA}"/>
              </a:ext>
            </a:extLst>
          </p:cNvPr>
          <p:cNvSpPr/>
          <p:nvPr/>
        </p:nvSpPr>
        <p:spPr>
          <a:xfrm>
            <a:off x="3931058" y="2902137"/>
            <a:ext cx="166632" cy="149080"/>
          </a:xfrm>
          <a:prstGeom prst="flowChartConnector">
            <a:avLst/>
          </a:prstGeom>
          <a:solidFill>
            <a:schemeClr val="accent6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76" name="Diagrama de flujo: conector 175">
            <a:extLst>
              <a:ext uri="{FF2B5EF4-FFF2-40B4-BE49-F238E27FC236}">
                <a16:creationId xmlns:a16="http://schemas.microsoft.com/office/drawing/2014/main" id="{BC3B347E-F275-A612-680E-CE1602FDF26D}"/>
              </a:ext>
            </a:extLst>
          </p:cNvPr>
          <p:cNvSpPr/>
          <p:nvPr/>
        </p:nvSpPr>
        <p:spPr>
          <a:xfrm>
            <a:off x="10270252" y="2997885"/>
            <a:ext cx="166632" cy="149080"/>
          </a:xfrm>
          <a:prstGeom prst="flowChartConnector">
            <a:avLst/>
          </a:prstGeom>
          <a:solidFill>
            <a:schemeClr val="accent6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77" name="Diagrama de flujo: conector 176">
            <a:extLst>
              <a:ext uri="{FF2B5EF4-FFF2-40B4-BE49-F238E27FC236}">
                <a16:creationId xmlns:a16="http://schemas.microsoft.com/office/drawing/2014/main" id="{CD3DD4BD-C0F6-B3DA-A82E-345208AC657A}"/>
              </a:ext>
            </a:extLst>
          </p:cNvPr>
          <p:cNvSpPr/>
          <p:nvPr/>
        </p:nvSpPr>
        <p:spPr>
          <a:xfrm>
            <a:off x="5229463" y="4776913"/>
            <a:ext cx="166632" cy="149080"/>
          </a:xfrm>
          <a:prstGeom prst="flowChartConnector">
            <a:avLst/>
          </a:prstGeom>
          <a:solidFill>
            <a:schemeClr val="accent6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78" name="Diagrama de flujo: conector 177">
            <a:extLst>
              <a:ext uri="{FF2B5EF4-FFF2-40B4-BE49-F238E27FC236}">
                <a16:creationId xmlns:a16="http://schemas.microsoft.com/office/drawing/2014/main" id="{4D26A402-436A-C1DF-9C91-D0A621C806A7}"/>
              </a:ext>
            </a:extLst>
          </p:cNvPr>
          <p:cNvSpPr/>
          <p:nvPr/>
        </p:nvSpPr>
        <p:spPr>
          <a:xfrm>
            <a:off x="3931058" y="3967305"/>
            <a:ext cx="166632" cy="149080"/>
          </a:xfrm>
          <a:prstGeom prst="flowChartConnector">
            <a:avLst/>
          </a:prstGeom>
          <a:solidFill>
            <a:schemeClr val="accent6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79" name="Diagrama de flujo: conector 178">
            <a:extLst>
              <a:ext uri="{FF2B5EF4-FFF2-40B4-BE49-F238E27FC236}">
                <a16:creationId xmlns:a16="http://schemas.microsoft.com/office/drawing/2014/main" id="{9F909BC0-B59D-F4DD-AFC9-440B5A011E23}"/>
              </a:ext>
            </a:extLst>
          </p:cNvPr>
          <p:cNvSpPr/>
          <p:nvPr/>
        </p:nvSpPr>
        <p:spPr>
          <a:xfrm>
            <a:off x="8893397" y="4799960"/>
            <a:ext cx="166632" cy="149080"/>
          </a:xfrm>
          <a:prstGeom prst="flowChartConnector">
            <a:avLst/>
          </a:prstGeom>
          <a:solidFill>
            <a:schemeClr val="accent6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80" name="Diagrama de flujo: conector 179">
            <a:extLst>
              <a:ext uri="{FF2B5EF4-FFF2-40B4-BE49-F238E27FC236}">
                <a16:creationId xmlns:a16="http://schemas.microsoft.com/office/drawing/2014/main" id="{4FC122C0-C8EC-7C41-1F3D-DB13E9C8EACC}"/>
              </a:ext>
            </a:extLst>
          </p:cNvPr>
          <p:cNvSpPr/>
          <p:nvPr/>
        </p:nvSpPr>
        <p:spPr>
          <a:xfrm>
            <a:off x="10587826" y="1933701"/>
            <a:ext cx="166632" cy="149080"/>
          </a:xfrm>
          <a:prstGeom prst="flowChartConnector">
            <a:avLst/>
          </a:prstGeom>
          <a:solidFill>
            <a:schemeClr val="accent6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81" name="Diagrama de flujo: conector 180">
            <a:extLst>
              <a:ext uri="{FF2B5EF4-FFF2-40B4-BE49-F238E27FC236}">
                <a16:creationId xmlns:a16="http://schemas.microsoft.com/office/drawing/2014/main" id="{F62A9F75-6CA5-8139-FC09-66D3E7C65E68}"/>
              </a:ext>
            </a:extLst>
          </p:cNvPr>
          <p:cNvSpPr/>
          <p:nvPr/>
        </p:nvSpPr>
        <p:spPr>
          <a:xfrm>
            <a:off x="10270252" y="3899041"/>
            <a:ext cx="166632" cy="149080"/>
          </a:xfrm>
          <a:prstGeom prst="flowChartConnector">
            <a:avLst/>
          </a:prstGeom>
          <a:solidFill>
            <a:schemeClr val="accent6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82" name="Rectángulo: esquinas redondeadas 181">
            <a:extLst>
              <a:ext uri="{FF2B5EF4-FFF2-40B4-BE49-F238E27FC236}">
                <a16:creationId xmlns:a16="http://schemas.microsoft.com/office/drawing/2014/main" id="{E90550F2-A0E9-E5ED-1971-15CA0A2E354F}"/>
              </a:ext>
            </a:extLst>
          </p:cNvPr>
          <p:cNvSpPr/>
          <p:nvPr/>
        </p:nvSpPr>
        <p:spPr>
          <a:xfrm>
            <a:off x="1952516" y="5053274"/>
            <a:ext cx="980224" cy="406277"/>
          </a:xfrm>
          <a:prstGeom prst="roundRect">
            <a:avLst/>
          </a:prstGeom>
          <a:noFill/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Host-DB2</a:t>
            </a:r>
          </a:p>
        </p:txBody>
      </p:sp>
      <p:sp>
        <p:nvSpPr>
          <p:cNvPr id="183" name="Diagrama de flujo: conector 182">
            <a:extLst>
              <a:ext uri="{FF2B5EF4-FFF2-40B4-BE49-F238E27FC236}">
                <a16:creationId xmlns:a16="http://schemas.microsoft.com/office/drawing/2014/main" id="{29C4DF49-D01A-9621-F897-6416A96C8510}"/>
              </a:ext>
            </a:extLst>
          </p:cNvPr>
          <p:cNvSpPr/>
          <p:nvPr/>
        </p:nvSpPr>
        <p:spPr>
          <a:xfrm>
            <a:off x="1869200" y="4985167"/>
            <a:ext cx="166632" cy="149080"/>
          </a:xfrm>
          <a:prstGeom prst="flowChartConnector">
            <a:avLst/>
          </a:prstGeom>
          <a:solidFill>
            <a:srgbClr val="C00000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84" name="Conector recto de flecha 183">
            <a:extLst>
              <a:ext uri="{FF2B5EF4-FFF2-40B4-BE49-F238E27FC236}">
                <a16:creationId xmlns:a16="http://schemas.microsoft.com/office/drawing/2014/main" id="{B34F9EFA-9D6F-4736-2FA8-EDD82B871574}"/>
              </a:ext>
            </a:extLst>
          </p:cNvPr>
          <p:cNvCxnSpPr>
            <a:cxnSpLocks/>
          </p:cNvCxnSpPr>
          <p:nvPr/>
        </p:nvCxnSpPr>
        <p:spPr>
          <a:xfrm flipH="1">
            <a:off x="3089888" y="5231267"/>
            <a:ext cx="420760" cy="0"/>
          </a:xfrm>
          <a:prstGeom prst="straightConnector1">
            <a:avLst/>
          </a:prstGeom>
          <a:ln w="57150">
            <a:solidFill>
              <a:srgbClr val="D557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Conector recto de flecha 185">
            <a:extLst>
              <a:ext uri="{FF2B5EF4-FFF2-40B4-BE49-F238E27FC236}">
                <a16:creationId xmlns:a16="http://schemas.microsoft.com/office/drawing/2014/main" id="{9A51865B-A16A-1153-0E9D-7F518253C5DE}"/>
              </a:ext>
            </a:extLst>
          </p:cNvPr>
          <p:cNvCxnSpPr>
            <a:cxnSpLocks/>
          </p:cNvCxnSpPr>
          <p:nvPr/>
        </p:nvCxnSpPr>
        <p:spPr>
          <a:xfrm>
            <a:off x="11265912" y="5558745"/>
            <a:ext cx="383894" cy="0"/>
          </a:xfrm>
          <a:prstGeom prst="straightConnector1">
            <a:avLst/>
          </a:prstGeom>
          <a:ln w="57150">
            <a:solidFill>
              <a:srgbClr val="D557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Rectángulo: esquinas redondeadas 186">
            <a:extLst>
              <a:ext uri="{FF2B5EF4-FFF2-40B4-BE49-F238E27FC236}">
                <a16:creationId xmlns:a16="http://schemas.microsoft.com/office/drawing/2014/main" id="{DFCD3A1C-4518-DAD8-1976-FEA61AA7B623}"/>
              </a:ext>
            </a:extLst>
          </p:cNvPr>
          <p:cNvSpPr/>
          <p:nvPr/>
        </p:nvSpPr>
        <p:spPr>
          <a:xfrm>
            <a:off x="11770740" y="5295967"/>
            <a:ext cx="937551" cy="456568"/>
          </a:xfrm>
          <a:prstGeom prst="roundRect">
            <a:avLst/>
          </a:prstGeom>
          <a:noFill/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Servicios Web Negocio</a:t>
            </a:r>
          </a:p>
        </p:txBody>
      </p:sp>
      <p:sp>
        <p:nvSpPr>
          <p:cNvPr id="188" name="Diagrama de flujo: conector 187">
            <a:extLst>
              <a:ext uri="{FF2B5EF4-FFF2-40B4-BE49-F238E27FC236}">
                <a16:creationId xmlns:a16="http://schemas.microsoft.com/office/drawing/2014/main" id="{B46720F1-EC1D-0835-FB57-DC1B166D5F42}"/>
              </a:ext>
            </a:extLst>
          </p:cNvPr>
          <p:cNvSpPr/>
          <p:nvPr/>
        </p:nvSpPr>
        <p:spPr>
          <a:xfrm>
            <a:off x="11719854" y="5271717"/>
            <a:ext cx="166632" cy="149080"/>
          </a:xfrm>
          <a:prstGeom prst="flowChartConnector">
            <a:avLst/>
          </a:prstGeom>
          <a:solidFill>
            <a:srgbClr val="C00000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91" name="Diagrama de flujo: conector 190">
            <a:extLst>
              <a:ext uri="{FF2B5EF4-FFF2-40B4-BE49-F238E27FC236}">
                <a16:creationId xmlns:a16="http://schemas.microsoft.com/office/drawing/2014/main" id="{3DF9E71D-36CF-88E0-44E3-74174813F451}"/>
              </a:ext>
            </a:extLst>
          </p:cNvPr>
          <p:cNvSpPr/>
          <p:nvPr/>
        </p:nvSpPr>
        <p:spPr>
          <a:xfrm>
            <a:off x="9346104" y="582252"/>
            <a:ext cx="166632" cy="149080"/>
          </a:xfrm>
          <a:prstGeom prst="flowChartConnector">
            <a:avLst/>
          </a:prstGeom>
          <a:solidFill>
            <a:srgbClr val="C00000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92" name="Diagrama de flujo: conector 191">
            <a:extLst>
              <a:ext uri="{FF2B5EF4-FFF2-40B4-BE49-F238E27FC236}">
                <a16:creationId xmlns:a16="http://schemas.microsoft.com/office/drawing/2014/main" id="{009FA4BF-9878-50B6-0EB4-770F18EE0047}"/>
              </a:ext>
            </a:extLst>
          </p:cNvPr>
          <p:cNvSpPr/>
          <p:nvPr/>
        </p:nvSpPr>
        <p:spPr>
          <a:xfrm>
            <a:off x="9357679" y="802407"/>
            <a:ext cx="166632" cy="149080"/>
          </a:xfrm>
          <a:prstGeom prst="flowChartConnector">
            <a:avLst/>
          </a:prstGeom>
          <a:solidFill>
            <a:schemeClr val="accent6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94" name="Conector recto de flecha 193">
            <a:extLst>
              <a:ext uri="{FF2B5EF4-FFF2-40B4-BE49-F238E27FC236}">
                <a16:creationId xmlns:a16="http://schemas.microsoft.com/office/drawing/2014/main" id="{6D596B56-AEA3-6158-660E-303122E37225}"/>
              </a:ext>
            </a:extLst>
          </p:cNvPr>
          <p:cNvCxnSpPr/>
          <p:nvPr/>
        </p:nvCxnSpPr>
        <p:spPr>
          <a:xfrm flipH="1">
            <a:off x="3048887" y="4404947"/>
            <a:ext cx="451413" cy="0"/>
          </a:xfrm>
          <a:prstGeom prst="straightConnector1">
            <a:avLst/>
          </a:prstGeom>
          <a:ln w="57150">
            <a:solidFill>
              <a:srgbClr val="D557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Conector recto de flecha 194">
            <a:extLst>
              <a:ext uri="{FF2B5EF4-FFF2-40B4-BE49-F238E27FC236}">
                <a16:creationId xmlns:a16="http://schemas.microsoft.com/office/drawing/2014/main" id="{7505530B-9A46-6546-777B-993630AA1157}"/>
              </a:ext>
            </a:extLst>
          </p:cNvPr>
          <p:cNvCxnSpPr>
            <a:cxnSpLocks/>
          </p:cNvCxnSpPr>
          <p:nvPr/>
        </p:nvCxnSpPr>
        <p:spPr>
          <a:xfrm>
            <a:off x="3153059" y="4557347"/>
            <a:ext cx="383894" cy="0"/>
          </a:xfrm>
          <a:prstGeom prst="straightConnector1">
            <a:avLst/>
          </a:prstGeom>
          <a:ln w="57150">
            <a:solidFill>
              <a:srgbClr val="D557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iagrama de flujo: conector 6">
            <a:extLst>
              <a:ext uri="{FF2B5EF4-FFF2-40B4-BE49-F238E27FC236}">
                <a16:creationId xmlns:a16="http://schemas.microsoft.com/office/drawing/2014/main" id="{FC6A4474-E258-4F92-5D4B-307A22F20E5F}"/>
              </a:ext>
            </a:extLst>
          </p:cNvPr>
          <p:cNvSpPr/>
          <p:nvPr/>
        </p:nvSpPr>
        <p:spPr>
          <a:xfrm>
            <a:off x="5674340" y="866105"/>
            <a:ext cx="166632" cy="149080"/>
          </a:xfrm>
          <a:prstGeom prst="flowChartConnector">
            <a:avLst/>
          </a:prstGeom>
          <a:solidFill>
            <a:schemeClr val="accent6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610FAC40-4DF2-16EB-92D3-813364F3BE8C}"/>
              </a:ext>
            </a:extLst>
          </p:cNvPr>
          <p:cNvSpPr/>
          <p:nvPr/>
        </p:nvSpPr>
        <p:spPr>
          <a:xfrm>
            <a:off x="4646646" y="689349"/>
            <a:ext cx="937551" cy="456568"/>
          </a:xfrm>
          <a:prstGeom prst="roundRect">
            <a:avLst/>
          </a:prstGeom>
          <a:noFill/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Talen Link</a:t>
            </a:r>
          </a:p>
        </p:txBody>
      </p:sp>
      <p:sp>
        <p:nvSpPr>
          <p:cNvPr id="9" name="Diagrama de flujo: conector 8">
            <a:extLst>
              <a:ext uri="{FF2B5EF4-FFF2-40B4-BE49-F238E27FC236}">
                <a16:creationId xmlns:a16="http://schemas.microsoft.com/office/drawing/2014/main" id="{DA60FC2E-5091-3816-31DB-2F14F85F78D2}"/>
              </a:ext>
            </a:extLst>
          </p:cNvPr>
          <p:cNvSpPr/>
          <p:nvPr/>
        </p:nvSpPr>
        <p:spPr>
          <a:xfrm>
            <a:off x="4587727" y="642277"/>
            <a:ext cx="166632" cy="149080"/>
          </a:xfrm>
          <a:prstGeom prst="flowChartConnector">
            <a:avLst/>
          </a:prstGeom>
          <a:solidFill>
            <a:schemeClr val="accent6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Diagrama de flujo: conector 9">
            <a:extLst>
              <a:ext uri="{FF2B5EF4-FFF2-40B4-BE49-F238E27FC236}">
                <a16:creationId xmlns:a16="http://schemas.microsoft.com/office/drawing/2014/main" id="{A891D516-46AF-332F-382F-D1F23ED3A2DA}"/>
              </a:ext>
            </a:extLst>
          </p:cNvPr>
          <p:cNvSpPr/>
          <p:nvPr/>
        </p:nvSpPr>
        <p:spPr>
          <a:xfrm>
            <a:off x="3474977" y="658753"/>
            <a:ext cx="166632" cy="149080"/>
          </a:xfrm>
          <a:prstGeom prst="flowChartConnector">
            <a:avLst/>
          </a:prstGeom>
          <a:solidFill>
            <a:srgbClr val="C00000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6EAB8E4B-49A1-C009-22DB-CFFE420481F4}"/>
              </a:ext>
            </a:extLst>
          </p:cNvPr>
          <p:cNvCxnSpPr>
            <a:cxnSpLocks/>
          </p:cNvCxnSpPr>
          <p:nvPr/>
        </p:nvCxnSpPr>
        <p:spPr>
          <a:xfrm flipH="1" flipV="1">
            <a:off x="4087892" y="1256958"/>
            <a:ext cx="4927" cy="273721"/>
          </a:xfrm>
          <a:prstGeom prst="straightConnector1">
            <a:avLst/>
          </a:prstGeom>
          <a:ln w="57150">
            <a:solidFill>
              <a:srgbClr val="D557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3661b87-7810-4813-8bd9-dd2ee6a65052}" enabled="1" method="Standard" siteId="{223943b3-0f38-442c-90e3-00f9c3b6b43b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3430</TotalTime>
  <Words>97</Words>
  <Application>Microsoft Office PowerPoint</Application>
  <PresentationFormat>Personalizado</PresentationFormat>
  <Paragraphs>52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Aptos</vt:lpstr>
      <vt:lpstr>Courier New</vt:lpstr>
      <vt:lpstr>Office Theme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ENRIQUE CID CALERO</cp:lastModifiedBy>
  <cp:revision>29</cp:revision>
  <dcterms:created xsi:type="dcterms:W3CDTF">2025-11-12T16:30:46Z</dcterms:created>
  <dcterms:modified xsi:type="dcterms:W3CDTF">2025-12-19T13:29:52Z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Theme:9</vt:lpwstr>
  </property>
  <property fmtid="{D5CDD505-2E9C-101B-9397-08002B2CF9AE}" pid="3" name="ClassificationContentMarkingFooterText">
    <vt:lpwstr>Uso Interno - No compartir fuera de la organización.</vt:lpwstr>
  </property>
  <property fmtid="{D5CDD505-2E9C-101B-9397-08002B2CF9AE}" pid="4" name="ClassificationContentMarkingHeaderLocations">
    <vt:lpwstr>Office Theme:8</vt:lpwstr>
  </property>
  <property fmtid="{D5CDD505-2E9C-101B-9397-08002B2CF9AE}" pid="5" name="ClassificationContentMarkingHeaderText">
    <vt:lpwstr>Interno</vt:lpwstr>
  </property>
</Properties>
</file>