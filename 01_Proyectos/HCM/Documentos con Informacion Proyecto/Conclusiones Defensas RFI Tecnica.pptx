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2.xml" ContentType="application/vnd.openxmlformats-officedocument.drawingml.chartshape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3.xml" ContentType="application/vnd.openxmlformats-officedocument.drawingml.chartshape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6" r:id="rId5"/>
  </p:sldMasterIdLst>
  <p:notesMasterIdLst>
    <p:notesMasterId r:id="rId21"/>
  </p:notesMasterIdLst>
  <p:handoutMasterIdLst>
    <p:handoutMasterId r:id="rId22"/>
  </p:handoutMasterIdLst>
  <p:sldIdLst>
    <p:sldId id="523" r:id="rId6"/>
    <p:sldId id="621" r:id="rId7"/>
    <p:sldId id="612" r:id="rId8"/>
    <p:sldId id="613" r:id="rId9"/>
    <p:sldId id="602" r:id="rId10"/>
    <p:sldId id="607" r:id="rId11"/>
    <p:sldId id="604" r:id="rId12"/>
    <p:sldId id="616" r:id="rId13"/>
    <p:sldId id="617" r:id="rId14"/>
    <p:sldId id="609" r:id="rId15"/>
    <p:sldId id="610" r:id="rId16"/>
    <p:sldId id="611" r:id="rId17"/>
    <p:sldId id="618" r:id="rId18"/>
    <p:sldId id="592" r:id="rId19"/>
    <p:sldId id="619" r:id="rId20"/>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8B8B"/>
    <a:srgbClr val="FFB7B7"/>
    <a:srgbClr val="FF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C84D96-4C67-4661-B247-F7809CDE0F9B}" v="1" dt="2025-11-12T14:16:30.4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5620"/>
    <p:restoredTop sz="94660"/>
  </p:normalViewPr>
  <p:slideViewPr>
    <p:cSldViewPr snapToGrid="0">
      <p:cViewPr varScale="1">
        <p:scale>
          <a:sx n="108" d="100"/>
          <a:sy n="108" d="100"/>
        </p:scale>
        <p:origin x="594" y="96"/>
      </p:cViewPr>
      <p:guideLst/>
    </p:cSldViewPr>
  </p:slideViewPr>
  <p:notesTextViewPr>
    <p:cViewPr>
      <p:scale>
        <a:sx n="1" d="1"/>
        <a:sy n="1" d="1"/>
      </p:scale>
      <p:origin x="0" y="0"/>
    </p:cViewPr>
  </p:notesTextViewPr>
  <p:notesViewPr>
    <p:cSldViewPr snapToGrid="0">
      <p:cViewPr>
        <p:scale>
          <a:sx n="1" d="2"/>
          <a:sy n="1" d="2"/>
        </p:scale>
        <p:origin x="4548" y="9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NRIQUE CID CALERO" userId="250a809f-86cf-4f81-8627-213fad841b73" providerId="ADAL" clId="{250F537B-0965-42EF-8253-1DA12A860249}"/>
    <pc:docChg chg="undo custSel addSld delSld modSld modMainMaster">
      <pc:chgData name="ENRIQUE CID CALERO" userId="250a809f-86cf-4f81-8627-213fad841b73" providerId="ADAL" clId="{250F537B-0965-42EF-8253-1DA12A860249}" dt="2025-11-12T14:26:56.244" v="39" actId="1076"/>
      <pc:docMkLst>
        <pc:docMk/>
      </pc:docMkLst>
      <pc:sldChg chg="modSp mod">
        <pc:chgData name="ENRIQUE CID CALERO" userId="250a809f-86cf-4f81-8627-213fad841b73" providerId="ADAL" clId="{250F537B-0965-42EF-8253-1DA12A860249}" dt="2025-11-12T14:16:59.702" v="27" actId="27636"/>
        <pc:sldMkLst>
          <pc:docMk/>
          <pc:sldMk cId="1935812511" sldId="523"/>
        </pc:sldMkLst>
        <pc:spChg chg="mod">
          <ac:chgData name="ENRIQUE CID CALERO" userId="250a809f-86cf-4f81-8627-213fad841b73" providerId="ADAL" clId="{250F537B-0965-42EF-8253-1DA12A860249}" dt="2025-11-12T14:16:59.702" v="27" actId="27636"/>
          <ac:spMkLst>
            <pc:docMk/>
            <pc:sldMk cId="1935812511" sldId="523"/>
            <ac:spMk id="2" creationId="{DA482CFC-9ACA-3396-4F6A-50CD59A3880F}"/>
          </ac:spMkLst>
        </pc:spChg>
      </pc:sldChg>
      <pc:sldChg chg="del">
        <pc:chgData name="ENRIQUE CID CALERO" userId="250a809f-86cf-4f81-8627-213fad841b73" providerId="ADAL" clId="{250F537B-0965-42EF-8253-1DA12A860249}" dt="2025-11-12T14:18:21.518" v="28" actId="47"/>
        <pc:sldMkLst>
          <pc:docMk/>
          <pc:sldMk cId="830435724" sldId="594"/>
        </pc:sldMkLst>
      </pc:sldChg>
      <pc:sldChg chg="del">
        <pc:chgData name="ENRIQUE CID CALERO" userId="250a809f-86cf-4f81-8627-213fad841b73" providerId="ADAL" clId="{250F537B-0965-42EF-8253-1DA12A860249}" dt="2025-11-12T14:18:23.254" v="29" actId="47"/>
        <pc:sldMkLst>
          <pc:docMk/>
          <pc:sldMk cId="3797529826" sldId="597"/>
        </pc:sldMkLst>
      </pc:sldChg>
      <pc:sldChg chg="del">
        <pc:chgData name="ENRIQUE CID CALERO" userId="250a809f-86cf-4f81-8627-213fad841b73" providerId="ADAL" clId="{250F537B-0965-42EF-8253-1DA12A860249}" dt="2025-11-12T14:18:28.538" v="32" actId="47"/>
        <pc:sldMkLst>
          <pc:docMk/>
          <pc:sldMk cId="1954524506" sldId="599"/>
        </pc:sldMkLst>
      </pc:sldChg>
      <pc:sldChg chg="del">
        <pc:chgData name="ENRIQUE CID CALERO" userId="250a809f-86cf-4f81-8627-213fad841b73" providerId="ADAL" clId="{250F537B-0965-42EF-8253-1DA12A860249}" dt="2025-11-12T14:18:32.359" v="35" actId="47"/>
        <pc:sldMkLst>
          <pc:docMk/>
          <pc:sldMk cId="3026612716" sldId="600"/>
        </pc:sldMkLst>
      </pc:sldChg>
      <pc:sldChg chg="del">
        <pc:chgData name="ENRIQUE CID CALERO" userId="250a809f-86cf-4f81-8627-213fad841b73" providerId="ADAL" clId="{250F537B-0965-42EF-8253-1DA12A860249}" dt="2025-11-12T14:18:31.459" v="34" actId="47"/>
        <pc:sldMkLst>
          <pc:docMk/>
          <pc:sldMk cId="2127837713" sldId="601"/>
        </pc:sldMkLst>
      </pc:sldChg>
      <pc:sldChg chg="del">
        <pc:chgData name="ENRIQUE CID CALERO" userId="250a809f-86cf-4f81-8627-213fad841b73" providerId="ADAL" clId="{250F537B-0965-42EF-8253-1DA12A860249}" dt="2025-11-12T14:18:27.489" v="31" actId="47"/>
        <pc:sldMkLst>
          <pc:docMk/>
          <pc:sldMk cId="3388341731" sldId="603"/>
        </pc:sldMkLst>
      </pc:sldChg>
      <pc:sldChg chg="addSp modSp mod">
        <pc:chgData name="ENRIQUE CID CALERO" userId="250a809f-86cf-4f81-8627-213fad841b73" providerId="ADAL" clId="{250F537B-0965-42EF-8253-1DA12A860249}" dt="2025-11-12T14:14:41.339" v="24" actId="1076"/>
        <pc:sldMkLst>
          <pc:docMk/>
          <pc:sldMk cId="2549225264" sldId="612"/>
        </pc:sldMkLst>
        <pc:spChg chg="mod">
          <ac:chgData name="ENRIQUE CID CALERO" userId="250a809f-86cf-4f81-8627-213fad841b73" providerId="ADAL" clId="{250F537B-0965-42EF-8253-1DA12A860249}" dt="2025-11-12T14:14:02.902" v="17" actId="20577"/>
          <ac:spMkLst>
            <pc:docMk/>
            <pc:sldMk cId="2549225264" sldId="612"/>
            <ac:spMk id="2" creationId="{B2726960-185F-95D2-DEB6-9383B8EFA364}"/>
          </ac:spMkLst>
        </pc:spChg>
        <pc:spChg chg="add mod">
          <ac:chgData name="ENRIQUE CID CALERO" userId="250a809f-86cf-4f81-8627-213fad841b73" providerId="ADAL" clId="{250F537B-0965-42EF-8253-1DA12A860249}" dt="2025-11-12T14:14:38.624" v="23" actId="1076"/>
          <ac:spMkLst>
            <pc:docMk/>
            <pc:sldMk cId="2549225264" sldId="612"/>
            <ac:spMk id="4" creationId="{9F042C7C-094D-24DF-EC16-14AE8234C219}"/>
          </ac:spMkLst>
        </pc:spChg>
        <pc:spChg chg="mod">
          <ac:chgData name="ENRIQUE CID CALERO" userId="250a809f-86cf-4f81-8627-213fad841b73" providerId="ADAL" clId="{250F537B-0965-42EF-8253-1DA12A860249}" dt="2025-11-12T14:14:41.339" v="24" actId="1076"/>
          <ac:spMkLst>
            <pc:docMk/>
            <pc:sldMk cId="2549225264" sldId="612"/>
            <ac:spMk id="19" creationId="{6AFDA5D2-C9AB-93A5-73D0-9582B9A3BC80}"/>
          </ac:spMkLst>
        </pc:spChg>
      </pc:sldChg>
      <pc:sldChg chg="del">
        <pc:chgData name="ENRIQUE CID CALERO" userId="250a809f-86cf-4f81-8627-213fad841b73" providerId="ADAL" clId="{250F537B-0965-42EF-8253-1DA12A860249}" dt="2025-11-12T14:18:25.140" v="30" actId="47"/>
        <pc:sldMkLst>
          <pc:docMk/>
          <pc:sldMk cId="428723561" sldId="614"/>
        </pc:sldMkLst>
      </pc:sldChg>
      <pc:sldChg chg="del">
        <pc:chgData name="ENRIQUE CID CALERO" userId="250a809f-86cf-4f81-8627-213fad841b73" providerId="ADAL" clId="{250F537B-0965-42EF-8253-1DA12A860249}" dt="2025-11-12T14:18:30.376" v="33" actId="47"/>
        <pc:sldMkLst>
          <pc:docMk/>
          <pc:sldMk cId="3215803653" sldId="615"/>
        </pc:sldMkLst>
      </pc:sldChg>
      <pc:sldChg chg="add">
        <pc:chgData name="ENRIQUE CID CALERO" userId="250a809f-86cf-4f81-8627-213fad841b73" providerId="ADAL" clId="{250F537B-0965-42EF-8253-1DA12A860249}" dt="2025-11-12T14:16:30.412" v="25"/>
        <pc:sldMkLst>
          <pc:docMk/>
          <pc:sldMk cId="3196316220" sldId="621"/>
        </pc:sldMkLst>
      </pc:sldChg>
      <pc:sldMasterChg chg="modSldLayout">
        <pc:chgData name="ENRIQUE CID CALERO" userId="250a809f-86cf-4f81-8627-213fad841b73" providerId="ADAL" clId="{250F537B-0965-42EF-8253-1DA12A860249}" dt="2025-11-12T14:26:56.244" v="39" actId="1076"/>
        <pc:sldMasterMkLst>
          <pc:docMk/>
          <pc:sldMasterMk cId="1637402651" sldId="2147483648"/>
        </pc:sldMasterMkLst>
        <pc:sldLayoutChg chg="modSp mod">
          <pc:chgData name="ENRIQUE CID CALERO" userId="250a809f-86cf-4f81-8627-213fad841b73" providerId="ADAL" clId="{250F537B-0965-42EF-8253-1DA12A860249}" dt="2025-11-12T14:26:56.244" v="39" actId="1076"/>
          <pc:sldLayoutMkLst>
            <pc:docMk/>
            <pc:sldMasterMk cId="1637402651" sldId="2147483648"/>
            <pc:sldLayoutMk cId="1519939843" sldId="2147483661"/>
          </pc:sldLayoutMkLst>
          <pc:picChg chg="mod">
            <ac:chgData name="ENRIQUE CID CALERO" userId="250a809f-86cf-4f81-8627-213fad841b73" providerId="ADAL" clId="{250F537B-0965-42EF-8253-1DA12A860249}" dt="2025-11-12T14:26:55.702" v="38" actId="1076"/>
            <ac:picMkLst>
              <pc:docMk/>
              <pc:sldMasterMk cId="1637402651" sldId="2147483648"/>
              <pc:sldLayoutMk cId="1519939843" sldId="2147483661"/>
              <ac:picMk id="3" creationId="{FEE29F98-8E23-75F6-D35F-F7A1800665E2}"/>
            </ac:picMkLst>
          </pc:picChg>
          <pc:picChg chg="mod">
            <ac:chgData name="ENRIQUE CID CALERO" userId="250a809f-86cf-4f81-8627-213fad841b73" providerId="ADAL" clId="{250F537B-0965-42EF-8253-1DA12A860249}" dt="2025-11-12T14:26:56.244" v="39" actId="1076"/>
            <ac:picMkLst>
              <pc:docMk/>
              <pc:sldMasterMk cId="1637402651" sldId="2147483648"/>
              <pc:sldLayoutMk cId="1519939843" sldId="2147483661"/>
              <ac:picMk id="15" creationId="{2BD4003A-659A-26DB-291B-C59535A3352C}"/>
            </ac:picMkLst>
          </pc:picChg>
        </pc:sldLayoutChg>
      </pc:sldMasterChg>
    </pc:docChg>
  </pc:docChgLst>
  <pc:docChgLst>
    <pc:chgData name="EDUARDO CASTRO FERNANDEZ" userId="148d4078-749a-4237-9bf2-df66836e32aa" providerId="ADAL" clId="{D82D9FE5-075D-4F5C-A074-0C1CF09868CB}"/>
    <pc:docChg chg="undo redo custSel addSld delSld modSld">
      <pc:chgData name="EDUARDO CASTRO FERNANDEZ" userId="148d4078-749a-4237-9bf2-df66836e32aa" providerId="ADAL" clId="{D82D9FE5-075D-4F5C-A074-0C1CF09868CB}" dt="2025-06-30T07:48:56.267" v="2729" actId="20577"/>
      <pc:docMkLst>
        <pc:docMk/>
      </pc:docMkLst>
      <pc:sldChg chg="modSp mod">
        <pc:chgData name="EDUARDO CASTRO FERNANDEZ" userId="148d4078-749a-4237-9bf2-df66836e32aa" providerId="ADAL" clId="{D82D9FE5-075D-4F5C-A074-0C1CF09868CB}" dt="2025-06-06T12:17:43.269" v="1018" actId="113"/>
        <pc:sldMkLst>
          <pc:docMk/>
          <pc:sldMk cId="3341645118" sldId="561"/>
        </pc:sldMkLst>
      </pc:sldChg>
      <pc:sldChg chg="addSp delSp modSp del mod">
        <pc:chgData name="EDUARDO CASTRO FERNANDEZ" userId="148d4078-749a-4237-9bf2-df66836e32aa" providerId="ADAL" clId="{D82D9FE5-075D-4F5C-A074-0C1CF09868CB}" dt="2025-06-30T07:46:30.537" v="2614" actId="47"/>
        <pc:sldMkLst>
          <pc:docMk/>
          <pc:sldMk cId="2182021421" sldId="565"/>
        </pc:sldMkLst>
      </pc:sldChg>
      <pc:sldChg chg="addSp modSp add mod">
        <pc:chgData name="EDUARDO CASTRO FERNANDEZ" userId="148d4078-749a-4237-9bf2-df66836e32aa" providerId="ADAL" clId="{D82D9FE5-075D-4F5C-A074-0C1CF09868CB}" dt="2025-06-30T07:48:56.267" v="2729" actId="20577"/>
        <pc:sldMkLst>
          <pc:docMk/>
          <pc:sldMk cId="3773876621" sldId="592"/>
        </pc:sldMkLst>
      </pc:sldChg>
      <pc:sldChg chg="addSp delSp modSp mod">
        <pc:chgData name="EDUARDO CASTRO FERNANDEZ" userId="148d4078-749a-4237-9bf2-df66836e32aa" providerId="ADAL" clId="{D82D9FE5-075D-4F5C-A074-0C1CF09868CB}" dt="2025-06-05T14:25:54.891" v="869"/>
        <pc:sldMkLst>
          <pc:docMk/>
          <pc:sldMk cId="830435724" sldId="594"/>
        </pc:sldMkLst>
      </pc:sldChg>
      <pc:sldChg chg="addSp delSp modSp mod">
        <pc:chgData name="EDUARDO CASTRO FERNANDEZ" userId="148d4078-749a-4237-9bf2-df66836e32aa" providerId="ADAL" clId="{D82D9FE5-075D-4F5C-A074-0C1CF09868CB}" dt="2025-06-04T13:55:11.309" v="16" actId="1076"/>
        <pc:sldMkLst>
          <pc:docMk/>
          <pc:sldMk cId="2100165612" sldId="595"/>
        </pc:sldMkLst>
      </pc:sldChg>
      <pc:sldChg chg="addSp delSp modSp mod">
        <pc:chgData name="EDUARDO CASTRO FERNANDEZ" userId="148d4078-749a-4237-9bf2-df66836e32aa" providerId="ADAL" clId="{D82D9FE5-075D-4F5C-A074-0C1CF09868CB}" dt="2025-06-05T09:46:49.853" v="551" actId="27918"/>
        <pc:sldMkLst>
          <pc:docMk/>
          <pc:sldMk cId="3797529826" sldId="597"/>
        </pc:sldMkLst>
      </pc:sldChg>
      <pc:sldChg chg="addSp delSp modSp mod">
        <pc:chgData name="EDUARDO CASTRO FERNANDEZ" userId="148d4078-749a-4237-9bf2-df66836e32aa" providerId="ADAL" clId="{D82D9FE5-075D-4F5C-A074-0C1CF09868CB}" dt="2025-06-05T08:53:56.981" v="316"/>
        <pc:sldMkLst>
          <pc:docMk/>
          <pc:sldMk cId="1954524506" sldId="599"/>
        </pc:sldMkLst>
      </pc:sldChg>
      <pc:sldChg chg="addSp delSp modSp mod">
        <pc:chgData name="EDUARDO CASTRO FERNANDEZ" userId="148d4078-749a-4237-9bf2-df66836e32aa" providerId="ADAL" clId="{D82D9FE5-075D-4F5C-A074-0C1CF09868CB}" dt="2025-06-05T14:26:07.066" v="871"/>
        <pc:sldMkLst>
          <pc:docMk/>
          <pc:sldMk cId="3026612716" sldId="600"/>
        </pc:sldMkLst>
      </pc:sldChg>
      <pc:sldChg chg="addSp delSp modSp mod">
        <pc:chgData name="EDUARDO CASTRO FERNANDEZ" userId="148d4078-749a-4237-9bf2-df66836e32aa" providerId="ADAL" clId="{D82D9FE5-075D-4F5C-A074-0C1CF09868CB}" dt="2025-06-04T13:57:46.501" v="38" actId="1038"/>
        <pc:sldMkLst>
          <pc:docMk/>
          <pc:sldMk cId="2127837713" sldId="601"/>
        </pc:sldMkLst>
      </pc:sldChg>
      <pc:sldChg chg="addSp delSp modSp mod">
        <pc:chgData name="EDUARDO CASTRO FERNANDEZ" userId="148d4078-749a-4237-9bf2-df66836e32aa" providerId="ADAL" clId="{D82D9FE5-075D-4F5C-A074-0C1CF09868CB}" dt="2025-06-05T10:06:21.312" v="862" actId="1076"/>
        <pc:sldMkLst>
          <pc:docMk/>
          <pc:sldMk cId="3990248765" sldId="602"/>
        </pc:sldMkLst>
      </pc:sldChg>
      <pc:sldChg chg="addSp delSp modSp">
        <pc:chgData name="EDUARDO CASTRO FERNANDEZ" userId="148d4078-749a-4237-9bf2-df66836e32aa" providerId="ADAL" clId="{D82D9FE5-075D-4F5C-A074-0C1CF09868CB}" dt="2025-06-05T14:25:46.027" v="867"/>
        <pc:sldMkLst>
          <pc:docMk/>
          <pc:sldMk cId="3388341731" sldId="603"/>
        </pc:sldMkLst>
      </pc:sldChg>
      <pc:sldChg chg="addSp delSp modSp mod">
        <pc:chgData name="EDUARDO CASTRO FERNANDEZ" userId="148d4078-749a-4237-9bf2-df66836e32aa" providerId="ADAL" clId="{D82D9FE5-075D-4F5C-A074-0C1CF09868CB}" dt="2025-06-05T14:26:32.627" v="882"/>
        <pc:sldMkLst>
          <pc:docMk/>
          <pc:sldMk cId="4264199727" sldId="604"/>
        </pc:sldMkLst>
      </pc:sldChg>
      <pc:sldChg chg="addSp delSp modSp add mod">
        <pc:chgData name="EDUARDO CASTRO FERNANDEZ" userId="148d4078-749a-4237-9bf2-df66836e32aa" providerId="ADAL" clId="{D82D9FE5-075D-4F5C-A074-0C1CF09868CB}" dt="2025-06-11T16:09:40.042" v="2575" actId="1076"/>
        <pc:sldMkLst>
          <pc:docMk/>
          <pc:sldMk cId="61822508" sldId="610"/>
        </pc:sldMkLst>
      </pc:sldChg>
      <pc:sldChg chg="add">
        <pc:chgData name="EDUARDO CASTRO FERNANDEZ" userId="148d4078-749a-4237-9bf2-df66836e32aa" providerId="ADAL" clId="{D82D9FE5-075D-4F5C-A074-0C1CF09868CB}" dt="2025-06-30T07:44:12.613" v="2576"/>
        <pc:sldMkLst>
          <pc:docMk/>
          <pc:sldMk cId="618688654" sldId="619"/>
        </pc:sldMkLst>
      </pc:sldChg>
    </pc:docChg>
  </pc:docChgLst>
  <pc:docChgLst>
    <pc:chgData name="EDUARDO CASTRO FERNANDEZ" userId="148d4078-749a-4237-9bf2-df66836e32aa" providerId="ADAL" clId="{1F9943AA-0875-4404-A10E-ADC4396116F0}"/>
    <pc:docChg chg="modSld">
      <pc:chgData name="EDUARDO CASTRO FERNANDEZ" userId="148d4078-749a-4237-9bf2-df66836e32aa" providerId="ADAL" clId="{1F9943AA-0875-4404-A10E-ADC4396116F0}" dt="2025-10-24T10:47:18.665" v="15"/>
      <pc:docMkLst>
        <pc:docMk/>
      </pc:docMkLst>
      <pc:sldChg chg="modSp mod">
        <pc:chgData name="EDUARDO CASTRO FERNANDEZ" userId="148d4078-749a-4237-9bf2-df66836e32aa" providerId="ADAL" clId="{1F9943AA-0875-4404-A10E-ADC4396116F0}" dt="2025-10-24T10:47:18.665" v="15"/>
        <pc:sldMkLst>
          <pc:docMk/>
          <pc:sldMk cId="4264199727" sldId="604"/>
        </pc:sldMkLst>
        <pc:spChg chg="mod">
          <ac:chgData name="EDUARDO CASTRO FERNANDEZ" userId="148d4078-749a-4237-9bf2-df66836e32aa" providerId="ADAL" clId="{1F9943AA-0875-4404-A10E-ADC4396116F0}" dt="2025-10-24T10:47:15.665" v="14" actId="20577"/>
          <ac:spMkLst>
            <pc:docMk/>
            <pc:sldMk cId="4264199727" sldId="604"/>
            <ac:spMk id="37" creationId="{1E1BDB59-B42B-09DA-9335-61DB4003A82E}"/>
          </ac:spMkLst>
        </pc:spChg>
        <pc:spChg chg="mod">
          <ac:chgData name="EDUARDO CASTRO FERNANDEZ" userId="148d4078-749a-4237-9bf2-df66836e32aa" providerId="ADAL" clId="{1F9943AA-0875-4404-A10E-ADC4396116F0}" dt="2025-10-24T10:47:18.665" v="15"/>
          <ac:spMkLst>
            <pc:docMk/>
            <pc:sldMk cId="4264199727" sldId="604"/>
            <ac:spMk id="46" creationId="{25A9C445-BBE1-D283-E88F-400362333006}"/>
          </ac:spMkLst>
        </pc:spChg>
      </pc:sldChg>
    </pc:docChg>
  </pc:docChgLst>
  <pc:docChgLst>
    <pc:chgData name="ENRIQUE CID CALERO" userId="250a809f-86cf-4f81-8627-213fad841b73" providerId="ADAL" clId="{79100BCA-4626-400A-86ED-BBBE68F95A49}"/>
    <pc:docChg chg="undo redo custSel addSld delSld modSld sldOrd addMainMaster modMainMaster">
      <pc:chgData name="ENRIQUE CID CALERO" userId="250a809f-86cf-4f81-8627-213fad841b73" providerId="ADAL" clId="{79100BCA-4626-400A-86ED-BBBE68F95A49}" dt="2025-06-13T09:40:37.390" v="9317" actId="114"/>
      <pc:docMkLst>
        <pc:docMk/>
      </pc:docMkLst>
      <pc:sldChg chg="delSp new del mod">
        <pc:chgData name="ENRIQUE CID CALERO" userId="250a809f-86cf-4f81-8627-213fad841b73" providerId="ADAL" clId="{79100BCA-4626-400A-86ED-BBBE68F95A49}" dt="2025-06-04T09:52:15.506" v="4" actId="47"/>
        <pc:sldMkLst>
          <pc:docMk/>
          <pc:sldMk cId="2557468225" sldId="256"/>
        </pc:sldMkLst>
      </pc:sldChg>
      <pc:sldChg chg="modSp add mod modNotesTx">
        <pc:chgData name="ENRIQUE CID CALERO" userId="250a809f-86cf-4f81-8627-213fad841b73" providerId="ADAL" clId="{79100BCA-4626-400A-86ED-BBBE68F95A49}" dt="2025-06-09T15:45:22.909" v="5876" actId="34807"/>
        <pc:sldMkLst>
          <pc:docMk/>
          <pc:sldMk cId="1935812511" sldId="523"/>
        </pc:sldMkLst>
      </pc:sldChg>
      <pc:sldChg chg="modSp add del mod">
        <pc:chgData name="ENRIQUE CID CALERO" userId="250a809f-86cf-4f81-8627-213fad841b73" providerId="ADAL" clId="{79100BCA-4626-400A-86ED-BBBE68F95A49}" dt="2025-06-09T10:15:52.339" v="5417" actId="47"/>
        <pc:sldMkLst>
          <pc:docMk/>
          <pc:sldMk cId="982871604" sldId="539"/>
        </pc:sldMkLst>
      </pc:sldChg>
      <pc:sldChg chg="modSp add del mod">
        <pc:chgData name="ENRIQUE CID CALERO" userId="250a809f-86cf-4f81-8627-213fad841b73" providerId="ADAL" clId="{79100BCA-4626-400A-86ED-BBBE68F95A49}" dt="2025-06-04T11:12:58.334" v="362" actId="47"/>
        <pc:sldMkLst>
          <pc:docMk/>
          <pc:sldMk cId="479939013" sldId="557"/>
        </pc:sldMkLst>
      </pc:sldChg>
      <pc:sldChg chg="add del">
        <pc:chgData name="ENRIQUE CID CALERO" userId="250a809f-86cf-4f81-8627-213fad841b73" providerId="ADAL" clId="{79100BCA-4626-400A-86ED-BBBE68F95A49}" dt="2025-06-04T11:12:56.558" v="361" actId="47"/>
        <pc:sldMkLst>
          <pc:docMk/>
          <pc:sldMk cId="364256577" sldId="560"/>
        </pc:sldMkLst>
      </pc:sldChg>
      <pc:sldChg chg="addSp delSp modSp add del mod ord modShow">
        <pc:chgData name="ENRIQUE CID CALERO" userId="250a809f-86cf-4f81-8627-213fad841b73" providerId="ADAL" clId="{79100BCA-4626-400A-86ED-BBBE68F95A49}" dt="2025-06-09T10:22:53.618" v="5543" actId="47"/>
        <pc:sldMkLst>
          <pc:docMk/>
          <pc:sldMk cId="3341645118" sldId="561"/>
        </pc:sldMkLst>
      </pc:sldChg>
      <pc:sldChg chg="modSp add mod modNotesTx">
        <pc:chgData name="ENRIQUE CID CALERO" userId="250a809f-86cf-4f81-8627-213fad841b73" providerId="ADAL" clId="{79100BCA-4626-400A-86ED-BBBE68F95A49}" dt="2025-06-09T15:45:22.909" v="5876" actId="34807"/>
        <pc:sldMkLst>
          <pc:docMk/>
          <pc:sldMk cId="2182021421" sldId="565"/>
        </pc:sldMkLst>
      </pc:sldChg>
      <pc:sldChg chg="modSp add del mod">
        <pc:chgData name="ENRIQUE CID CALERO" userId="250a809f-86cf-4f81-8627-213fad841b73" providerId="ADAL" clId="{79100BCA-4626-400A-86ED-BBBE68F95A49}" dt="2025-06-06T09:42:41.180" v="3268" actId="47"/>
        <pc:sldMkLst>
          <pc:docMk/>
          <pc:sldMk cId="2886765054" sldId="593"/>
        </pc:sldMkLst>
      </pc:sldChg>
      <pc:sldChg chg="addSp delSp modSp add mod modShow modNotesTx">
        <pc:chgData name="ENRIQUE CID CALERO" userId="250a809f-86cf-4f81-8627-213fad841b73" providerId="ADAL" clId="{79100BCA-4626-400A-86ED-BBBE68F95A49}" dt="2025-06-13T06:53:27.382" v="7248" actId="729"/>
        <pc:sldMkLst>
          <pc:docMk/>
          <pc:sldMk cId="830435724" sldId="594"/>
        </pc:sldMkLst>
      </pc:sldChg>
      <pc:sldChg chg="delSp new del mod modClrScheme chgLayout">
        <pc:chgData name="ENRIQUE CID CALERO" userId="250a809f-86cf-4f81-8627-213fad841b73" providerId="ADAL" clId="{79100BCA-4626-400A-86ED-BBBE68F95A49}" dt="2025-06-04T11:07:56.895" v="270" actId="47"/>
        <pc:sldMkLst>
          <pc:docMk/>
          <pc:sldMk cId="1307994034" sldId="594"/>
        </pc:sldMkLst>
      </pc:sldChg>
      <pc:sldChg chg="new del">
        <pc:chgData name="ENRIQUE CID CALERO" userId="250a809f-86cf-4f81-8627-213fad841b73" providerId="ADAL" clId="{79100BCA-4626-400A-86ED-BBBE68F95A49}" dt="2025-06-04T11:07:27.170" v="267" actId="47"/>
        <pc:sldMkLst>
          <pc:docMk/>
          <pc:sldMk cId="2288226067" sldId="594"/>
        </pc:sldMkLst>
      </pc:sldChg>
      <pc:sldChg chg="modSp add del mod">
        <pc:chgData name="ENRIQUE CID CALERO" userId="250a809f-86cf-4f81-8627-213fad841b73" providerId="ADAL" clId="{79100BCA-4626-400A-86ED-BBBE68F95A49}" dt="2025-06-04T14:45:31.940" v="2526" actId="47"/>
        <pc:sldMkLst>
          <pc:docMk/>
          <pc:sldMk cId="2100165612" sldId="595"/>
        </pc:sldMkLst>
      </pc:sldChg>
      <pc:sldChg chg="addSp delSp modSp add del mod">
        <pc:chgData name="ENRIQUE CID CALERO" userId="250a809f-86cf-4f81-8627-213fad841b73" providerId="ADAL" clId="{79100BCA-4626-400A-86ED-BBBE68F95A49}" dt="2025-06-04T13:56:40.914" v="2002" actId="47"/>
        <pc:sldMkLst>
          <pc:docMk/>
          <pc:sldMk cId="3894957219" sldId="596"/>
        </pc:sldMkLst>
      </pc:sldChg>
      <pc:sldChg chg="addSp delSp modSp add mod ord modNotesTx">
        <pc:chgData name="ENRIQUE CID CALERO" userId="250a809f-86cf-4f81-8627-213fad841b73" providerId="ADAL" clId="{79100BCA-4626-400A-86ED-BBBE68F95A49}" dt="2025-06-09T15:45:22.909" v="5876" actId="34807"/>
        <pc:sldMkLst>
          <pc:docMk/>
          <pc:sldMk cId="3797529826" sldId="597"/>
        </pc:sldMkLst>
      </pc:sldChg>
      <pc:sldChg chg="modSp add del mod">
        <pc:chgData name="ENRIQUE CID CALERO" userId="250a809f-86cf-4f81-8627-213fad841b73" providerId="ADAL" clId="{79100BCA-4626-400A-86ED-BBBE68F95A49}" dt="2025-06-04T11:48:51.871" v="1700" actId="47"/>
        <pc:sldMkLst>
          <pc:docMk/>
          <pc:sldMk cId="2850800909" sldId="598"/>
        </pc:sldMkLst>
      </pc:sldChg>
      <pc:sldChg chg="addSp delSp modSp add mod modNotesTx">
        <pc:chgData name="ENRIQUE CID CALERO" userId="250a809f-86cf-4f81-8627-213fad841b73" providerId="ADAL" clId="{79100BCA-4626-400A-86ED-BBBE68F95A49}" dt="2025-06-09T15:45:22.909" v="5876" actId="34807"/>
        <pc:sldMkLst>
          <pc:docMk/>
          <pc:sldMk cId="1954524506" sldId="599"/>
        </pc:sldMkLst>
      </pc:sldChg>
      <pc:sldChg chg="addSp delSp modSp add mod modNotesTx">
        <pc:chgData name="ENRIQUE CID CALERO" userId="250a809f-86cf-4f81-8627-213fad841b73" providerId="ADAL" clId="{79100BCA-4626-400A-86ED-BBBE68F95A49}" dt="2025-06-09T15:45:22.909" v="5876" actId="34807"/>
        <pc:sldMkLst>
          <pc:docMk/>
          <pc:sldMk cId="3026612716" sldId="600"/>
        </pc:sldMkLst>
      </pc:sldChg>
      <pc:sldChg chg="addSp delSp modSp add mod modShow modNotesTx">
        <pc:chgData name="ENRIQUE CID CALERO" userId="250a809f-86cf-4f81-8627-213fad841b73" providerId="ADAL" clId="{79100BCA-4626-400A-86ED-BBBE68F95A49}" dt="2025-06-13T06:53:46.336" v="7251" actId="729"/>
        <pc:sldMkLst>
          <pc:docMk/>
          <pc:sldMk cId="2127837713" sldId="601"/>
        </pc:sldMkLst>
      </pc:sldChg>
      <pc:sldChg chg="addSp delSp modSp add mod modNotesTx">
        <pc:chgData name="ENRIQUE CID CALERO" userId="250a809f-86cf-4f81-8627-213fad841b73" providerId="ADAL" clId="{79100BCA-4626-400A-86ED-BBBE68F95A49}" dt="2025-06-09T15:45:22.909" v="5876" actId="34807"/>
        <pc:sldMkLst>
          <pc:docMk/>
          <pc:sldMk cId="3990248765" sldId="602"/>
        </pc:sldMkLst>
      </pc:sldChg>
      <pc:sldChg chg="delSp modSp add mod modShow modNotesTx">
        <pc:chgData name="ENRIQUE CID CALERO" userId="250a809f-86cf-4f81-8627-213fad841b73" providerId="ADAL" clId="{79100BCA-4626-400A-86ED-BBBE68F95A49}" dt="2025-06-13T06:53:36.263" v="7249" actId="729"/>
        <pc:sldMkLst>
          <pc:docMk/>
          <pc:sldMk cId="3388341731" sldId="603"/>
        </pc:sldMkLst>
      </pc:sldChg>
      <pc:sldChg chg="addSp delSp modSp add mod modNotesTx">
        <pc:chgData name="ENRIQUE CID CALERO" userId="250a809f-86cf-4f81-8627-213fad841b73" providerId="ADAL" clId="{79100BCA-4626-400A-86ED-BBBE68F95A49}" dt="2025-06-09T15:45:22.909" v="5876" actId="34807"/>
        <pc:sldMkLst>
          <pc:docMk/>
          <pc:sldMk cId="4264199727" sldId="604"/>
        </pc:sldMkLst>
      </pc:sldChg>
      <pc:sldChg chg="add del mod ord modShow">
        <pc:chgData name="ENRIQUE CID CALERO" userId="250a809f-86cf-4f81-8627-213fad841b73" providerId="ADAL" clId="{79100BCA-4626-400A-86ED-BBBE68F95A49}" dt="2025-06-09T10:22:52.591" v="5542" actId="47"/>
        <pc:sldMkLst>
          <pc:docMk/>
          <pc:sldMk cId="259792606" sldId="605"/>
        </pc:sldMkLst>
      </pc:sldChg>
      <pc:sldChg chg="new del">
        <pc:chgData name="ENRIQUE CID CALERO" userId="250a809f-86cf-4f81-8627-213fad841b73" providerId="ADAL" clId="{79100BCA-4626-400A-86ED-BBBE68F95A49}" dt="2025-06-09T10:00:59.545" v="5384" actId="47"/>
        <pc:sldMkLst>
          <pc:docMk/>
          <pc:sldMk cId="2252799106" sldId="606"/>
        </pc:sldMkLst>
      </pc:sldChg>
      <pc:sldChg chg="addSp modSp add mod ord modNotesTx">
        <pc:chgData name="ENRIQUE CID CALERO" userId="250a809f-86cf-4f81-8627-213fad841b73" providerId="ADAL" clId="{79100BCA-4626-400A-86ED-BBBE68F95A49}" dt="2025-06-09T15:45:22.909" v="5876" actId="34807"/>
        <pc:sldMkLst>
          <pc:docMk/>
          <pc:sldMk cId="2067431717" sldId="607"/>
        </pc:sldMkLst>
      </pc:sldChg>
      <pc:sldChg chg="new del">
        <pc:chgData name="ENRIQUE CID CALERO" userId="250a809f-86cf-4f81-8627-213fad841b73" providerId="ADAL" clId="{79100BCA-4626-400A-86ED-BBBE68F95A49}" dt="2025-06-09T09:52:06.322" v="5253" actId="47"/>
        <pc:sldMkLst>
          <pc:docMk/>
          <pc:sldMk cId="3299981078" sldId="608"/>
        </pc:sldMkLst>
      </pc:sldChg>
      <pc:sldChg chg="addSp delSp modSp add mod modNotesTx">
        <pc:chgData name="ENRIQUE CID CALERO" userId="250a809f-86cf-4f81-8627-213fad841b73" providerId="ADAL" clId="{79100BCA-4626-400A-86ED-BBBE68F95A49}" dt="2025-06-13T06:59:06.452" v="7302" actId="1076"/>
        <pc:sldMkLst>
          <pc:docMk/>
          <pc:sldMk cId="3828755581" sldId="609"/>
        </pc:sldMkLst>
      </pc:sldChg>
      <pc:sldChg chg="addSp delSp modSp mod">
        <pc:chgData name="ENRIQUE CID CALERO" userId="250a809f-86cf-4f81-8627-213fad841b73" providerId="ADAL" clId="{79100BCA-4626-400A-86ED-BBBE68F95A49}" dt="2025-06-13T06:55:19.189" v="7259" actId="255"/>
        <pc:sldMkLst>
          <pc:docMk/>
          <pc:sldMk cId="61822508" sldId="610"/>
        </pc:sldMkLst>
      </pc:sldChg>
      <pc:sldChg chg="addSp delSp modSp add mod">
        <pc:chgData name="ENRIQUE CID CALERO" userId="250a809f-86cf-4f81-8627-213fad841b73" providerId="ADAL" clId="{79100BCA-4626-400A-86ED-BBBE68F95A49}" dt="2025-06-13T09:40:37.390" v="9317" actId="114"/>
        <pc:sldMkLst>
          <pc:docMk/>
          <pc:sldMk cId="2580385334" sldId="611"/>
        </pc:sldMkLst>
      </pc:sldChg>
      <pc:sldChg chg="add">
        <pc:chgData name="ENRIQUE CID CALERO" userId="250a809f-86cf-4f81-8627-213fad841b73" providerId="ADAL" clId="{79100BCA-4626-400A-86ED-BBBE68F95A49}" dt="2025-06-13T06:53:13.252" v="7246"/>
        <pc:sldMkLst>
          <pc:docMk/>
          <pc:sldMk cId="2549225264" sldId="612"/>
        </pc:sldMkLst>
      </pc:sldChg>
      <pc:sldChg chg="add">
        <pc:chgData name="ENRIQUE CID CALERO" userId="250a809f-86cf-4f81-8627-213fad841b73" providerId="ADAL" clId="{79100BCA-4626-400A-86ED-BBBE68F95A49}" dt="2025-06-13T06:53:23.309" v="7247"/>
        <pc:sldMkLst>
          <pc:docMk/>
          <pc:sldMk cId="1612254331" sldId="613"/>
        </pc:sldMkLst>
      </pc:sldChg>
      <pc:sldChg chg="add">
        <pc:chgData name="ENRIQUE CID CALERO" userId="250a809f-86cf-4f81-8627-213fad841b73" providerId="ADAL" clId="{79100BCA-4626-400A-86ED-BBBE68F95A49}" dt="2025-06-13T06:53:41.949" v="7250"/>
        <pc:sldMkLst>
          <pc:docMk/>
          <pc:sldMk cId="428723561" sldId="614"/>
        </pc:sldMkLst>
      </pc:sldChg>
      <pc:sldChg chg="add ord">
        <pc:chgData name="ENRIQUE CID CALERO" userId="250a809f-86cf-4f81-8627-213fad841b73" providerId="ADAL" clId="{79100BCA-4626-400A-86ED-BBBE68F95A49}" dt="2025-06-13T06:54:08.350" v="7254"/>
        <pc:sldMkLst>
          <pc:docMk/>
          <pc:sldMk cId="3215803653" sldId="615"/>
        </pc:sldMkLst>
      </pc:sldChg>
      <pc:sldChg chg="add del">
        <pc:chgData name="ENRIQUE CID CALERO" userId="250a809f-86cf-4f81-8627-213fad841b73" providerId="ADAL" clId="{79100BCA-4626-400A-86ED-BBBE68F95A49}" dt="2025-06-13T06:54:37.386" v="7256"/>
        <pc:sldMkLst>
          <pc:docMk/>
          <pc:sldMk cId="87077724" sldId="616"/>
        </pc:sldMkLst>
      </pc:sldChg>
      <pc:sldChg chg="add">
        <pc:chgData name="ENRIQUE CID CALERO" userId="250a809f-86cf-4f81-8627-213fad841b73" providerId="ADAL" clId="{79100BCA-4626-400A-86ED-BBBE68F95A49}" dt="2025-06-13T06:54:45.120" v="7257"/>
        <pc:sldMkLst>
          <pc:docMk/>
          <pc:sldMk cId="2645954693" sldId="616"/>
        </pc:sldMkLst>
      </pc:sldChg>
      <pc:sldChg chg="add del">
        <pc:chgData name="ENRIQUE CID CALERO" userId="250a809f-86cf-4f81-8627-213fad841b73" providerId="ADAL" clId="{79100BCA-4626-400A-86ED-BBBE68F95A49}" dt="2025-06-13T06:54:37.386" v="7256"/>
        <pc:sldMkLst>
          <pc:docMk/>
          <pc:sldMk cId="1190867803" sldId="617"/>
        </pc:sldMkLst>
      </pc:sldChg>
      <pc:sldChg chg="add">
        <pc:chgData name="ENRIQUE CID CALERO" userId="250a809f-86cf-4f81-8627-213fad841b73" providerId="ADAL" clId="{79100BCA-4626-400A-86ED-BBBE68F95A49}" dt="2025-06-13T06:54:45.120" v="7257"/>
        <pc:sldMkLst>
          <pc:docMk/>
          <pc:sldMk cId="3366144706" sldId="617"/>
        </pc:sldMkLst>
      </pc:sldChg>
      <pc:sldChg chg="delSp modSp add mod">
        <pc:chgData name="ENRIQUE CID CALERO" userId="250a809f-86cf-4f81-8627-213fad841b73" providerId="ADAL" clId="{79100BCA-4626-400A-86ED-BBBE68F95A49}" dt="2025-06-13T09:39:00.454" v="9295" actId="20577"/>
        <pc:sldMkLst>
          <pc:docMk/>
          <pc:sldMk cId="1620478897" sldId="618"/>
        </pc:sldMkLst>
      </pc:sldChg>
      <pc:sldChg chg="add del">
        <pc:chgData name="ENRIQUE CID CALERO" userId="250a809f-86cf-4f81-8627-213fad841b73" providerId="ADAL" clId="{79100BCA-4626-400A-86ED-BBBE68F95A49}" dt="2025-06-13T06:54:37.386" v="7256"/>
        <pc:sldMkLst>
          <pc:docMk/>
          <pc:sldMk cId="2466143453" sldId="618"/>
        </pc:sldMkLst>
      </pc:sldChg>
      <pc:sldChg chg="add del">
        <pc:chgData name="ENRIQUE CID CALERO" userId="250a809f-86cf-4f81-8627-213fad841b73" providerId="ADAL" clId="{79100BCA-4626-400A-86ED-BBBE68F95A49}" dt="2025-06-13T06:54:37.386" v="7256"/>
        <pc:sldMkLst>
          <pc:docMk/>
          <pc:sldMk cId="2645954693" sldId="619"/>
        </pc:sldMkLst>
      </pc:sldChg>
      <pc:sldChg chg="add del">
        <pc:chgData name="ENRIQUE CID CALERO" userId="250a809f-86cf-4f81-8627-213fad841b73" providerId="ADAL" clId="{79100BCA-4626-400A-86ED-BBBE68F95A49}" dt="2025-06-13T06:54:37.386" v="7256"/>
        <pc:sldMkLst>
          <pc:docMk/>
          <pc:sldMk cId="3366144706" sldId="620"/>
        </pc:sldMkLst>
      </pc:sldChg>
      <pc:sldMasterChg chg="delSldLayout">
        <pc:chgData name="ENRIQUE CID CALERO" userId="250a809f-86cf-4f81-8627-213fad841b73" providerId="ADAL" clId="{79100BCA-4626-400A-86ED-BBBE68F95A49}" dt="2025-06-09T10:22:53.618" v="5543" actId="47"/>
        <pc:sldMasterMkLst>
          <pc:docMk/>
          <pc:sldMasterMk cId="1637402651" sldId="2147483648"/>
        </pc:sldMasterMkLst>
        <pc:sldLayoutChg chg="del">
          <pc:chgData name="ENRIQUE CID CALERO" userId="250a809f-86cf-4f81-8627-213fad841b73" providerId="ADAL" clId="{79100BCA-4626-400A-86ED-BBBE68F95A49}" dt="2025-06-06T09:42:41.180" v="3268" actId="47"/>
          <pc:sldLayoutMkLst>
            <pc:docMk/>
            <pc:sldMasterMk cId="1637402651" sldId="2147483648"/>
            <pc:sldLayoutMk cId="891395219" sldId="2147483662"/>
          </pc:sldLayoutMkLst>
        </pc:sldLayoutChg>
        <pc:sldLayoutChg chg="del">
          <pc:chgData name="ENRIQUE CID CALERO" userId="250a809f-86cf-4f81-8627-213fad841b73" providerId="ADAL" clId="{79100BCA-4626-400A-86ED-BBBE68F95A49}" dt="2025-06-04T11:12:58.334" v="362" actId="47"/>
          <pc:sldLayoutMkLst>
            <pc:docMk/>
            <pc:sldMasterMk cId="1637402651" sldId="2147483648"/>
            <pc:sldLayoutMk cId="1260546709" sldId="2147483663"/>
          </pc:sldLayoutMkLst>
        </pc:sldLayoutChg>
        <pc:sldLayoutChg chg="del">
          <pc:chgData name="ENRIQUE CID CALERO" userId="250a809f-86cf-4f81-8627-213fad841b73" providerId="ADAL" clId="{79100BCA-4626-400A-86ED-BBBE68F95A49}" dt="2025-06-09T10:22:53.618" v="5543" actId="47"/>
          <pc:sldLayoutMkLst>
            <pc:docMk/>
            <pc:sldMasterMk cId="1637402651" sldId="2147483648"/>
            <pc:sldLayoutMk cId="102297071" sldId="2147483665"/>
          </pc:sldLayoutMkLst>
        </pc:sldLayoutChg>
        <pc:sldLayoutChg chg="del">
          <pc:chgData name="ENRIQUE CID CALERO" userId="250a809f-86cf-4f81-8627-213fad841b73" providerId="ADAL" clId="{79100BCA-4626-400A-86ED-BBBE68F95A49}" dt="2025-06-04T11:12:56.558" v="361" actId="47"/>
          <pc:sldLayoutMkLst>
            <pc:docMk/>
            <pc:sldMasterMk cId="1637402651" sldId="2147483648"/>
            <pc:sldLayoutMk cId="1991410198" sldId="2147483665"/>
          </pc:sldLayoutMkLst>
        </pc:sldLayoutChg>
      </pc:sldMasterChg>
      <pc:sldMasterChg chg="new mod addSldLayout">
        <pc:chgData name="ENRIQUE CID CALERO" userId="250a809f-86cf-4f81-8627-213fad841b73" providerId="ADAL" clId="{79100BCA-4626-400A-86ED-BBBE68F95A49}" dt="2025-06-09T09:51:53.784" v="5251" actId="6938"/>
        <pc:sldMasterMkLst>
          <pc:docMk/>
          <pc:sldMasterMk cId="2827489003" sldId="2147483666"/>
        </pc:sldMasterMkLst>
        <pc:sldLayoutChg chg="new replId">
          <pc:chgData name="ENRIQUE CID CALERO" userId="250a809f-86cf-4f81-8627-213fad841b73" providerId="ADAL" clId="{79100BCA-4626-400A-86ED-BBBE68F95A49}" dt="2025-06-09T09:51:53.784" v="5251" actId="6938"/>
          <pc:sldLayoutMkLst>
            <pc:docMk/>
            <pc:sldMasterMk cId="2827489003" sldId="2147483666"/>
            <pc:sldLayoutMk cId="1014817617" sldId="2147483667"/>
          </pc:sldLayoutMkLst>
        </pc:sldLayoutChg>
        <pc:sldLayoutChg chg="new replId">
          <pc:chgData name="ENRIQUE CID CALERO" userId="250a809f-86cf-4f81-8627-213fad841b73" providerId="ADAL" clId="{79100BCA-4626-400A-86ED-BBBE68F95A49}" dt="2025-06-09T09:51:53.784" v="5251" actId="6938"/>
          <pc:sldLayoutMkLst>
            <pc:docMk/>
            <pc:sldMasterMk cId="2827489003" sldId="2147483666"/>
            <pc:sldLayoutMk cId="1845958494" sldId="2147483668"/>
          </pc:sldLayoutMkLst>
        </pc:sldLayoutChg>
        <pc:sldLayoutChg chg="new replId">
          <pc:chgData name="ENRIQUE CID CALERO" userId="250a809f-86cf-4f81-8627-213fad841b73" providerId="ADAL" clId="{79100BCA-4626-400A-86ED-BBBE68F95A49}" dt="2025-06-09T09:51:53.784" v="5251" actId="6938"/>
          <pc:sldLayoutMkLst>
            <pc:docMk/>
            <pc:sldMasterMk cId="2827489003" sldId="2147483666"/>
            <pc:sldLayoutMk cId="4050908202" sldId="2147483669"/>
          </pc:sldLayoutMkLst>
        </pc:sldLayoutChg>
        <pc:sldLayoutChg chg="new replId">
          <pc:chgData name="ENRIQUE CID CALERO" userId="250a809f-86cf-4f81-8627-213fad841b73" providerId="ADAL" clId="{79100BCA-4626-400A-86ED-BBBE68F95A49}" dt="2025-06-09T09:51:53.784" v="5251" actId="6938"/>
          <pc:sldLayoutMkLst>
            <pc:docMk/>
            <pc:sldMasterMk cId="2827489003" sldId="2147483666"/>
            <pc:sldLayoutMk cId="561456501" sldId="2147483670"/>
          </pc:sldLayoutMkLst>
        </pc:sldLayoutChg>
        <pc:sldLayoutChg chg="new replId">
          <pc:chgData name="ENRIQUE CID CALERO" userId="250a809f-86cf-4f81-8627-213fad841b73" providerId="ADAL" clId="{79100BCA-4626-400A-86ED-BBBE68F95A49}" dt="2025-06-09T09:51:53.784" v="5251" actId="6938"/>
          <pc:sldLayoutMkLst>
            <pc:docMk/>
            <pc:sldMasterMk cId="2827489003" sldId="2147483666"/>
            <pc:sldLayoutMk cId="3947250056" sldId="2147483671"/>
          </pc:sldLayoutMkLst>
        </pc:sldLayoutChg>
        <pc:sldLayoutChg chg="new replId">
          <pc:chgData name="ENRIQUE CID CALERO" userId="250a809f-86cf-4f81-8627-213fad841b73" providerId="ADAL" clId="{79100BCA-4626-400A-86ED-BBBE68F95A49}" dt="2025-06-09T09:51:53.784" v="5251" actId="6938"/>
          <pc:sldLayoutMkLst>
            <pc:docMk/>
            <pc:sldMasterMk cId="2827489003" sldId="2147483666"/>
            <pc:sldLayoutMk cId="1992557200" sldId="2147483672"/>
          </pc:sldLayoutMkLst>
        </pc:sldLayoutChg>
        <pc:sldLayoutChg chg="new replId">
          <pc:chgData name="ENRIQUE CID CALERO" userId="250a809f-86cf-4f81-8627-213fad841b73" providerId="ADAL" clId="{79100BCA-4626-400A-86ED-BBBE68F95A49}" dt="2025-06-09T09:51:53.784" v="5251" actId="6938"/>
          <pc:sldLayoutMkLst>
            <pc:docMk/>
            <pc:sldMasterMk cId="2827489003" sldId="2147483666"/>
            <pc:sldLayoutMk cId="4240977561" sldId="2147483673"/>
          </pc:sldLayoutMkLst>
        </pc:sldLayoutChg>
        <pc:sldLayoutChg chg="new replId">
          <pc:chgData name="ENRIQUE CID CALERO" userId="250a809f-86cf-4f81-8627-213fad841b73" providerId="ADAL" clId="{79100BCA-4626-400A-86ED-BBBE68F95A49}" dt="2025-06-09T09:51:53.784" v="5251" actId="6938"/>
          <pc:sldLayoutMkLst>
            <pc:docMk/>
            <pc:sldMasterMk cId="2827489003" sldId="2147483666"/>
            <pc:sldLayoutMk cId="267894193" sldId="2147483674"/>
          </pc:sldLayoutMkLst>
        </pc:sldLayoutChg>
        <pc:sldLayoutChg chg="new replId">
          <pc:chgData name="ENRIQUE CID CALERO" userId="250a809f-86cf-4f81-8627-213fad841b73" providerId="ADAL" clId="{79100BCA-4626-400A-86ED-BBBE68F95A49}" dt="2025-06-09T09:51:53.784" v="5251" actId="6938"/>
          <pc:sldLayoutMkLst>
            <pc:docMk/>
            <pc:sldMasterMk cId="2827489003" sldId="2147483666"/>
            <pc:sldLayoutMk cId="657768373" sldId="2147483675"/>
          </pc:sldLayoutMkLst>
        </pc:sldLayoutChg>
        <pc:sldLayoutChg chg="new replId">
          <pc:chgData name="ENRIQUE CID CALERO" userId="250a809f-86cf-4f81-8627-213fad841b73" providerId="ADAL" clId="{79100BCA-4626-400A-86ED-BBBE68F95A49}" dt="2025-06-09T09:51:53.784" v="5251" actId="6938"/>
          <pc:sldLayoutMkLst>
            <pc:docMk/>
            <pc:sldMasterMk cId="2827489003" sldId="2147483666"/>
            <pc:sldLayoutMk cId="3467360503" sldId="2147483676"/>
          </pc:sldLayoutMkLst>
        </pc:sldLayoutChg>
        <pc:sldLayoutChg chg="new replId">
          <pc:chgData name="ENRIQUE CID CALERO" userId="250a809f-86cf-4f81-8627-213fad841b73" providerId="ADAL" clId="{79100BCA-4626-400A-86ED-BBBE68F95A49}" dt="2025-06-09T09:51:53.784" v="5251" actId="6938"/>
          <pc:sldLayoutMkLst>
            <pc:docMk/>
            <pc:sldMasterMk cId="2827489003" sldId="2147483666"/>
            <pc:sldLayoutMk cId="3446189801" sldId="2147483677"/>
          </pc:sldLayoutMkLst>
        </pc:sldLayoutChg>
      </pc:sldMasterChg>
    </pc:docChg>
  </pc:docChgLst>
  <pc:docChgLst>
    <pc:chgData name="ENRIQUE CID CALERO" userId="250a809f-86cf-4f81-8627-213fad841b73" providerId="ADAL" clId="{277A5A57-21A3-4FC5-93CB-C0C988E9D0A0}"/>
    <pc:docChg chg="modSld">
      <pc:chgData name="ENRIQUE CID CALERO" userId="250a809f-86cf-4f81-8627-213fad841b73" providerId="ADAL" clId="{277A5A57-21A3-4FC5-93CB-C0C988E9D0A0}" dt="2025-07-15T09:53:49.447" v="57" actId="20577"/>
      <pc:docMkLst>
        <pc:docMk/>
      </pc:docMkLst>
      <pc:sldChg chg="modSp mod">
        <pc:chgData name="ENRIQUE CID CALERO" userId="250a809f-86cf-4f81-8627-213fad841b73" providerId="ADAL" clId="{277A5A57-21A3-4FC5-93CB-C0C988E9D0A0}" dt="2025-07-15T09:53:18.885" v="31" actId="20577"/>
        <pc:sldMkLst>
          <pc:docMk/>
          <pc:sldMk cId="2645954693" sldId="616"/>
        </pc:sldMkLst>
      </pc:sldChg>
      <pc:sldChg chg="modSp mod">
        <pc:chgData name="ENRIQUE CID CALERO" userId="250a809f-86cf-4f81-8627-213fad841b73" providerId="ADAL" clId="{277A5A57-21A3-4FC5-93CB-C0C988E9D0A0}" dt="2025-07-15T09:53:49.447" v="57" actId="20577"/>
        <pc:sldMkLst>
          <pc:docMk/>
          <pc:sldMk cId="3366144706" sldId="617"/>
        </pc:sldMkLst>
      </pc:sldChg>
    </pc:docChg>
  </pc:docChgLst>
  <pc:docChgLst>
    <pc:chgData name="ARANCHA FERNANDEZ MARTINEZ" userId="d719cdf0-6bf9-43d2-b3d1-8d0ca47be253" providerId="ADAL" clId="{8BCEAB90-F74F-4B61-85E6-119675CDFBAE}"/>
    <pc:docChg chg="modSld">
      <pc:chgData name="ARANCHA FERNANDEZ MARTINEZ" userId="d719cdf0-6bf9-43d2-b3d1-8d0ca47be253" providerId="ADAL" clId="{8BCEAB90-F74F-4B61-85E6-119675CDFBAE}" dt="2025-06-09T13:57:52.489" v="6" actId="1076"/>
      <pc:docMkLst>
        <pc:docMk/>
      </pc:docMkLst>
      <pc:sldChg chg="modSp mod">
        <pc:chgData name="ARANCHA FERNANDEZ MARTINEZ" userId="d719cdf0-6bf9-43d2-b3d1-8d0ca47be253" providerId="ADAL" clId="{8BCEAB90-F74F-4B61-85E6-119675CDFBAE}" dt="2025-06-09T13:57:52.489" v="6" actId="1076"/>
        <pc:sldMkLst>
          <pc:docMk/>
          <pc:sldMk cId="2182021421" sldId="565"/>
        </pc:sldMkLst>
      </pc:sldChg>
      <pc:sldChg chg="modSp mod">
        <pc:chgData name="ARANCHA FERNANDEZ MARTINEZ" userId="d719cdf0-6bf9-43d2-b3d1-8d0ca47be253" providerId="ADAL" clId="{8BCEAB90-F74F-4B61-85E6-119675CDFBAE}" dt="2025-06-09T13:53:01.868" v="5" actId="20577"/>
        <pc:sldMkLst>
          <pc:docMk/>
          <pc:sldMk cId="3388341731" sldId="603"/>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lineadirectaes.sharepoint.com/sites/EquipodeProcesosPersCom-ProyectomigracinHCM/Documentos%20compartidos/RFI/Conclusiones%20RFI/Coberturas_modulos_proveedores.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oleObject" Target="https://lineadirectaes.sharepoint.com/sites/EquipodeProcesosPersCom-ProyectomigracinHCM/Documentos%20compartidos/RFI/Conclusiones%20RFI/Coberturas_modulos_proveedores.xlsx" TargetMode="Externa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2.xml"/></Relationships>
</file>

<file path=ppt/charts/_rels/chart3.xml.rels><?xml version="1.0" encoding="UTF-8" standalone="yes"?>
<Relationships xmlns="http://schemas.openxmlformats.org/package/2006/relationships"><Relationship Id="rId3" Type="http://schemas.openxmlformats.org/officeDocument/2006/relationships/oleObject" Target="https://lineadirectaes.sharepoint.com/sites/EquipodeProcesosPersCom-ProyectomigracinHCM/Documentos%20compartidos/RFI/Conclusiones%20RFI/Coberturas_modulos_proveedores.xlsx" TargetMode="Externa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3180787662755906"/>
          <c:y val="5.1167662916080638E-2"/>
          <c:w val="0.53638402788766237"/>
          <c:h val="0.89766467416783868"/>
        </c:manualLayout>
      </c:layout>
      <c:doughnutChart>
        <c:varyColors val="1"/>
        <c:ser>
          <c:idx val="0"/>
          <c:order val="0"/>
          <c:spPr>
            <a:solidFill>
              <a:srgbClr val="C00000"/>
            </a:solidFill>
          </c:spPr>
          <c:dPt>
            <c:idx val="0"/>
            <c:bubble3D val="0"/>
            <c:spPr>
              <a:solidFill>
                <a:srgbClr val="C00000"/>
              </a:solidFill>
              <a:ln w="19050">
                <a:solidFill>
                  <a:schemeClr val="lt1"/>
                </a:solidFill>
              </a:ln>
              <a:effectLst/>
            </c:spPr>
            <c:extLst>
              <c:ext xmlns:c16="http://schemas.microsoft.com/office/drawing/2014/chart" uri="{C3380CC4-5D6E-409C-BE32-E72D297353CC}">
                <c16:uniqueId val="{00000001-A236-49E7-A851-7ADAA4031D91}"/>
              </c:ext>
            </c:extLst>
          </c:dPt>
          <c:dPt>
            <c:idx val="1"/>
            <c:bubble3D val="0"/>
            <c:spPr>
              <a:solidFill>
                <a:schemeClr val="bg1"/>
              </a:solidFill>
              <a:ln w="19050">
                <a:solidFill>
                  <a:schemeClr val="lt1"/>
                </a:solidFill>
              </a:ln>
              <a:effectLst/>
            </c:spPr>
            <c:extLst>
              <c:ext xmlns:c16="http://schemas.microsoft.com/office/drawing/2014/chart" uri="{C3380CC4-5D6E-409C-BE32-E72D297353CC}">
                <c16:uniqueId val="{00000003-A236-49E7-A851-7ADAA4031D91}"/>
              </c:ext>
            </c:extLst>
          </c:dPt>
          <c:val>
            <c:numRef>
              <c:f>Oracle!$B$17:$C$17</c:f>
              <c:numCache>
                <c:formatCode>General</c:formatCode>
                <c:ptCount val="2"/>
                <c:pt idx="0">
                  <c:v>98.461538461538467</c:v>
                </c:pt>
                <c:pt idx="1">
                  <c:v>1.538461538461533</c:v>
                </c:pt>
              </c:numCache>
            </c:numRef>
          </c:val>
          <c:extLst>
            <c:ext xmlns:c16="http://schemas.microsoft.com/office/drawing/2014/chart" uri="{C3380CC4-5D6E-409C-BE32-E72D297353CC}">
              <c16:uniqueId val="{00000004-A236-49E7-A851-7ADAA4031D91}"/>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3180787662755906"/>
          <c:y val="5.1167662916080638E-2"/>
          <c:w val="0.53638402788766237"/>
          <c:h val="0.89766467416783868"/>
        </c:manualLayout>
      </c:layout>
      <c:doughnutChart>
        <c:varyColors val="1"/>
        <c:ser>
          <c:idx val="0"/>
          <c:order val="0"/>
          <c:spPr>
            <a:solidFill>
              <a:srgbClr val="C00000"/>
            </a:solidFill>
          </c:spPr>
          <c:dPt>
            <c:idx val="0"/>
            <c:bubble3D val="0"/>
            <c:spPr>
              <a:solidFill>
                <a:srgbClr val="C00000"/>
              </a:solidFill>
              <a:ln w="19050">
                <a:solidFill>
                  <a:schemeClr val="lt1"/>
                </a:solidFill>
              </a:ln>
              <a:effectLst/>
            </c:spPr>
            <c:extLst>
              <c:ext xmlns:c16="http://schemas.microsoft.com/office/drawing/2014/chart" uri="{C3380CC4-5D6E-409C-BE32-E72D297353CC}">
                <c16:uniqueId val="{00000001-CEE5-451E-B1B0-83889956A311}"/>
              </c:ext>
            </c:extLst>
          </c:dPt>
          <c:dPt>
            <c:idx val="1"/>
            <c:bubble3D val="0"/>
            <c:spPr>
              <a:solidFill>
                <a:schemeClr val="bg1"/>
              </a:solidFill>
              <a:ln w="19050">
                <a:solidFill>
                  <a:schemeClr val="lt1"/>
                </a:solidFill>
              </a:ln>
              <a:effectLst/>
            </c:spPr>
            <c:extLst>
              <c:ext xmlns:c16="http://schemas.microsoft.com/office/drawing/2014/chart" uri="{C3380CC4-5D6E-409C-BE32-E72D297353CC}">
                <c16:uniqueId val="{00000003-CEE5-451E-B1B0-83889956A311}"/>
              </c:ext>
            </c:extLst>
          </c:dPt>
          <c:val>
            <c:numRef>
              <c:f>Workday!$B$17:$C$17</c:f>
              <c:numCache>
                <c:formatCode>General</c:formatCode>
                <c:ptCount val="2"/>
                <c:pt idx="0">
                  <c:v>74.153846153846146</c:v>
                </c:pt>
                <c:pt idx="1">
                  <c:v>25.846153846153854</c:v>
                </c:pt>
              </c:numCache>
            </c:numRef>
          </c:val>
          <c:extLst>
            <c:ext xmlns:c16="http://schemas.microsoft.com/office/drawing/2014/chart" uri="{C3380CC4-5D6E-409C-BE32-E72D297353CC}">
              <c16:uniqueId val="{00000004-CEE5-451E-B1B0-83889956A311}"/>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3180787662755906"/>
          <c:y val="5.1167662916080638E-2"/>
          <c:w val="0.53638402788766237"/>
          <c:h val="0.89766467416783868"/>
        </c:manualLayout>
      </c:layout>
      <c:doughnutChart>
        <c:varyColors val="1"/>
        <c:ser>
          <c:idx val="0"/>
          <c:order val="0"/>
          <c:spPr>
            <a:solidFill>
              <a:srgbClr val="C00000"/>
            </a:solidFill>
          </c:spPr>
          <c:dPt>
            <c:idx val="0"/>
            <c:bubble3D val="0"/>
            <c:spPr>
              <a:solidFill>
                <a:srgbClr val="C00000"/>
              </a:solidFill>
              <a:ln w="19050">
                <a:solidFill>
                  <a:schemeClr val="lt1"/>
                </a:solidFill>
              </a:ln>
              <a:effectLst/>
            </c:spPr>
            <c:extLst>
              <c:ext xmlns:c16="http://schemas.microsoft.com/office/drawing/2014/chart" uri="{C3380CC4-5D6E-409C-BE32-E72D297353CC}">
                <c16:uniqueId val="{00000001-E210-48A3-99A8-E63DB04D8557}"/>
              </c:ext>
            </c:extLst>
          </c:dPt>
          <c:dPt>
            <c:idx val="1"/>
            <c:bubble3D val="0"/>
            <c:spPr>
              <a:solidFill>
                <a:schemeClr val="bg1"/>
              </a:solidFill>
              <a:ln w="19050">
                <a:solidFill>
                  <a:schemeClr val="lt1"/>
                </a:solidFill>
              </a:ln>
              <a:effectLst/>
            </c:spPr>
            <c:extLst>
              <c:ext xmlns:c16="http://schemas.microsoft.com/office/drawing/2014/chart" uri="{C3380CC4-5D6E-409C-BE32-E72D297353CC}">
                <c16:uniqueId val="{00000003-E210-48A3-99A8-E63DB04D8557}"/>
              </c:ext>
            </c:extLst>
          </c:dPt>
          <c:val>
            <c:numRef>
              <c:f>SAP!$B$17:$C$17</c:f>
              <c:numCache>
                <c:formatCode>General</c:formatCode>
                <c:ptCount val="2"/>
                <c:pt idx="0">
                  <c:v>65.692307692307693</c:v>
                </c:pt>
                <c:pt idx="1">
                  <c:v>34.307692307692307</c:v>
                </c:pt>
              </c:numCache>
            </c:numRef>
          </c:val>
          <c:extLst>
            <c:ext xmlns:c16="http://schemas.microsoft.com/office/drawing/2014/chart" uri="{C3380CC4-5D6E-409C-BE32-E72D297353CC}">
              <c16:uniqueId val="{00000004-E210-48A3-99A8-E63DB04D8557}"/>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0.28413</cdr:x>
      <cdr:y>0.37307</cdr:y>
    </cdr:from>
    <cdr:to>
      <cdr:x>0.74204</cdr:x>
      <cdr:y>0.63473</cdr:y>
    </cdr:to>
    <cdr:sp macro="" textlink="">
      <cdr:nvSpPr>
        <cdr:cNvPr id="2" name="CuadroTexto 1">
          <a:extLst xmlns:a="http://schemas.openxmlformats.org/drawingml/2006/main">
            <a:ext uri="{FF2B5EF4-FFF2-40B4-BE49-F238E27FC236}">
              <a16:creationId xmlns:a16="http://schemas.microsoft.com/office/drawing/2014/main" id="{56E76834-C6F7-B2B5-E9D2-9B856692116A}"/>
            </a:ext>
          </a:extLst>
        </cdr:cNvPr>
        <cdr:cNvSpPr txBox="1"/>
      </cdr:nvSpPr>
      <cdr:spPr>
        <a:xfrm xmlns:a="http://schemas.openxmlformats.org/drawingml/2006/main">
          <a:off x="1269058" y="1079373"/>
          <a:ext cx="2045259" cy="75704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ctr"/>
          <a:r>
            <a:rPr lang="es-ES" sz="1800" b="1" kern="1200" dirty="0"/>
            <a:t>98%</a:t>
          </a:r>
          <a:r>
            <a:rPr lang="es-ES" sz="1800" b="1" kern="1200" baseline="0" dirty="0"/>
            <a:t> </a:t>
          </a:r>
          <a:r>
            <a:rPr lang="es-ES" sz="1200" kern="1200" baseline="0" dirty="0"/>
            <a:t>cobertura</a:t>
          </a:r>
        </a:p>
      </cdr:txBody>
    </cdr:sp>
  </cdr:relSizeAnchor>
</c:userShapes>
</file>

<file path=ppt/drawings/drawing2.xml><?xml version="1.0" encoding="utf-8"?>
<c:userShapes xmlns:c="http://schemas.openxmlformats.org/drawingml/2006/chart">
  <cdr:relSizeAnchor xmlns:cdr="http://schemas.openxmlformats.org/drawingml/2006/chartDrawing">
    <cdr:from>
      <cdr:x>0.31184</cdr:x>
      <cdr:y>0.37307</cdr:y>
    </cdr:from>
    <cdr:to>
      <cdr:x>0.69117</cdr:x>
      <cdr:y>0.63473</cdr:y>
    </cdr:to>
    <cdr:sp macro="" textlink="">
      <cdr:nvSpPr>
        <cdr:cNvPr id="2" name="CuadroTexto 1">
          <a:extLst xmlns:a="http://schemas.openxmlformats.org/drawingml/2006/main">
            <a:ext uri="{FF2B5EF4-FFF2-40B4-BE49-F238E27FC236}">
              <a16:creationId xmlns:a16="http://schemas.microsoft.com/office/drawing/2014/main" id="{56E76834-C6F7-B2B5-E9D2-9B856692116A}"/>
            </a:ext>
          </a:extLst>
        </cdr:cNvPr>
        <cdr:cNvSpPr txBox="1"/>
      </cdr:nvSpPr>
      <cdr:spPr>
        <a:xfrm xmlns:a="http://schemas.openxmlformats.org/drawingml/2006/main">
          <a:off x="1424872" y="1018577"/>
          <a:ext cx="1733237" cy="714375"/>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ctr"/>
          <a:r>
            <a:rPr lang="es-ES" sz="1800" b="1" kern="1200" dirty="0"/>
            <a:t>74%</a:t>
          </a:r>
          <a:r>
            <a:rPr lang="es-ES" sz="1800" b="1" kern="1200" baseline="0" dirty="0"/>
            <a:t> </a:t>
          </a:r>
          <a:r>
            <a:rPr lang="es-ES" sz="1200" kern="1200" baseline="0" dirty="0"/>
            <a:t>cobertura</a:t>
          </a:r>
        </a:p>
        <a:p xmlns:a="http://schemas.openxmlformats.org/drawingml/2006/main">
          <a:endParaRPr lang="es-ES" sz="1100" kern="1200"/>
        </a:p>
        <a:p xmlns:a="http://schemas.openxmlformats.org/drawingml/2006/main">
          <a:endParaRPr lang="es-ES" sz="1100" kern="1200" dirty="0"/>
        </a:p>
      </cdr:txBody>
    </cdr:sp>
  </cdr:relSizeAnchor>
</c:userShapes>
</file>

<file path=ppt/drawings/drawing3.xml><?xml version="1.0" encoding="utf-8"?>
<c:userShapes xmlns:c="http://schemas.openxmlformats.org/drawingml/2006/chart">
  <cdr:relSizeAnchor xmlns:cdr="http://schemas.openxmlformats.org/drawingml/2006/chartDrawing">
    <cdr:from>
      <cdr:x>0.29635</cdr:x>
      <cdr:y>0.36258</cdr:y>
    </cdr:from>
    <cdr:to>
      <cdr:x>0.7016</cdr:x>
      <cdr:y>0.62424</cdr:y>
    </cdr:to>
    <cdr:sp macro="" textlink="">
      <cdr:nvSpPr>
        <cdr:cNvPr id="2" name="CuadroTexto 1">
          <a:extLst xmlns:a="http://schemas.openxmlformats.org/drawingml/2006/main">
            <a:ext uri="{FF2B5EF4-FFF2-40B4-BE49-F238E27FC236}">
              <a16:creationId xmlns:a16="http://schemas.microsoft.com/office/drawing/2014/main" id="{56E76834-C6F7-B2B5-E9D2-9B856692116A}"/>
            </a:ext>
          </a:extLst>
        </cdr:cNvPr>
        <cdr:cNvSpPr txBox="1"/>
      </cdr:nvSpPr>
      <cdr:spPr>
        <a:xfrm xmlns:a="http://schemas.openxmlformats.org/drawingml/2006/main">
          <a:off x="1352550" y="987724"/>
          <a:ext cx="1849618" cy="712801"/>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ctr"/>
          <a:r>
            <a:rPr lang="es-ES" sz="1800" b="1" kern="1200" dirty="0"/>
            <a:t>65%</a:t>
          </a:r>
          <a:r>
            <a:rPr lang="es-ES" sz="1800" b="1" kern="1200" baseline="0" dirty="0"/>
            <a:t> </a:t>
          </a:r>
          <a:r>
            <a:rPr lang="es-ES" sz="1200" kern="1200" baseline="0" dirty="0"/>
            <a:t>cobertura</a:t>
          </a:r>
        </a:p>
        <a:p xmlns:a="http://schemas.openxmlformats.org/drawingml/2006/main">
          <a:endParaRPr lang="es-ES" sz="1000" kern="1200"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A8DCAD9-31E3-FEBE-6113-0D25BFA00E9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B4E1CF58-7EC9-C5F8-F63C-2E94C058E8D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F6C1A6C-59CF-497F-8268-D3BC6E4FD66D}" type="datetimeFigureOut">
              <a:rPr lang="es-ES" smtClean="0"/>
              <a:t>12/11/2025</a:t>
            </a:fld>
            <a:endParaRPr lang="es-ES"/>
          </a:p>
        </p:txBody>
      </p:sp>
      <p:sp>
        <p:nvSpPr>
          <p:cNvPr id="4" name="Marcador de pie de página 3">
            <a:extLst>
              <a:ext uri="{FF2B5EF4-FFF2-40B4-BE49-F238E27FC236}">
                <a16:creationId xmlns:a16="http://schemas.microsoft.com/office/drawing/2014/main" id="{6E8A24BD-4F3E-6B12-7F22-9671C9D7F71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FDC1547A-0723-71E0-5E13-BA034CFDD6E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D63D4D4-E693-434A-B1FF-946F77EA4B48}" type="slidenum">
              <a:rPr lang="es-ES" smtClean="0"/>
              <a:t>‹Nº›</a:t>
            </a:fld>
            <a:endParaRPr lang="es-ES"/>
          </a:p>
        </p:txBody>
      </p:sp>
    </p:spTree>
    <p:extLst>
      <p:ext uri="{BB962C8B-B14F-4D97-AF65-F5344CB8AC3E}">
        <p14:creationId xmlns:p14="http://schemas.microsoft.com/office/powerpoint/2010/main" val="33071869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502A59-BFBB-4080-8468-DCE09C670C29}" type="datetimeFigureOut">
              <a:rPr lang="es-ES" smtClean="0"/>
              <a:t>12/11/2025</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22C57D-1BB5-4968-A69A-829B3965BAAA}" type="slidenum">
              <a:rPr lang="es-ES" smtClean="0"/>
              <a:t>‹Nº›</a:t>
            </a:fld>
            <a:endParaRPr lang="es-ES"/>
          </a:p>
        </p:txBody>
      </p:sp>
    </p:spTree>
    <p:extLst>
      <p:ext uri="{BB962C8B-B14F-4D97-AF65-F5344CB8AC3E}">
        <p14:creationId xmlns:p14="http://schemas.microsoft.com/office/powerpoint/2010/main" val="3395090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buNone/>
            </a:pPr>
            <a:r>
              <a:rPr lang="es-ES"/>
              <a:t>Generado por Copilot</a:t>
            </a:r>
            <a:br>
              <a:rPr lang="es-ES"/>
            </a:br>
            <a:br>
              <a:rPr lang="es-ES"/>
            </a:br>
            <a:r>
              <a:rPr lang="es-ES"/>
              <a:t>En esta diapositiva, se presentan las conclusiones del análisis de defensas RFI, destacando el Proyecto HCM. La imagen de la persona meditando sugiere un enfoque en la calma y la reflexión, lo que puede ser un buen punto de partida para discutir la importancia de la planificación estratégica en la gestión del capital humano. La elección de un fondo rojo puede simbolizar urgencia o importancia, lo que refuerza la necesidad de abordar las conclusiones de manera seria y enfocada. </a:t>
            </a:r>
            <a:br>
              <a:rPr lang="es-ES"/>
            </a:br>
            <a:r>
              <a:rPr lang="es-ES"/>
              <a:t>______</a:t>
            </a:r>
          </a:p>
          <a:p>
            <a:br>
              <a:rPr lang="es-ES"/>
            </a:br>
            <a:endParaRPr lang="es-ES"/>
          </a:p>
        </p:txBody>
      </p:sp>
      <p:sp>
        <p:nvSpPr>
          <p:cNvPr id="4" name="Marcador de número de diapositiva 3"/>
          <p:cNvSpPr>
            <a:spLocks noGrp="1"/>
          </p:cNvSpPr>
          <p:nvPr>
            <p:ph type="sldNum" sz="quarter" idx="5"/>
          </p:nvPr>
        </p:nvSpPr>
        <p:spPr/>
        <p:txBody>
          <a:bodyPr/>
          <a:lstStyle/>
          <a:p>
            <a:fld id="{5C22C57D-1BB5-4968-A69A-829B3965BAAA}" type="slidenum">
              <a:rPr lang="es-ES" smtClean="0"/>
              <a:t>1</a:t>
            </a:fld>
            <a:endParaRPr lang="es-ES"/>
          </a:p>
        </p:txBody>
      </p:sp>
    </p:spTree>
    <p:extLst>
      <p:ext uri="{BB962C8B-B14F-4D97-AF65-F5344CB8AC3E}">
        <p14:creationId xmlns:p14="http://schemas.microsoft.com/office/powerpoint/2010/main" val="409921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32D05-2851-3EC5-504E-B438790B194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A1A387B-3273-78EC-26F4-9537708C5F3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13AB57D-F655-87B4-6A86-3EF583F3AFA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3F855CAD-B230-6E21-80F6-528C11A48D8D}"/>
              </a:ext>
            </a:extLst>
          </p:cNvPr>
          <p:cNvSpPr>
            <a:spLocks noGrp="1"/>
          </p:cNvSpPr>
          <p:nvPr>
            <p:ph type="sldNum" sz="quarter" idx="5"/>
          </p:nvPr>
        </p:nvSpPr>
        <p:spPr/>
        <p:txBody>
          <a:bodyPr/>
          <a:lstStyle/>
          <a:p>
            <a:fld id="{5C22C57D-1BB5-4968-A69A-829B3965BAAA}" type="slidenum">
              <a:rPr lang="es-ES" smtClean="0"/>
              <a:t>2</a:t>
            </a:fld>
            <a:endParaRPr lang="es-ES"/>
          </a:p>
        </p:txBody>
      </p:sp>
    </p:spTree>
    <p:extLst>
      <p:ext uri="{BB962C8B-B14F-4D97-AF65-F5344CB8AC3E}">
        <p14:creationId xmlns:p14="http://schemas.microsoft.com/office/powerpoint/2010/main" val="6125358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A69C7-F644-4415-88FF-05424A3BBE7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81882DE-0309-C293-8755-483CDB89AE5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FCE5A03-B5D5-21CB-33F5-3652D39300F3}"/>
              </a:ext>
            </a:extLst>
          </p:cNvPr>
          <p:cNvSpPr>
            <a:spLocks noGrp="1"/>
          </p:cNvSpPr>
          <p:nvPr>
            <p:ph type="body" idx="1"/>
          </p:nvPr>
        </p:nvSpPr>
        <p:spPr/>
        <p:txBody>
          <a:bodyPr/>
          <a:lstStyle/>
          <a:p>
            <a:pPr>
              <a:buNone/>
            </a:pPr>
            <a:r>
              <a:rPr lang="es-ES" dirty="0"/>
              <a:t>Generado por Copilot</a:t>
            </a:r>
            <a:br>
              <a:rPr lang="es-ES" dirty="0"/>
            </a:br>
            <a:br>
              <a:rPr lang="es-ES" dirty="0"/>
            </a:br>
            <a:r>
              <a:rPr lang="es-ES" dirty="0"/>
              <a:t>Aquí se analizan las defensas por fabricante, centrándose en la propuesta de Oracle Cloud HCM. Es crucial resaltar que esta solución no solo ofrece una cobertura funcional completa, sino que también permite una transición gradual desde PeopleSoft, lo que minimiza riesgos. La mención de herramientas propias para la migración y la flexibilidad en el modelo de suscripción son aspectos que pueden ser decisivos para la audiencia, ya que reflejan un enfoque adaptado a las necesidades del cliente. </a:t>
            </a:r>
            <a:br>
              <a:rPr lang="es-ES" dirty="0"/>
            </a:br>
            <a:r>
              <a:rPr lang="es-ES" dirty="0"/>
              <a:t>______</a:t>
            </a:r>
          </a:p>
          <a:p>
            <a:br>
              <a:rPr lang="es-ES" dirty="0"/>
            </a:br>
            <a:endParaRPr lang="es-ES" dirty="0"/>
          </a:p>
        </p:txBody>
      </p:sp>
      <p:sp>
        <p:nvSpPr>
          <p:cNvPr id="4" name="Marcador de número de diapositiva 3">
            <a:extLst>
              <a:ext uri="{FF2B5EF4-FFF2-40B4-BE49-F238E27FC236}">
                <a16:creationId xmlns:a16="http://schemas.microsoft.com/office/drawing/2014/main" id="{AD5E2851-8C3F-8974-7091-A6874DDB02F8}"/>
              </a:ext>
            </a:extLst>
          </p:cNvPr>
          <p:cNvSpPr>
            <a:spLocks noGrp="1"/>
          </p:cNvSpPr>
          <p:nvPr>
            <p:ph type="sldNum" sz="quarter" idx="5"/>
          </p:nvPr>
        </p:nvSpPr>
        <p:spPr/>
        <p:txBody>
          <a:bodyPr/>
          <a:lstStyle/>
          <a:p>
            <a:fld id="{5C22C57D-1BB5-4968-A69A-829B3965BAAA}" type="slidenum">
              <a:rPr lang="es-ES" smtClean="0"/>
              <a:t>3</a:t>
            </a:fld>
            <a:endParaRPr lang="es-ES"/>
          </a:p>
        </p:txBody>
      </p:sp>
    </p:spTree>
    <p:extLst>
      <p:ext uri="{BB962C8B-B14F-4D97-AF65-F5344CB8AC3E}">
        <p14:creationId xmlns:p14="http://schemas.microsoft.com/office/powerpoint/2010/main" val="1870832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buNone/>
            </a:pPr>
            <a:r>
              <a:rPr lang="es-ES" dirty="0"/>
              <a:t>Generado por Copilot</a:t>
            </a:r>
            <a:br>
              <a:rPr lang="es-ES" dirty="0"/>
            </a:br>
            <a:br>
              <a:rPr lang="es-ES" dirty="0"/>
            </a:br>
            <a:r>
              <a:rPr lang="es-ES" dirty="0"/>
              <a:t>Aquí se analizan las defensas por fabricante, centrándose en la propuesta de Oracle Cloud HCM. Es crucial resaltar que esta solución no solo ofrece una cobertura funcional completa, sino que también permite una transición gradual desde PeopleSoft, lo que minimiza riesgos. La mención de herramientas propias para la migración y la flexibilidad en el modelo de suscripción son aspectos que pueden ser decisivos para la audiencia, ya que reflejan un enfoque adaptado a las necesidades del cliente. </a:t>
            </a:r>
            <a:br>
              <a:rPr lang="es-ES" dirty="0"/>
            </a:br>
            <a:r>
              <a:rPr lang="es-ES" dirty="0"/>
              <a:t>______</a:t>
            </a:r>
          </a:p>
          <a:p>
            <a:br>
              <a:rPr lang="es-ES" dirty="0"/>
            </a:br>
            <a:endParaRPr lang="es-ES" dirty="0"/>
          </a:p>
        </p:txBody>
      </p:sp>
      <p:sp>
        <p:nvSpPr>
          <p:cNvPr id="4" name="Marcador de número de diapositiva 3"/>
          <p:cNvSpPr>
            <a:spLocks noGrp="1"/>
          </p:cNvSpPr>
          <p:nvPr>
            <p:ph type="sldNum" sz="quarter" idx="5"/>
          </p:nvPr>
        </p:nvSpPr>
        <p:spPr/>
        <p:txBody>
          <a:bodyPr/>
          <a:lstStyle/>
          <a:p>
            <a:fld id="{5C22C57D-1BB5-4968-A69A-829B3965BAAA}" type="slidenum">
              <a:rPr lang="es-ES" smtClean="0"/>
              <a:t>4</a:t>
            </a:fld>
            <a:endParaRPr lang="es-ES"/>
          </a:p>
        </p:txBody>
      </p:sp>
    </p:spTree>
    <p:extLst>
      <p:ext uri="{BB962C8B-B14F-4D97-AF65-F5344CB8AC3E}">
        <p14:creationId xmlns:p14="http://schemas.microsoft.com/office/powerpoint/2010/main" val="12605260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buNone/>
            </a:pPr>
            <a:r>
              <a:rPr lang="es-ES" dirty="0"/>
              <a:t>Generado por Copilot</a:t>
            </a:r>
            <a:br>
              <a:rPr lang="es-ES" dirty="0"/>
            </a:br>
            <a:br>
              <a:rPr lang="es-ES" dirty="0"/>
            </a:br>
            <a:r>
              <a:rPr lang="es-ES" dirty="0"/>
              <a:t>Aquí se compara la cobertura de funcionalidades y los costos entre Oracle, Workday y SAP. Los gráficos circulares son efectivos para visualizar las diferencias en cobertura, y los costos de licencias anuales proporcionan un contexto financiero crucial. Es importante enfatizar cómo estas cifras pueden influir en la decisión final, especialmente en términos de presupuesto y retorno de inversión. </a:t>
            </a:r>
            <a:br>
              <a:rPr lang="es-ES" dirty="0"/>
            </a:br>
            <a:r>
              <a:rPr lang="es-ES" dirty="0"/>
              <a:t>______</a:t>
            </a:r>
          </a:p>
          <a:p>
            <a:br>
              <a:rPr lang="es-ES" dirty="0"/>
            </a:br>
            <a:endParaRPr lang="es-ES" dirty="0"/>
          </a:p>
        </p:txBody>
      </p:sp>
      <p:sp>
        <p:nvSpPr>
          <p:cNvPr id="4" name="Marcador de número de diapositiva 3"/>
          <p:cNvSpPr>
            <a:spLocks noGrp="1"/>
          </p:cNvSpPr>
          <p:nvPr>
            <p:ph type="sldNum" sz="quarter" idx="5"/>
          </p:nvPr>
        </p:nvSpPr>
        <p:spPr/>
        <p:txBody>
          <a:bodyPr/>
          <a:lstStyle/>
          <a:p>
            <a:fld id="{5C22C57D-1BB5-4968-A69A-829B3965BAAA}" type="slidenum">
              <a:rPr lang="es-ES" smtClean="0"/>
              <a:t>5</a:t>
            </a:fld>
            <a:endParaRPr lang="es-ES"/>
          </a:p>
        </p:txBody>
      </p:sp>
    </p:spTree>
    <p:extLst>
      <p:ext uri="{BB962C8B-B14F-4D97-AF65-F5344CB8AC3E}">
        <p14:creationId xmlns:p14="http://schemas.microsoft.com/office/powerpoint/2010/main" val="42892514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buNone/>
            </a:pPr>
            <a:r>
              <a:rPr lang="es-ES"/>
              <a:t>Generado por Copilot</a:t>
            </a:r>
            <a:br>
              <a:rPr lang="es-ES"/>
            </a:br>
            <a:br>
              <a:rPr lang="es-ES"/>
            </a:br>
            <a:r>
              <a:rPr lang="es-ES"/>
              <a:t>Esta diapositiva presenta un análisis comparativo de licencias de productos completos. La tabla proporciona una visión clara de los costos a lo largo de tres años para cada proveedor. Es fundamental destacar cómo estos costos se alinean con el presupuesto y las expectativas de la organización, así como la importancia de considerar no solo el costo inicial, sino también el costo total de propiedad a largo plazo. </a:t>
            </a:r>
            <a:br>
              <a:rPr lang="es-ES"/>
            </a:br>
            <a:r>
              <a:rPr lang="es-ES"/>
              <a:t>______</a:t>
            </a:r>
          </a:p>
          <a:p>
            <a:br>
              <a:rPr lang="es-ES"/>
            </a:br>
            <a:endParaRPr lang="es-ES"/>
          </a:p>
        </p:txBody>
      </p:sp>
      <p:sp>
        <p:nvSpPr>
          <p:cNvPr id="4" name="Marcador de número de diapositiva 3"/>
          <p:cNvSpPr>
            <a:spLocks noGrp="1"/>
          </p:cNvSpPr>
          <p:nvPr>
            <p:ph type="sldNum" sz="quarter" idx="5"/>
          </p:nvPr>
        </p:nvSpPr>
        <p:spPr/>
        <p:txBody>
          <a:bodyPr/>
          <a:lstStyle/>
          <a:p>
            <a:fld id="{5C22C57D-1BB5-4968-A69A-829B3965BAAA}" type="slidenum">
              <a:rPr lang="es-ES" smtClean="0"/>
              <a:t>6</a:t>
            </a:fld>
            <a:endParaRPr lang="es-ES"/>
          </a:p>
        </p:txBody>
      </p:sp>
    </p:spTree>
    <p:extLst>
      <p:ext uri="{BB962C8B-B14F-4D97-AF65-F5344CB8AC3E}">
        <p14:creationId xmlns:p14="http://schemas.microsoft.com/office/powerpoint/2010/main" val="42306206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buNone/>
            </a:pPr>
            <a:r>
              <a:rPr lang="es-ES" dirty="0"/>
              <a:t>Generado por Copilot</a:t>
            </a:r>
            <a:br>
              <a:rPr lang="es-ES" dirty="0"/>
            </a:br>
            <a:br>
              <a:rPr lang="es-ES" dirty="0"/>
            </a:br>
            <a:r>
              <a:rPr lang="es-ES" dirty="0"/>
              <a:t>En esta diapositiva se analiza el anexo de licencias por módulos. La comparación de costos entre Oracle, Workday y SAP a lo largo de tres años es esencial para entender el impacto financiero de cada opción. Es importante resaltar cómo la estructura de costos puede influir en la decisión de implementación y qué módulos son críticos para el éxito del proyecto. </a:t>
            </a:r>
            <a:br>
              <a:rPr lang="es-ES" dirty="0"/>
            </a:br>
            <a:r>
              <a:rPr lang="es-ES" dirty="0"/>
              <a:t>______</a:t>
            </a:r>
          </a:p>
          <a:p>
            <a:br>
              <a:rPr lang="es-ES" dirty="0"/>
            </a:br>
            <a:endParaRPr lang="es-ES" dirty="0"/>
          </a:p>
        </p:txBody>
      </p:sp>
      <p:sp>
        <p:nvSpPr>
          <p:cNvPr id="4" name="Marcador de número de diapositiva 3"/>
          <p:cNvSpPr>
            <a:spLocks noGrp="1"/>
          </p:cNvSpPr>
          <p:nvPr>
            <p:ph type="sldNum" sz="quarter" idx="5"/>
          </p:nvPr>
        </p:nvSpPr>
        <p:spPr/>
        <p:txBody>
          <a:bodyPr/>
          <a:lstStyle/>
          <a:p>
            <a:fld id="{5C22C57D-1BB5-4968-A69A-829B3965BAAA}" type="slidenum">
              <a:rPr lang="es-ES" smtClean="0"/>
              <a:t>7</a:t>
            </a:fld>
            <a:endParaRPr lang="es-ES"/>
          </a:p>
        </p:txBody>
      </p:sp>
    </p:spTree>
    <p:extLst>
      <p:ext uri="{BB962C8B-B14F-4D97-AF65-F5344CB8AC3E}">
        <p14:creationId xmlns:p14="http://schemas.microsoft.com/office/powerpoint/2010/main" val="1034169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BE2B9-1C26-7CBB-5199-6A7B196FBC8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453E01F-B1E3-863D-7602-3C83EABA671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8894C82-DAB2-189E-DC7C-DFDB87B9072C}"/>
              </a:ext>
            </a:extLst>
          </p:cNvPr>
          <p:cNvSpPr>
            <a:spLocks noGrp="1"/>
          </p:cNvSpPr>
          <p:nvPr>
            <p:ph type="body" idx="1"/>
          </p:nvPr>
        </p:nvSpPr>
        <p:spPr/>
        <p:txBody>
          <a:bodyPr/>
          <a:lstStyle/>
          <a:p>
            <a:pPr>
              <a:buNone/>
            </a:pPr>
            <a:r>
              <a:rPr lang="es-ES"/>
              <a:t>Generado por Copilot</a:t>
            </a:r>
            <a:br>
              <a:rPr lang="es-ES"/>
            </a:br>
            <a:br>
              <a:rPr lang="es-ES"/>
            </a:br>
            <a:r>
              <a:rPr lang="es-ES"/>
              <a:t>Esta diapositiva presenta un análisis comparativo de licencias de productos completos. La tabla proporciona una visión clara de los costos a lo largo de tres años para cada proveedor. Es fundamental destacar cómo estos costos se alinean con el presupuesto y las expectativas de la organización, así como la importancia de considerar no solo el costo inicial, sino también el costo total de propiedad a largo plazo. </a:t>
            </a:r>
            <a:br>
              <a:rPr lang="es-ES"/>
            </a:br>
            <a:r>
              <a:rPr lang="es-ES"/>
              <a:t>______</a:t>
            </a:r>
          </a:p>
          <a:p>
            <a:br>
              <a:rPr lang="es-ES"/>
            </a:br>
            <a:endParaRPr lang="es-ES"/>
          </a:p>
        </p:txBody>
      </p:sp>
      <p:sp>
        <p:nvSpPr>
          <p:cNvPr id="4" name="Marcador de número de diapositiva 3">
            <a:extLst>
              <a:ext uri="{FF2B5EF4-FFF2-40B4-BE49-F238E27FC236}">
                <a16:creationId xmlns:a16="http://schemas.microsoft.com/office/drawing/2014/main" id="{F6AC10F8-8166-6812-1ADF-26089209A6BB}"/>
              </a:ext>
            </a:extLst>
          </p:cNvPr>
          <p:cNvSpPr>
            <a:spLocks noGrp="1"/>
          </p:cNvSpPr>
          <p:nvPr>
            <p:ph type="sldNum" sz="quarter" idx="5"/>
          </p:nvPr>
        </p:nvSpPr>
        <p:spPr/>
        <p:txBody>
          <a:bodyPr/>
          <a:lstStyle/>
          <a:p>
            <a:fld id="{5C22C57D-1BB5-4968-A69A-829B3965BAAA}" type="slidenum">
              <a:rPr lang="es-ES" smtClean="0"/>
              <a:t>8</a:t>
            </a:fld>
            <a:endParaRPr lang="es-ES"/>
          </a:p>
        </p:txBody>
      </p:sp>
    </p:spTree>
    <p:extLst>
      <p:ext uri="{BB962C8B-B14F-4D97-AF65-F5344CB8AC3E}">
        <p14:creationId xmlns:p14="http://schemas.microsoft.com/office/powerpoint/2010/main" val="32924860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61ED9-03C3-D86B-5200-101C0067EF6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B6B55F0-4176-8645-117F-06B458390A7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4816993-6D33-E609-230A-470450AFCB0C}"/>
              </a:ext>
            </a:extLst>
          </p:cNvPr>
          <p:cNvSpPr>
            <a:spLocks noGrp="1"/>
          </p:cNvSpPr>
          <p:nvPr>
            <p:ph type="body" idx="1"/>
          </p:nvPr>
        </p:nvSpPr>
        <p:spPr/>
        <p:txBody>
          <a:bodyPr/>
          <a:lstStyle/>
          <a:p>
            <a:pPr>
              <a:buNone/>
            </a:pPr>
            <a:r>
              <a:rPr lang="es-ES"/>
              <a:t>Generado por Copilot</a:t>
            </a:r>
            <a:br>
              <a:rPr lang="es-ES"/>
            </a:br>
            <a:br>
              <a:rPr lang="es-ES"/>
            </a:br>
            <a:r>
              <a:rPr lang="es-ES"/>
              <a:t>Esta diapositiva presenta un análisis comparativo de licencias de productos completos. La tabla proporciona una visión clara de los costos a lo largo de tres años para cada proveedor. Es fundamental destacar cómo estos costos se alinean con el presupuesto y las expectativas de la organización, así como la importancia de considerar no solo el costo inicial, sino también el costo total de propiedad a largo plazo. </a:t>
            </a:r>
            <a:br>
              <a:rPr lang="es-ES"/>
            </a:br>
            <a:r>
              <a:rPr lang="es-ES"/>
              <a:t>______</a:t>
            </a:r>
          </a:p>
          <a:p>
            <a:br>
              <a:rPr lang="es-ES"/>
            </a:br>
            <a:endParaRPr lang="es-ES"/>
          </a:p>
        </p:txBody>
      </p:sp>
      <p:sp>
        <p:nvSpPr>
          <p:cNvPr id="4" name="Marcador de número de diapositiva 3">
            <a:extLst>
              <a:ext uri="{FF2B5EF4-FFF2-40B4-BE49-F238E27FC236}">
                <a16:creationId xmlns:a16="http://schemas.microsoft.com/office/drawing/2014/main" id="{6DD7FFF0-E0BB-11F9-0FA1-543D01786D13}"/>
              </a:ext>
            </a:extLst>
          </p:cNvPr>
          <p:cNvSpPr>
            <a:spLocks noGrp="1"/>
          </p:cNvSpPr>
          <p:nvPr>
            <p:ph type="sldNum" sz="quarter" idx="5"/>
          </p:nvPr>
        </p:nvSpPr>
        <p:spPr/>
        <p:txBody>
          <a:bodyPr/>
          <a:lstStyle/>
          <a:p>
            <a:fld id="{5C22C57D-1BB5-4968-A69A-829B3965BAAA}" type="slidenum">
              <a:rPr lang="es-ES" smtClean="0"/>
              <a:t>9</a:t>
            </a:fld>
            <a:endParaRPr lang="es-ES"/>
          </a:p>
        </p:txBody>
      </p:sp>
    </p:spTree>
    <p:extLst>
      <p:ext uri="{BB962C8B-B14F-4D97-AF65-F5344CB8AC3E}">
        <p14:creationId xmlns:p14="http://schemas.microsoft.com/office/powerpoint/2010/main" val="25133800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buNone/>
            </a:pPr>
            <a:r>
              <a:rPr lang="es-ES" dirty="0"/>
              <a:t>Generado por Copilot</a:t>
            </a:r>
            <a:br>
              <a:rPr lang="es-ES" dirty="0"/>
            </a:br>
            <a:br>
              <a:rPr lang="es-ES" dirty="0"/>
            </a:br>
            <a:r>
              <a:rPr lang="es-ES" dirty="0"/>
              <a:t>Aquí se presentan las conclusiones y la recomendación de solución HCM. La elección de Oracle Cloud HCM se justifica por su continuidad funcional y su capacidad para cubrir casi el 100% de los módulos requeridos. Es crucial enfatizar cómo esta solución no solo minimiza riesgos, sino que también permite una implementación escalonada, lo que es ideal para la organización. La mención de herramientas de migración y el respaldo técnico son puntos que pueden tranquilizar a la audiencia sobre la viabilidad del proyecto. </a:t>
            </a:r>
            <a:br>
              <a:rPr lang="es-ES" dirty="0"/>
            </a:br>
            <a:r>
              <a:rPr lang="es-ES" dirty="0"/>
              <a:t>______</a:t>
            </a:r>
          </a:p>
          <a:p>
            <a:br>
              <a:rPr lang="es-ES" dirty="0"/>
            </a:br>
            <a:endParaRPr lang="es-ES" dirty="0"/>
          </a:p>
        </p:txBody>
      </p:sp>
      <p:sp>
        <p:nvSpPr>
          <p:cNvPr id="4" name="Marcador de número de diapositiva 3"/>
          <p:cNvSpPr>
            <a:spLocks noGrp="1"/>
          </p:cNvSpPr>
          <p:nvPr>
            <p:ph type="sldNum" sz="quarter" idx="5"/>
          </p:nvPr>
        </p:nvSpPr>
        <p:spPr/>
        <p:txBody>
          <a:bodyPr/>
          <a:lstStyle/>
          <a:p>
            <a:fld id="{5C22C57D-1BB5-4968-A69A-829B3965BAAA}" type="slidenum">
              <a:rPr lang="es-ES" smtClean="0"/>
              <a:t>10</a:t>
            </a:fld>
            <a:endParaRPr lang="es-ES"/>
          </a:p>
        </p:txBody>
      </p:sp>
    </p:spTree>
    <p:extLst>
      <p:ext uri="{BB962C8B-B14F-4D97-AF65-F5344CB8AC3E}">
        <p14:creationId xmlns:p14="http://schemas.microsoft.com/office/powerpoint/2010/main" val="19496205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029C0-AD9B-8ECD-5D2C-317A6386EB2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45A5F65-2460-7083-D001-E085799B9EB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92D7551-5CFC-6284-E43D-722BF89CCB04}"/>
              </a:ext>
            </a:extLst>
          </p:cNvPr>
          <p:cNvSpPr>
            <a:spLocks noGrp="1"/>
          </p:cNvSpPr>
          <p:nvPr>
            <p:ph type="body" idx="1"/>
          </p:nvPr>
        </p:nvSpPr>
        <p:spPr/>
        <p:txBody>
          <a:bodyPr/>
          <a:lstStyle/>
          <a:p>
            <a:pPr>
              <a:buNone/>
            </a:pPr>
            <a:r>
              <a:rPr lang="es-ES" dirty="0"/>
              <a:t>Generado por Copilot</a:t>
            </a:r>
            <a:br>
              <a:rPr lang="es-ES" dirty="0"/>
            </a:br>
            <a:br>
              <a:rPr lang="es-ES" dirty="0"/>
            </a:br>
            <a:r>
              <a:rPr lang="es-ES" dirty="0"/>
              <a:t>Aquí se presentan las conclusiones y la recomendación de solución HCM. La elección de Oracle Cloud HCM se justifica por su continuidad funcional y su capacidad para cubrir casi el 100% de los módulos requeridos. Es crucial enfatizar cómo esta solución no solo minimiza riesgos, sino que también permite una implementación escalonada, lo que es ideal para la organización. La mención de herramientas de migración y el respaldo técnico son puntos que pueden tranquilizar a la audiencia sobre la viabilidad del proyecto. </a:t>
            </a:r>
            <a:br>
              <a:rPr lang="es-ES" dirty="0"/>
            </a:br>
            <a:r>
              <a:rPr lang="es-ES" dirty="0"/>
              <a:t>______</a:t>
            </a:r>
          </a:p>
          <a:p>
            <a:br>
              <a:rPr lang="es-ES" dirty="0"/>
            </a:br>
            <a:endParaRPr lang="es-ES" dirty="0"/>
          </a:p>
        </p:txBody>
      </p:sp>
      <p:sp>
        <p:nvSpPr>
          <p:cNvPr id="4" name="Marcador de número de diapositiva 3">
            <a:extLst>
              <a:ext uri="{FF2B5EF4-FFF2-40B4-BE49-F238E27FC236}">
                <a16:creationId xmlns:a16="http://schemas.microsoft.com/office/drawing/2014/main" id="{9987F35D-603D-6091-E7AE-D3C2F19A6D9D}"/>
              </a:ext>
            </a:extLst>
          </p:cNvPr>
          <p:cNvSpPr>
            <a:spLocks noGrp="1"/>
          </p:cNvSpPr>
          <p:nvPr>
            <p:ph type="sldNum" sz="quarter" idx="5"/>
          </p:nvPr>
        </p:nvSpPr>
        <p:spPr/>
        <p:txBody>
          <a:bodyPr/>
          <a:lstStyle/>
          <a:p>
            <a:fld id="{5C22C57D-1BB5-4968-A69A-829B3965BAAA}" type="slidenum">
              <a:rPr lang="es-ES" smtClean="0"/>
              <a:t>11</a:t>
            </a:fld>
            <a:endParaRPr lang="es-ES"/>
          </a:p>
        </p:txBody>
      </p:sp>
    </p:spTree>
    <p:extLst>
      <p:ext uri="{BB962C8B-B14F-4D97-AF65-F5344CB8AC3E}">
        <p14:creationId xmlns:p14="http://schemas.microsoft.com/office/powerpoint/2010/main" val="16417420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FEAA7-4789-BA22-5C14-29489926F25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6DFCC6F-7309-7BBA-D005-856DBAD648C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5D0EBA5-3275-1386-2E57-6A2534D9000B}"/>
              </a:ext>
            </a:extLst>
          </p:cNvPr>
          <p:cNvSpPr>
            <a:spLocks noGrp="1"/>
          </p:cNvSpPr>
          <p:nvPr>
            <p:ph type="body" idx="1"/>
          </p:nvPr>
        </p:nvSpPr>
        <p:spPr/>
        <p:txBody>
          <a:bodyPr/>
          <a:lstStyle/>
          <a:p>
            <a:pPr>
              <a:buNone/>
            </a:pPr>
            <a:r>
              <a:rPr lang="es-ES" dirty="0"/>
              <a:t>Generado por Copilot</a:t>
            </a:r>
            <a:br>
              <a:rPr lang="es-ES" dirty="0"/>
            </a:br>
            <a:br>
              <a:rPr lang="es-ES" dirty="0"/>
            </a:br>
            <a:r>
              <a:rPr lang="es-ES" dirty="0"/>
              <a:t>Aquí se presentan las conclusiones y la recomendación de solución HCM. La elección de Oracle Cloud HCM se justifica por su continuidad funcional y su capacidad para cubrir casi el 100% de los módulos requeridos. Es crucial enfatizar cómo esta solución no solo minimiza riesgos, sino que también permite una implementación escalonada, lo que es ideal para la organización. La mención de herramientas de migración y el respaldo técnico son puntos que pueden tranquilizar a la audiencia sobre la viabilidad del proyecto. </a:t>
            </a:r>
            <a:br>
              <a:rPr lang="es-ES" dirty="0"/>
            </a:br>
            <a:r>
              <a:rPr lang="es-ES" dirty="0"/>
              <a:t>______</a:t>
            </a:r>
          </a:p>
          <a:p>
            <a:br>
              <a:rPr lang="es-ES" dirty="0"/>
            </a:br>
            <a:endParaRPr lang="es-ES" dirty="0"/>
          </a:p>
        </p:txBody>
      </p:sp>
      <p:sp>
        <p:nvSpPr>
          <p:cNvPr id="4" name="Marcador de número de diapositiva 3">
            <a:extLst>
              <a:ext uri="{FF2B5EF4-FFF2-40B4-BE49-F238E27FC236}">
                <a16:creationId xmlns:a16="http://schemas.microsoft.com/office/drawing/2014/main" id="{2C7FF54E-D5DA-D521-E1AB-2B083D8E73C2}"/>
              </a:ext>
            </a:extLst>
          </p:cNvPr>
          <p:cNvSpPr>
            <a:spLocks noGrp="1"/>
          </p:cNvSpPr>
          <p:nvPr>
            <p:ph type="sldNum" sz="quarter" idx="5"/>
          </p:nvPr>
        </p:nvSpPr>
        <p:spPr/>
        <p:txBody>
          <a:bodyPr/>
          <a:lstStyle/>
          <a:p>
            <a:fld id="{5C22C57D-1BB5-4968-A69A-829B3965BAAA}" type="slidenum">
              <a:rPr lang="es-ES" smtClean="0"/>
              <a:t>12</a:t>
            </a:fld>
            <a:endParaRPr lang="es-ES"/>
          </a:p>
        </p:txBody>
      </p:sp>
    </p:spTree>
    <p:extLst>
      <p:ext uri="{BB962C8B-B14F-4D97-AF65-F5344CB8AC3E}">
        <p14:creationId xmlns:p14="http://schemas.microsoft.com/office/powerpoint/2010/main" val="8482562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D4D63-E900-7B54-DA70-18FBE52991E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EBB4112-EC95-42C6-8569-1EF7C22AEA3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C646A98-8963-A604-6F61-C42026A9BCFC}"/>
              </a:ext>
            </a:extLst>
          </p:cNvPr>
          <p:cNvSpPr>
            <a:spLocks noGrp="1"/>
          </p:cNvSpPr>
          <p:nvPr>
            <p:ph type="body" idx="1"/>
          </p:nvPr>
        </p:nvSpPr>
        <p:spPr/>
        <p:txBody>
          <a:bodyPr/>
          <a:lstStyle/>
          <a:p>
            <a:pPr>
              <a:buNone/>
            </a:pPr>
            <a:r>
              <a:rPr lang="es-ES" dirty="0"/>
              <a:t>Generado por Copilot</a:t>
            </a:r>
            <a:br>
              <a:rPr lang="es-ES" dirty="0"/>
            </a:br>
            <a:br>
              <a:rPr lang="es-ES" dirty="0"/>
            </a:br>
            <a:r>
              <a:rPr lang="es-ES" dirty="0"/>
              <a:t>Aquí se presentan las conclusiones y la recomendación de solución HCM. La elección de Oracle Cloud HCM se justifica por su continuidad funcional y su capacidad para cubrir casi el 100% de los módulos requeridos. Es crucial enfatizar cómo esta solución no solo minimiza riesgos, sino que también permite una implementación escalonada, lo que es ideal para la organización. La mención de herramientas de migración y el respaldo técnico son puntos que pueden tranquilizar a la audiencia sobre la viabilidad del proyecto. </a:t>
            </a:r>
            <a:br>
              <a:rPr lang="es-ES" dirty="0"/>
            </a:br>
            <a:r>
              <a:rPr lang="es-ES" dirty="0"/>
              <a:t>______</a:t>
            </a:r>
          </a:p>
          <a:p>
            <a:br>
              <a:rPr lang="es-ES" dirty="0"/>
            </a:br>
            <a:endParaRPr lang="es-ES" dirty="0"/>
          </a:p>
        </p:txBody>
      </p:sp>
      <p:sp>
        <p:nvSpPr>
          <p:cNvPr id="4" name="Marcador de número de diapositiva 3">
            <a:extLst>
              <a:ext uri="{FF2B5EF4-FFF2-40B4-BE49-F238E27FC236}">
                <a16:creationId xmlns:a16="http://schemas.microsoft.com/office/drawing/2014/main" id="{03F718CD-3D59-70BD-C159-094E539271C1}"/>
              </a:ext>
            </a:extLst>
          </p:cNvPr>
          <p:cNvSpPr>
            <a:spLocks noGrp="1"/>
          </p:cNvSpPr>
          <p:nvPr>
            <p:ph type="sldNum" sz="quarter" idx="5"/>
          </p:nvPr>
        </p:nvSpPr>
        <p:spPr/>
        <p:txBody>
          <a:bodyPr/>
          <a:lstStyle/>
          <a:p>
            <a:fld id="{5C22C57D-1BB5-4968-A69A-829B3965BAAA}" type="slidenum">
              <a:rPr lang="es-ES" smtClean="0"/>
              <a:t>13</a:t>
            </a:fld>
            <a:endParaRPr lang="es-ES"/>
          </a:p>
        </p:txBody>
      </p:sp>
    </p:spTree>
    <p:extLst>
      <p:ext uri="{BB962C8B-B14F-4D97-AF65-F5344CB8AC3E}">
        <p14:creationId xmlns:p14="http://schemas.microsoft.com/office/powerpoint/2010/main" val="26673368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C027-A2C8-AB41-9259-8520B54525A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2CCED4F-8DF0-862F-5374-B1A1786B879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C5D7EAC-F816-CE2D-1FCA-0D05A33557FA}"/>
              </a:ext>
            </a:extLst>
          </p:cNvPr>
          <p:cNvSpPr>
            <a:spLocks noGrp="1"/>
          </p:cNvSpPr>
          <p:nvPr>
            <p:ph type="body" idx="1"/>
          </p:nvPr>
        </p:nvSpPr>
        <p:spPr/>
        <p:txBody>
          <a:bodyPr/>
          <a:lstStyle/>
          <a:p>
            <a:pPr>
              <a:buNone/>
            </a:pPr>
            <a:r>
              <a:rPr lang="es-ES" dirty="0"/>
              <a:t>Generado por Copilot</a:t>
            </a:r>
            <a:br>
              <a:rPr lang="es-ES" dirty="0"/>
            </a:br>
            <a:br>
              <a:rPr lang="es-ES" dirty="0"/>
            </a:br>
            <a:r>
              <a:rPr lang="es-ES" dirty="0"/>
              <a:t>La conclusión final reafirma la recomendación de Oracle Cloud HCM como la opción más segura y eficiente. Es importante destacar que la propuesta incluye un plan de implantación gradual, lo que permite a la organización adaptarse sin comprometer su operativa. La integración de IA y analítica en tiempo real son aspectos que pueden ser muy atractivos para la audiencia, ya que reflejan una modernización efectiva de la plataforma HCM. </a:t>
            </a:r>
            <a:br>
              <a:rPr lang="es-ES" dirty="0"/>
            </a:br>
            <a:r>
              <a:rPr lang="es-ES" dirty="0"/>
              <a:t>______</a:t>
            </a:r>
          </a:p>
          <a:p>
            <a:br>
              <a:rPr lang="es-ES" dirty="0"/>
            </a:br>
            <a:endParaRPr lang="es-ES" dirty="0"/>
          </a:p>
        </p:txBody>
      </p:sp>
      <p:sp>
        <p:nvSpPr>
          <p:cNvPr id="4" name="Marcador de número de diapositiva 3">
            <a:extLst>
              <a:ext uri="{FF2B5EF4-FFF2-40B4-BE49-F238E27FC236}">
                <a16:creationId xmlns:a16="http://schemas.microsoft.com/office/drawing/2014/main" id="{63B329A9-4082-882A-0A43-337E2DEA9E73}"/>
              </a:ext>
            </a:extLst>
          </p:cNvPr>
          <p:cNvSpPr>
            <a:spLocks noGrp="1"/>
          </p:cNvSpPr>
          <p:nvPr>
            <p:ph type="sldNum" sz="quarter" idx="5"/>
          </p:nvPr>
        </p:nvSpPr>
        <p:spPr/>
        <p:txBody>
          <a:bodyPr/>
          <a:lstStyle/>
          <a:p>
            <a:fld id="{5C22C57D-1BB5-4968-A69A-829B3965BAAA}" type="slidenum">
              <a:rPr lang="es-ES" smtClean="0"/>
              <a:t>15</a:t>
            </a:fld>
            <a:endParaRPr lang="es-ES"/>
          </a:p>
        </p:txBody>
      </p:sp>
    </p:spTree>
    <p:extLst>
      <p:ext uri="{BB962C8B-B14F-4D97-AF65-F5344CB8AC3E}">
        <p14:creationId xmlns:p14="http://schemas.microsoft.com/office/powerpoint/2010/main" val="35718268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64D516-955D-5BCF-DF14-14F3912066A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DE61E488-ED5B-C8A8-A931-52913ECDC8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7CAFF52D-B63B-0EF3-0317-48DD248F0AF3}"/>
              </a:ext>
            </a:extLst>
          </p:cNvPr>
          <p:cNvSpPr>
            <a:spLocks noGrp="1"/>
          </p:cNvSpPr>
          <p:nvPr>
            <p:ph type="dt" sz="half" idx="10"/>
          </p:nvPr>
        </p:nvSpPr>
        <p:spPr/>
        <p:txBody>
          <a:bodyPr/>
          <a:lstStyle/>
          <a:p>
            <a:fld id="{DF80082A-7C9E-411E-B7FA-FDCAEA81F369}" type="datetimeFigureOut">
              <a:rPr lang="es-ES" smtClean="0"/>
              <a:t>12/11/2025</a:t>
            </a:fld>
            <a:endParaRPr lang="es-ES"/>
          </a:p>
        </p:txBody>
      </p:sp>
      <p:sp>
        <p:nvSpPr>
          <p:cNvPr id="5" name="Marcador de pie de página 4">
            <a:extLst>
              <a:ext uri="{FF2B5EF4-FFF2-40B4-BE49-F238E27FC236}">
                <a16:creationId xmlns:a16="http://schemas.microsoft.com/office/drawing/2014/main" id="{E747B5CF-38FE-E98A-FC09-B42C19DC6919}"/>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1B7910DB-E6B4-EF73-D976-74BE0705BFFE}"/>
              </a:ext>
            </a:extLst>
          </p:cNvPr>
          <p:cNvSpPr>
            <a:spLocks noGrp="1"/>
          </p:cNvSpPr>
          <p:nvPr>
            <p:ph type="sldNum" sz="quarter" idx="12"/>
          </p:nvPr>
        </p:nvSpPr>
        <p:spPr/>
        <p:txBody>
          <a:bodyPr/>
          <a:lstStyle/>
          <a:p>
            <a:fld id="{22FEAF4E-685F-458A-A4C4-193AD15339BA}" type="slidenum">
              <a:rPr lang="es-ES" smtClean="0"/>
              <a:t>‹Nº›</a:t>
            </a:fld>
            <a:endParaRPr lang="es-ES"/>
          </a:p>
        </p:txBody>
      </p:sp>
    </p:spTree>
    <p:extLst>
      <p:ext uri="{BB962C8B-B14F-4D97-AF65-F5344CB8AC3E}">
        <p14:creationId xmlns:p14="http://schemas.microsoft.com/office/powerpoint/2010/main" val="24351017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F3566D-14EA-CDF5-65ED-1CF04321B6C4}"/>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232BC8DF-EF37-22CD-2C91-712DE8C63F6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1EB97FDA-92C5-1613-A256-0BC2E9237535}"/>
              </a:ext>
            </a:extLst>
          </p:cNvPr>
          <p:cNvSpPr>
            <a:spLocks noGrp="1"/>
          </p:cNvSpPr>
          <p:nvPr>
            <p:ph type="dt" sz="half" idx="10"/>
          </p:nvPr>
        </p:nvSpPr>
        <p:spPr/>
        <p:txBody>
          <a:bodyPr/>
          <a:lstStyle/>
          <a:p>
            <a:fld id="{DF80082A-7C9E-411E-B7FA-FDCAEA81F369}" type="datetimeFigureOut">
              <a:rPr lang="es-ES" smtClean="0"/>
              <a:t>12/11/2025</a:t>
            </a:fld>
            <a:endParaRPr lang="es-ES"/>
          </a:p>
        </p:txBody>
      </p:sp>
      <p:sp>
        <p:nvSpPr>
          <p:cNvPr id="5" name="Marcador de pie de página 4">
            <a:extLst>
              <a:ext uri="{FF2B5EF4-FFF2-40B4-BE49-F238E27FC236}">
                <a16:creationId xmlns:a16="http://schemas.microsoft.com/office/drawing/2014/main" id="{FFC86E45-ABFF-A44B-E1BC-A8445658D909}"/>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1C31BB1-5347-5CCE-C47F-627A25215714}"/>
              </a:ext>
            </a:extLst>
          </p:cNvPr>
          <p:cNvSpPr>
            <a:spLocks noGrp="1"/>
          </p:cNvSpPr>
          <p:nvPr>
            <p:ph type="sldNum" sz="quarter" idx="12"/>
          </p:nvPr>
        </p:nvSpPr>
        <p:spPr/>
        <p:txBody>
          <a:bodyPr/>
          <a:lstStyle/>
          <a:p>
            <a:fld id="{22FEAF4E-685F-458A-A4C4-193AD15339BA}" type="slidenum">
              <a:rPr lang="es-ES" smtClean="0"/>
              <a:t>‹Nº›</a:t>
            </a:fld>
            <a:endParaRPr lang="es-ES"/>
          </a:p>
        </p:txBody>
      </p:sp>
    </p:spTree>
    <p:extLst>
      <p:ext uri="{BB962C8B-B14F-4D97-AF65-F5344CB8AC3E}">
        <p14:creationId xmlns:p14="http://schemas.microsoft.com/office/powerpoint/2010/main" val="2705735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0CB503-FE64-177F-36E0-B4BD0B18722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A2CA91B6-E186-F6E8-27FD-C034587BC2F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C940E41B-11FB-1FD3-1571-DF79AC37BD2A}"/>
              </a:ext>
            </a:extLst>
          </p:cNvPr>
          <p:cNvSpPr>
            <a:spLocks noGrp="1"/>
          </p:cNvSpPr>
          <p:nvPr>
            <p:ph type="dt" sz="half" idx="10"/>
          </p:nvPr>
        </p:nvSpPr>
        <p:spPr/>
        <p:txBody>
          <a:bodyPr/>
          <a:lstStyle/>
          <a:p>
            <a:fld id="{DF80082A-7C9E-411E-B7FA-FDCAEA81F369}" type="datetimeFigureOut">
              <a:rPr lang="es-ES" smtClean="0"/>
              <a:t>12/11/2025</a:t>
            </a:fld>
            <a:endParaRPr lang="es-ES"/>
          </a:p>
        </p:txBody>
      </p:sp>
      <p:sp>
        <p:nvSpPr>
          <p:cNvPr id="5" name="Marcador de pie de página 4">
            <a:extLst>
              <a:ext uri="{FF2B5EF4-FFF2-40B4-BE49-F238E27FC236}">
                <a16:creationId xmlns:a16="http://schemas.microsoft.com/office/drawing/2014/main" id="{D58DD9AD-5419-7A14-1C4D-BEE95B550CD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A0E9277C-FA90-7A4D-3E50-D1EC546C14DC}"/>
              </a:ext>
            </a:extLst>
          </p:cNvPr>
          <p:cNvSpPr>
            <a:spLocks noGrp="1"/>
          </p:cNvSpPr>
          <p:nvPr>
            <p:ph type="sldNum" sz="quarter" idx="12"/>
          </p:nvPr>
        </p:nvSpPr>
        <p:spPr/>
        <p:txBody>
          <a:bodyPr/>
          <a:lstStyle/>
          <a:p>
            <a:fld id="{22FEAF4E-685F-458A-A4C4-193AD15339BA}" type="slidenum">
              <a:rPr lang="es-ES" smtClean="0"/>
              <a:t>‹Nº›</a:t>
            </a:fld>
            <a:endParaRPr lang="es-ES"/>
          </a:p>
        </p:txBody>
      </p:sp>
    </p:spTree>
    <p:extLst>
      <p:ext uri="{BB962C8B-B14F-4D97-AF65-F5344CB8AC3E}">
        <p14:creationId xmlns:p14="http://schemas.microsoft.com/office/powerpoint/2010/main" val="292766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DB5CBF-56C2-CA72-75FB-1A75A2C76FE1}"/>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678E8894-4BF4-A23D-E841-6FED373A7DA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729AB521-A8F1-02E4-C6C1-02F0339CE50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23631FFD-21EC-C362-C9DC-3E23D8BCED95}"/>
              </a:ext>
            </a:extLst>
          </p:cNvPr>
          <p:cNvSpPr>
            <a:spLocks noGrp="1"/>
          </p:cNvSpPr>
          <p:nvPr>
            <p:ph type="dt" sz="half" idx="10"/>
          </p:nvPr>
        </p:nvSpPr>
        <p:spPr/>
        <p:txBody>
          <a:bodyPr/>
          <a:lstStyle/>
          <a:p>
            <a:fld id="{DF80082A-7C9E-411E-B7FA-FDCAEA81F369}" type="datetimeFigureOut">
              <a:rPr lang="es-ES" smtClean="0"/>
              <a:t>12/11/2025</a:t>
            </a:fld>
            <a:endParaRPr lang="es-ES"/>
          </a:p>
        </p:txBody>
      </p:sp>
      <p:sp>
        <p:nvSpPr>
          <p:cNvPr id="6" name="Marcador de pie de página 5">
            <a:extLst>
              <a:ext uri="{FF2B5EF4-FFF2-40B4-BE49-F238E27FC236}">
                <a16:creationId xmlns:a16="http://schemas.microsoft.com/office/drawing/2014/main" id="{4EAC2016-D2A7-7133-EA9C-9BD98BD1AA01}"/>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848FAE4F-949E-0CB0-21CF-FB41148D5615}"/>
              </a:ext>
            </a:extLst>
          </p:cNvPr>
          <p:cNvSpPr>
            <a:spLocks noGrp="1"/>
          </p:cNvSpPr>
          <p:nvPr>
            <p:ph type="sldNum" sz="quarter" idx="12"/>
          </p:nvPr>
        </p:nvSpPr>
        <p:spPr/>
        <p:txBody>
          <a:bodyPr/>
          <a:lstStyle/>
          <a:p>
            <a:fld id="{22FEAF4E-685F-458A-A4C4-193AD15339BA}" type="slidenum">
              <a:rPr lang="es-ES" smtClean="0"/>
              <a:t>‹Nº›</a:t>
            </a:fld>
            <a:endParaRPr lang="es-ES"/>
          </a:p>
        </p:txBody>
      </p:sp>
    </p:spTree>
    <p:extLst>
      <p:ext uri="{BB962C8B-B14F-4D97-AF65-F5344CB8AC3E}">
        <p14:creationId xmlns:p14="http://schemas.microsoft.com/office/powerpoint/2010/main" val="3761633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453C93-6609-382D-9A7F-D4D1C406A520}"/>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386CC064-E9CE-0C38-4353-57F3FF3E7E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44C8C84-586D-0C4D-ADE5-2321C46C96D2}"/>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AF1BBAD4-26BE-8868-6676-9614586272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77E0045-A85B-5022-1765-B1C81F190A6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980B2F91-9D4E-7996-2198-BD3EFAF8FEAE}"/>
              </a:ext>
            </a:extLst>
          </p:cNvPr>
          <p:cNvSpPr>
            <a:spLocks noGrp="1"/>
          </p:cNvSpPr>
          <p:nvPr>
            <p:ph type="dt" sz="half" idx="10"/>
          </p:nvPr>
        </p:nvSpPr>
        <p:spPr/>
        <p:txBody>
          <a:bodyPr/>
          <a:lstStyle/>
          <a:p>
            <a:fld id="{DF80082A-7C9E-411E-B7FA-FDCAEA81F369}" type="datetimeFigureOut">
              <a:rPr lang="es-ES" smtClean="0"/>
              <a:t>12/11/2025</a:t>
            </a:fld>
            <a:endParaRPr lang="es-ES"/>
          </a:p>
        </p:txBody>
      </p:sp>
      <p:sp>
        <p:nvSpPr>
          <p:cNvPr id="8" name="Marcador de pie de página 7">
            <a:extLst>
              <a:ext uri="{FF2B5EF4-FFF2-40B4-BE49-F238E27FC236}">
                <a16:creationId xmlns:a16="http://schemas.microsoft.com/office/drawing/2014/main" id="{2670A401-A09B-657C-2600-28B204CF68C9}"/>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15916AD7-435A-D4CA-D770-348FDD09AD7D}"/>
              </a:ext>
            </a:extLst>
          </p:cNvPr>
          <p:cNvSpPr>
            <a:spLocks noGrp="1"/>
          </p:cNvSpPr>
          <p:nvPr>
            <p:ph type="sldNum" sz="quarter" idx="12"/>
          </p:nvPr>
        </p:nvSpPr>
        <p:spPr/>
        <p:txBody>
          <a:bodyPr/>
          <a:lstStyle/>
          <a:p>
            <a:fld id="{22FEAF4E-685F-458A-A4C4-193AD15339BA}" type="slidenum">
              <a:rPr lang="es-ES" smtClean="0"/>
              <a:t>‹Nº›</a:t>
            </a:fld>
            <a:endParaRPr lang="es-ES"/>
          </a:p>
        </p:txBody>
      </p:sp>
    </p:spTree>
    <p:extLst>
      <p:ext uri="{BB962C8B-B14F-4D97-AF65-F5344CB8AC3E}">
        <p14:creationId xmlns:p14="http://schemas.microsoft.com/office/powerpoint/2010/main" val="11805559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F8B57A-2EBD-EBED-C564-75BCDD48D5FA}"/>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73F33BAA-783F-2FA1-1623-745B3D6161DA}"/>
              </a:ext>
            </a:extLst>
          </p:cNvPr>
          <p:cNvSpPr>
            <a:spLocks noGrp="1"/>
          </p:cNvSpPr>
          <p:nvPr>
            <p:ph type="dt" sz="half" idx="10"/>
          </p:nvPr>
        </p:nvSpPr>
        <p:spPr/>
        <p:txBody>
          <a:bodyPr/>
          <a:lstStyle/>
          <a:p>
            <a:fld id="{DF80082A-7C9E-411E-B7FA-FDCAEA81F369}" type="datetimeFigureOut">
              <a:rPr lang="es-ES" smtClean="0"/>
              <a:t>12/11/2025</a:t>
            </a:fld>
            <a:endParaRPr lang="es-ES"/>
          </a:p>
        </p:txBody>
      </p:sp>
      <p:sp>
        <p:nvSpPr>
          <p:cNvPr id="4" name="Marcador de pie de página 3">
            <a:extLst>
              <a:ext uri="{FF2B5EF4-FFF2-40B4-BE49-F238E27FC236}">
                <a16:creationId xmlns:a16="http://schemas.microsoft.com/office/drawing/2014/main" id="{643EF02E-7FCE-23F4-58E5-287F941F7878}"/>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1CA40E59-EE5B-F5DA-2096-039552FBF932}"/>
              </a:ext>
            </a:extLst>
          </p:cNvPr>
          <p:cNvSpPr>
            <a:spLocks noGrp="1"/>
          </p:cNvSpPr>
          <p:nvPr>
            <p:ph type="sldNum" sz="quarter" idx="12"/>
          </p:nvPr>
        </p:nvSpPr>
        <p:spPr/>
        <p:txBody>
          <a:bodyPr/>
          <a:lstStyle/>
          <a:p>
            <a:fld id="{22FEAF4E-685F-458A-A4C4-193AD15339BA}" type="slidenum">
              <a:rPr lang="es-ES" smtClean="0"/>
              <a:t>‹Nº›</a:t>
            </a:fld>
            <a:endParaRPr lang="es-ES"/>
          </a:p>
        </p:txBody>
      </p:sp>
    </p:spTree>
    <p:extLst>
      <p:ext uri="{BB962C8B-B14F-4D97-AF65-F5344CB8AC3E}">
        <p14:creationId xmlns:p14="http://schemas.microsoft.com/office/powerpoint/2010/main" val="9612499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FCB1F92-E63F-BA2D-B3A6-84D0BF666AEC}"/>
              </a:ext>
            </a:extLst>
          </p:cNvPr>
          <p:cNvSpPr>
            <a:spLocks noGrp="1"/>
          </p:cNvSpPr>
          <p:nvPr>
            <p:ph type="dt" sz="half" idx="10"/>
          </p:nvPr>
        </p:nvSpPr>
        <p:spPr/>
        <p:txBody>
          <a:bodyPr/>
          <a:lstStyle/>
          <a:p>
            <a:fld id="{DF80082A-7C9E-411E-B7FA-FDCAEA81F369}" type="datetimeFigureOut">
              <a:rPr lang="es-ES" smtClean="0"/>
              <a:t>12/11/2025</a:t>
            </a:fld>
            <a:endParaRPr lang="es-ES"/>
          </a:p>
        </p:txBody>
      </p:sp>
      <p:sp>
        <p:nvSpPr>
          <p:cNvPr id="3" name="Marcador de pie de página 2">
            <a:extLst>
              <a:ext uri="{FF2B5EF4-FFF2-40B4-BE49-F238E27FC236}">
                <a16:creationId xmlns:a16="http://schemas.microsoft.com/office/drawing/2014/main" id="{B24346DD-DC5B-B5DF-143B-DEAEEDF08284}"/>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2894568E-F1BB-DADF-3335-A285D9C18691}"/>
              </a:ext>
            </a:extLst>
          </p:cNvPr>
          <p:cNvSpPr>
            <a:spLocks noGrp="1"/>
          </p:cNvSpPr>
          <p:nvPr>
            <p:ph type="sldNum" sz="quarter" idx="12"/>
          </p:nvPr>
        </p:nvSpPr>
        <p:spPr/>
        <p:txBody>
          <a:bodyPr/>
          <a:lstStyle/>
          <a:p>
            <a:fld id="{22FEAF4E-685F-458A-A4C4-193AD15339BA}" type="slidenum">
              <a:rPr lang="es-ES" smtClean="0"/>
              <a:t>‹Nº›</a:t>
            </a:fld>
            <a:endParaRPr lang="es-ES"/>
          </a:p>
        </p:txBody>
      </p:sp>
    </p:spTree>
    <p:extLst>
      <p:ext uri="{BB962C8B-B14F-4D97-AF65-F5344CB8AC3E}">
        <p14:creationId xmlns:p14="http://schemas.microsoft.com/office/powerpoint/2010/main" val="2658323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B72B43-7159-4D9E-40C4-24807870F2D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5CD6A9DC-253B-50AE-81A9-66CE80166C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1A3F8FB9-A901-3B6A-66E4-757504D18C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1C63318-EE9A-82EE-1CC7-B2A28FE240E6}"/>
              </a:ext>
            </a:extLst>
          </p:cNvPr>
          <p:cNvSpPr>
            <a:spLocks noGrp="1"/>
          </p:cNvSpPr>
          <p:nvPr>
            <p:ph type="dt" sz="half" idx="10"/>
          </p:nvPr>
        </p:nvSpPr>
        <p:spPr/>
        <p:txBody>
          <a:bodyPr/>
          <a:lstStyle/>
          <a:p>
            <a:fld id="{DF80082A-7C9E-411E-B7FA-FDCAEA81F369}" type="datetimeFigureOut">
              <a:rPr lang="es-ES" smtClean="0"/>
              <a:t>12/11/2025</a:t>
            </a:fld>
            <a:endParaRPr lang="es-ES"/>
          </a:p>
        </p:txBody>
      </p:sp>
      <p:sp>
        <p:nvSpPr>
          <p:cNvPr id="6" name="Marcador de pie de página 5">
            <a:extLst>
              <a:ext uri="{FF2B5EF4-FFF2-40B4-BE49-F238E27FC236}">
                <a16:creationId xmlns:a16="http://schemas.microsoft.com/office/drawing/2014/main" id="{0A787A14-70E8-C473-1E64-8AE96483F5B3}"/>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B119B6EB-0605-6F6A-3F65-21A304943AF2}"/>
              </a:ext>
            </a:extLst>
          </p:cNvPr>
          <p:cNvSpPr>
            <a:spLocks noGrp="1"/>
          </p:cNvSpPr>
          <p:nvPr>
            <p:ph type="sldNum" sz="quarter" idx="12"/>
          </p:nvPr>
        </p:nvSpPr>
        <p:spPr/>
        <p:txBody>
          <a:bodyPr/>
          <a:lstStyle/>
          <a:p>
            <a:fld id="{22FEAF4E-685F-458A-A4C4-193AD15339BA}" type="slidenum">
              <a:rPr lang="es-ES" smtClean="0"/>
              <a:t>‹Nº›</a:t>
            </a:fld>
            <a:endParaRPr lang="es-ES"/>
          </a:p>
        </p:txBody>
      </p:sp>
    </p:spTree>
    <p:extLst>
      <p:ext uri="{BB962C8B-B14F-4D97-AF65-F5344CB8AC3E}">
        <p14:creationId xmlns:p14="http://schemas.microsoft.com/office/powerpoint/2010/main" val="13455318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52CD3C-0B8C-D391-FD88-D6F112DDC3B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252DBFDE-2A68-AA04-965D-9D39F6A671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3A788D5F-67F6-F73A-21E3-6B29D7622E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652BA31-B38D-B9B9-A0AB-8D8F7B36D6A6}"/>
              </a:ext>
            </a:extLst>
          </p:cNvPr>
          <p:cNvSpPr>
            <a:spLocks noGrp="1"/>
          </p:cNvSpPr>
          <p:nvPr>
            <p:ph type="dt" sz="half" idx="10"/>
          </p:nvPr>
        </p:nvSpPr>
        <p:spPr/>
        <p:txBody>
          <a:bodyPr/>
          <a:lstStyle/>
          <a:p>
            <a:fld id="{DF80082A-7C9E-411E-B7FA-FDCAEA81F369}" type="datetimeFigureOut">
              <a:rPr lang="es-ES" smtClean="0"/>
              <a:t>12/11/2025</a:t>
            </a:fld>
            <a:endParaRPr lang="es-ES"/>
          </a:p>
        </p:txBody>
      </p:sp>
      <p:sp>
        <p:nvSpPr>
          <p:cNvPr id="6" name="Marcador de pie de página 5">
            <a:extLst>
              <a:ext uri="{FF2B5EF4-FFF2-40B4-BE49-F238E27FC236}">
                <a16:creationId xmlns:a16="http://schemas.microsoft.com/office/drawing/2014/main" id="{78BE099E-7488-C0E0-2C5E-551816E6895D}"/>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D7EB5F74-BC9C-6CEA-7EC7-E9B9439F9054}"/>
              </a:ext>
            </a:extLst>
          </p:cNvPr>
          <p:cNvSpPr>
            <a:spLocks noGrp="1"/>
          </p:cNvSpPr>
          <p:nvPr>
            <p:ph type="sldNum" sz="quarter" idx="12"/>
          </p:nvPr>
        </p:nvSpPr>
        <p:spPr/>
        <p:txBody>
          <a:bodyPr/>
          <a:lstStyle/>
          <a:p>
            <a:fld id="{22FEAF4E-685F-458A-A4C4-193AD15339BA}" type="slidenum">
              <a:rPr lang="es-ES" smtClean="0"/>
              <a:t>‹Nº›</a:t>
            </a:fld>
            <a:endParaRPr lang="es-ES"/>
          </a:p>
        </p:txBody>
      </p:sp>
    </p:spTree>
    <p:extLst>
      <p:ext uri="{BB962C8B-B14F-4D97-AF65-F5344CB8AC3E}">
        <p14:creationId xmlns:p14="http://schemas.microsoft.com/office/powerpoint/2010/main" val="13952140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F21BC1-DAAF-0AB2-CFB3-4FEE189DCA3B}"/>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F3658179-F622-C4E4-4016-AB201AC4518E}"/>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95615DB5-4D86-6B73-2767-43F4594B62F0}"/>
              </a:ext>
            </a:extLst>
          </p:cNvPr>
          <p:cNvSpPr>
            <a:spLocks noGrp="1"/>
          </p:cNvSpPr>
          <p:nvPr>
            <p:ph type="dt" sz="half" idx="10"/>
          </p:nvPr>
        </p:nvSpPr>
        <p:spPr/>
        <p:txBody>
          <a:bodyPr/>
          <a:lstStyle/>
          <a:p>
            <a:fld id="{DF80082A-7C9E-411E-B7FA-FDCAEA81F369}" type="datetimeFigureOut">
              <a:rPr lang="es-ES" smtClean="0"/>
              <a:t>12/11/2025</a:t>
            </a:fld>
            <a:endParaRPr lang="es-ES"/>
          </a:p>
        </p:txBody>
      </p:sp>
      <p:sp>
        <p:nvSpPr>
          <p:cNvPr id="5" name="Marcador de pie de página 4">
            <a:extLst>
              <a:ext uri="{FF2B5EF4-FFF2-40B4-BE49-F238E27FC236}">
                <a16:creationId xmlns:a16="http://schemas.microsoft.com/office/drawing/2014/main" id="{A845FE33-9833-1A8F-BF7F-32C5D608CC6B}"/>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66E2E88-2417-163E-71BD-55ECE8B7DF72}"/>
              </a:ext>
            </a:extLst>
          </p:cNvPr>
          <p:cNvSpPr>
            <a:spLocks noGrp="1"/>
          </p:cNvSpPr>
          <p:nvPr>
            <p:ph type="sldNum" sz="quarter" idx="12"/>
          </p:nvPr>
        </p:nvSpPr>
        <p:spPr/>
        <p:txBody>
          <a:bodyPr/>
          <a:lstStyle/>
          <a:p>
            <a:fld id="{22FEAF4E-685F-458A-A4C4-193AD15339BA}" type="slidenum">
              <a:rPr lang="es-ES" smtClean="0"/>
              <a:t>‹Nº›</a:t>
            </a:fld>
            <a:endParaRPr lang="es-ES"/>
          </a:p>
        </p:txBody>
      </p:sp>
    </p:spTree>
    <p:extLst>
      <p:ext uri="{BB962C8B-B14F-4D97-AF65-F5344CB8AC3E}">
        <p14:creationId xmlns:p14="http://schemas.microsoft.com/office/powerpoint/2010/main" val="3751516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1291654-7B22-8E44-C5D6-EA9E62B38BC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DB855DDD-4D4F-742F-3835-F46EDA49507B}"/>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A5010857-3B84-C79C-8C76-F2ED5DA4EF2D}"/>
              </a:ext>
            </a:extLst>
          </p:cNvPr>
          <p:cNvSpPr>
            <a:spLocks noGrp="1"/>
          </p:cNvSpPr>
          <p:nvPr>
            <p:ph type="dt" sz="half" idx="10"/>
          </p:nvPr>
        </p:nvSpPr>
        <p:spPr/>
        <p:txBody>
          <a:bodyPr/>
          <a:lstStyle/>
          <a:p>
            <a:fld id="{DF80082A-7C9E-411E-B7FA-FDCAEA81F369}" type="datetimeFigureOut">
              <a:rPr lang="es-ES" smtClean="0"/>
              <a:t>12/11/2025</a:t>
            </a:fld>
            <a:endParaRPr lang="es-ES"/>
          </a:p>
        </p:txBody>
      </p:sp>
      <p:sp>
        <p:nvSpPr>
          <p:cNvPr id="5" name="Marcador de pie de página 4">
            <a:extLst>
              <a:ext uri="{FF2B5EF4-FFF2-40B4-BE49-F238E27FC236}">
                <a16:creationId xmlns:a16="http://schemas.microsoft.com/office/drawing/2014/main" id="{BC4AEA07-844B-8A64-AC4D-4F051D0E5C7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6C48C138-48EE-C264-2BD1-D4CEBD686638}"/>
              </a:ext>
            </a:extLst>
          </p:cNvPr>
          <p:cNvSpPr>
            <a:spLocks noGrp="1"/>
          </p:cNvSpPr>
          <p:nvPr>
            <p:ph type="sldNum" sz="quarter" idx="12"/>
          </p:nvPr>
        </p:nvSpPr>
        <p:spPr/>
        <p:txBody>
          <a:bodyPr/>
          <a:lstStyle/>
          <a:p>
            <a:fld id="{22FEAF4E-685F-458A-A4C4-193AD15339BA}" type="slidenum">
              <a:rPr lang="es-ES" smtClean="0"/>
              <a:t>‹Nº›</a:t>
            </a:fld>
            <a:endParaRPr lang="es-ES"/>
          </a:p>
        </p:txBody>
      </p:sp>
    </p:spTree>
    <p:extLst>
      <p:ext uri="{BB962C8B-B14F-4D97-AF65-F5344CB8AC3E}">
        <p14:creationId xmlns:p14="http://schemas.microsoft.com/office/powerpoint/2010/main" val="23088134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5">
    <p:bg>
      <p:bgPr>
        <a:solidFill>
          <a:srgbClr val="CC3333"/>
        </a:solidFill>
        <a:effectLst/>
      </p:bgPr>
    </p:bg>
    <p:spTree>
      <p:nvGrpSpPr>
        <p:cNvPr id="1" name=""/>
        <p:cNvGrpSpPr/>
        <p:nvPr/>
      </p:nvGrpSpPr>
      <p:grpSpPr>
        <a:xfrm>
          <a:off x="0" y="0"/>
          <a:ext cx="0" cy="0"/>
          <a:chOff x="0" y="0"/>
          <a:chExt cx="0" cy="0"/>
        </a:xfrm>
      </p:grpSpPr>
      <p:pic>
        <p:nvPicPr>
          <p:cNvPr id="4" name="iStock-1355274321-ret 1" descr="preencoded.png">
            <a:extLst>
              <a:ext uri="{FF2B5EF4-FFF2-40B4-BE49-F238E27FC236}">
                <a16:creationId xmlns:a16="http://schemas.microsoft.com/office/drawing/2014/main" id="{CE5FFAD0-3652-6D58-7437-C0427754271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372351" y="254980"/>
            <a:ext cx="4565651" cy="6322648"/>
          </a:xfrm>
          <a:prstGeom prst="rect">
            <a:avLst/>
          </a:prstGeom>
        </p:spPr>
      </p:pic>
      <p:pic>
        <p:nvPicPr>
          <p:cNvPr id="6" name="Group 1410104864" descr="preencoded.png">
            <a:extLst>
              <a:ext uri="{FF2B5EF4-FFF2-40B4-BE49-F238E27FC236}">
                <a16:creationId xmlns:a16="http://schemas.microsoft.com/office/drawing/2014/main" id="{6D2FF136-5295-A769-3067-F737AA71086F}"/>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372351" y="6577628"/>
            <a:ext cx="4565651" cy="25392"/>
          </a:xfrm>
          <a:prstGeom prst="rect">
            <a:avLst/>
          </a:prstGeom>
        </p:spPr>
      </p:pic>
      <p:pic>
        <p:nvPicPr>
          <p:cNvPr id="7" name="Group 1410104926" descr="preencoded.png">
            <a:extLst>
              <a:ext uri="{FF2B5EF4-FFF2-40B4-BE49-F238E27FC236}">
                <a16:creationId xmlns:a16="http://schemas.microsoft.com/office/drawing/2014/main" id="{9D2CD6E7-5B7B-4D0D-7DA6-5ED1EBB473F6}"/>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254000" y="6019001"/>
            <a:ext cx="2595955" cy="747611"/>
          </a:xfrm>
          <a:prstGeom prst="rect">
            <a:avLst/>
          </a:prstGeom>
        </p:spPr>
      </p:pic>
      <p:sp>
        <p:nvSpPr>
          <p:cNvPr id="11" name="Marcador de texto 8">
            <a:extLst>
              <a:ext uri="{FF2B5EF4-FFF2-40B4-BE49-F238E27FC236}">
                <a16:creationId xmlns:a16="http://schemas.microsoft.com/office/drawing/2014/main" id="{20676C29-DB37-F3D9-3EAF-AE75EDB45A24}"/>
              </a:ext>
            </a:extLst>
          </p:cNvPr>
          <p:cNvSpPr>
            <a:spLocks noGrp="1" noChangeAspect="1"/>
          </p:cNvSpPr>
          <p:nvPr>
            <p:ph type="body" sz="quarter" idx="10" hasCustomPrompt="1"/>
          </p:nvPr>
        </p:nvSpPr>
        <p:spPr>
          <a:xfrm>
            <a:off x="116619" y="126807"/>
            <a:ext cx="7025952" cy="1658231"/>
          </a:xfrm>
          <a:prstGeom prst="rect">
            <a:avLst/>
          </a:prstGeom>
        </p:spPr>
        <p:txBody>
          <a:bodyPr/>
          <a:lstStyle>
            <a:lvl1pPr marL="0" indent="0" algn="l">
              <a:spcBef>
                <a:spcPts val="0"/>
              </a:spcBef>
              <a:buNone/>
              <a:defRPr sz="5598">
                <a:solidFill>
                  <a:schemeClr val="bg1"/>
                </a:solidFill>
                <a:latin typeface="Arial" panose="020B0604020202020204" pitchFamily="34" charset="0"/>
                <a:cs typeface="Arial" panose="020B0604020202020204" pitchFamily="34" charset="0"/>
              </a:defRPr>
            </a:lvl1pPr>
          </a:lstStyle>
          <a:p>
            <a:r>
              <a:rPr lang="es-ES" spc="-67"/>
              <a:t>Titular de la </a:t>
            </a:r>
            <a:br>
              <a:rPr lang="es-ES" spc="-67"/>
            </a:br>
            <a:r>
              <a:rPr lang="es-ES" spc="-67"/>
              <a:t>presentación</a:t>
            </a:r>
          </a:p>
        </p:txBody>
      </p:sp>
      <p:sp>
        <p:nvSpPr>
          <p:cNvPr id="13" name="Marcador de texto 8">
            <a:extLst>
              <a:ext uri="{FF2B5EF4-FFF2-40B4-BE49-F238E27FC236}">
                <a16:creationId xmlns:a16="http://schemas.microsoft.com/office/drawing/2014/main" id="{FA37693C-D85B-B8A7-4D8A-1C79CADB9BCD}"/>
              </a:ext>
            </a:extLst>
          </p:cNvPr>
          <p:cNvSpPr>
            <a:spLocks noGrp="1" noChangeAspect="1"/>
          </p:cNvSpPr>
          <p:nvPr>
            <p:ph type="body" sz="quarter" idx="11" hasCustomPrompt="1"/>
          </p:nvPr>
        </p:nvSpPr>
        <p:spPr>
          <a:xfrm>
            <a:off x="136605" y="1860117"/>
            <a:ext cx="7025951" cy="328181"/>
          </a:xfrm>
          <a:prstGeom prst="rect">
            <a:avLst/>
          </a:prstGeom>
        </p:spPr>
        <p:txBody>
          <a:bodyPr/>
          <a:lstStyle>
            <a:lvl1pPr marL="0" indent="0">
              <a:buNone/>
              <a:defRPr sz="1333">
                <a:solidFill>
                  <a:schemeClr val="bg1"/>
                </a:solidFill>
                <a:latin typeface="Arial" panose="020B0604020202020204" pitchFamily="34" charset="0"/>
                <a:cs typeface="Arial" panose="020B0604020202020204" pitchFamily="34" charset="0"/>
              </a:defRPr>
            </a:lvl1pPr>
          </a:lstStyle>
          <a:p>
            <a:r>
              <a:rPr lang="es-ES">
                <a:solidFill>
                  <a:schemeClr val="bg1"/>
                </a:solidFill>
              </a:rPr>
              <a:t>Subtitular presentación</a:t>
            </a:r>
          </a:p>
        </p:txBody>
      </p:sp>
    </p:spTree>
    <p:extLst>
      <p:ext uri="{BB962C8B-B14F-4D97-AF65-F5344CB8AC3E}">
        <p14:creationId xmlns:p14="http://schemas.microsoft.com/office/powerpoint/2010/main" val="24656712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eparador-6">
    <p:bg>
      <p:bgPr>
        <a:solidFill>
          <a:schemeClr val="bg1"/>
        </a:solidFill>
        <a:effectLst/>
      </p:bgPr>
    </p:bg>
    <p:spTree>
      <p:nvGrpSpPr>
        <p:cNvPr id="1" name=""/>
        <p:cNvGrpSpPr/>
        <p:nvPr/>
      </p:nvGrpSpPr>
      <p:grpSpPr>
        <a:xfrm>
          <a:off x="0" y="0"/>
          <a:ext cx="0" cy="0"/>
          <a:chOff x="0" y="0"/>
          <a:chExt cx="0" cy="0"/>
        </a:xfrm>
      </p:grpSpPr>
      <p:pic>
        <p:nvPicPr>
          <p:cNvPr id="3" name="Group 1410104910" descr="preencoded.png">
            <a:extLst>
              <a:ext uri="{FF2B5EF4-FFF2-40B4-BE49-F238E27FC236}">
                <a16:creationId xmlns:a16="http://schemas.microsoft.com/office/drawing/2014/main" id="{FEE29F98-8E23-75F6-D35F-F7A1800665E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0" y="1059"/>
            <a:ext cx="12192000" cy="6855883"/>
          </a:xfrm>
          <a:prstGeom prst="rect">
            <a:avLst/>
          </a:prstGeom>
        </p:spPr>
      </p:pic>
      <p:sp>
        <p:nvSpPr>
          <p:cNvPr id="7" name="Marcador de texto 8">
            <a:extLst>
              <a:ext uri="{FF2B5EF4-FFF2-40B4-BE49-F238E27FC236}">
                <a16:creationId xmlns:a16="http://schemas.microsoft.com/office/drawing/2014/main" id="{F154E369-6F7D-A11B-121E-D75529ED3C4B}"/>
              </a:ext>
            </a:extLst>
          </p:cNvPr>
          <p:cNvSpPr>
            <a:spLocks noGrp="1" noChangeAspect="1"/>
          </p:cNvSpPr>
          <p:nvPr>
            <p:ph type="body" sz="quarter" idx="10" hasCustomPrompt="1"/>
          </p:nvPr>
        </p:nvSpPr>
        <p:spPr>
          <a:xfrm>
            <a:off x="84080" y="184382"/>
            <a:ext cx="8247117" cy="806971"/>
          </a:xfrm>
          <a:prstGeom prst="rect">
            <a:avLst/>
          </a:prstGeom>
        </p:spPr>
        <p:txBody>
          <a:bodyPr/>
          <a:lstStyle>
            <a:lvl1pPr marL="0" indent="0" algn="l">
              <a:spcBef>
                <a:spcPts val="0"/>
              </a:spcBef>
              <a:buNone/>
              <a:defRPr sz="4399">
                <a:solidFill>
                  <a:schemeClr val="tx1"/>
                </a:solidFill>
                <a:latin typeface="Arial" panose="020B0604020202020204" pitchFamily="34" charset="0"/>
                <a:cs typeface="Arial" panose="020B0604020202020204" pitchFamily="34" charset="0"/>
              </a:defRPr>
            </a:lvl1pPr>
          </a:lstStyle>
          <a:p>
            <a:r>
              <a:rPr lang="es-ES" spc="-67" dirty="0"/>
              <a:t>Titular separata</a:t>
            </a:r>
          </a:p>
        </p:txBody>
      </p:sp>
      <p:sp>
        <p:nvSpPr>
          <p:cNvPr id="8" name="Marcador de texto 8">
            <a:extLst>
              <a:ext uri="{FF2B5EF4-FFF2-40B4-BE49-F238E27FC236}">
                <a16:creationId xmlns:a16="http://schemas.microsoft.com/office/drawing/2014/main" id="{FF3CD75F-65A3-62A9-B274-D9E46B5E6894}"/>
              </a:ext>
            </a:extLst>
          </p:cNvPr>
          <p:cNvSpPr>
            <a:spLocks noGrp="1" noChangeAspect="1"/>
          </p:cNvSpPr>
          <p:nvPr>
            <p:ph type="body" sz="quarter" idx="12" hasCustomPrompt="1"/>
          </p:nvPr>
        </p:nvSpPr>
        <p:spPr>
          <a:xfrm>
            <a:off x="84080" y="1092768"/>
            <a:ext cx="3895837" cy="381204"/>
          </a:xfrm>
          <a:prstGeom prst="rect">
            <a:avLst/>
          </a:prstGeom>
        </p:spPr>
        <p:txBody>
          <a:bodyPr/>
          <a:lstStyle>
            <a:lvl1pPr marL="0" indent="0" algn="l">
              <a:spcBef>
                <a:spcPts val="0"/>
              </a:spcBef>
              <a:buNone/>
              <a:defRPr sz="1506">
                <a:solidFill>
                  <a:schemeClr val="tx1">
                    <a:lumMod val="50000"/>
                    <a:lumOff val="50000"/>
                  </a:schemeClr>
                </a:solidFill>
                <a:latin typeface="Arial" panose="020B0604020202020204" pitchFamily="34" charset="0"/>
                <a:cs typeface="Arial" panose="020B0604020202020204" pitchFamily="34" charset="0"/>
              </a:defRPr>
            </a:lvl1pPr>
          </a:lstStyle>
          <a:p>
            <a:r>
              <a:rPr lang="es-ES" spc="-67" dirty="0"/>
              <a:t>Contenido de la </a:t>
            </a:r>
            <a:r>
              <a:rPr lang="es-ES" spc="-67" dirty="0" err="1"/>
              <a:t>Slide</a:t>
            </a:r>
            <a:endParaRPr lang="es-ES" spc="-67" dirty="0"/>
          </a:p>
        </p:txBody>
      </p:sp>
      <p:sp>
        <p:nvSpPr>
          <p:cNvPr id="13" name="Marcador de texto 11">
            <a:extLst>
              <a:ext uri="{FF2B5EF4-FFF2-40B4-BE49-F238E27FC236}">
                <a16:creationId xmlns:a16="http://schemas.microsoft.com/office/drawing/2014/main" id="{636B8C70-6CC2-95D1-A09C-1B18F0802EA5}"/>
              </a:ext>
            </a:extLst>
          </p:cNvPr>
          <p:cNvSpPr>
            <a:spLocks noGrp="1"/>
          </p:cNvSpPr>
          <p:nvPr>
            <p:ph type="body" sz="quarter" idx="13" hasCustomPrompt="1"/>
          </p:nvPr>
        </p:nvSpPr>
        <p:spPr>
          <a:xfrm>
            <a:off x="84080" y="6348056"/>
            <a:ext cx="5494417" cy="313210"/>
          </a:xfrm>
          <a:prstGeom prst="rect">
            <a:avLst/>
          </a:prstGeom>
        </p:spPr>
        <p:txBody>
          <a:bodyPr anchor="ctr"/>
          <a:lstStyle>
            <a:lvl1pPr marL="0" indent="0">
              <a:buNone/>
              <a:defRPr sz="1000" spc="0">
                <a:solidFill>
                  <a:schemeClr val="tx1">
                    <a:alpha val="30000"/>
                  </a:schemeClr>
                </a:solidFill>
                <a:latin typeface="Arial" panose="020B0604020202020204" pitchFamily="34" charset="0"/>
                <a:cs typeface="Arial" panose="020B0604020202020204" pitchFamily="34" charset="0"/>
              </a:defRPr>
            </a:lvl1pPr>
          </a:lstStyle>
          <a:p>
            <a:r>
              <a:rPr lang="es-ES"/>
              <a:t>Titular presentación</a:t>
            </a:r>
          </a:p>
        </p:txBody>
      </p:sp>
      <p:sp>
        <p:nvSpPr>
          <p:cNvPr id="14" name="Title 1">
            <a:extLst>
              <a:ext uri="{FF2B5EF4-FFF2-40B4-BE49-F238E27FC236}">
                <a16:creationId xmlns:a16="http://schemas.microsoft.com/office/drawing/2014/main" id="{75628B20-D0F0-8398-06BC-A22C5D691FB1}"/>
              </a:ext>
            </a:extLst>
          </p:cNvPr>
          <p:cNvSpPr txBox="1">
            <a:spLocks/>
          </p:cNvSpPr>
          <p:nvPr userDrawn="1"/>
        </p:nvSpPr>
        <p:spPr>
          <a:xfrm>
            <a:off x="5855896" y="6371332"/>
            <a:ext cx="665435" cy="266658"/>
          </a:xfrm>
          <a:prstGeom prst="rect">
            <a:avLst/>
          </a:prstGeom>
        </p:spPr>
        <p:txBody>
          <a:bodyPr anchor="b"/>
          <a:lstStyle>
            <a:lvl1pPr algn="l" defTabSz="685800" rtl="0" eaLnBrk="1" latinLnBrk="0" hangingPunct="1">
              <a:lnSpc>
                <a:spcPct val="90000"/>
              </a:lnSpc>
              <a:spcBef>
                <a:spcPct val="0"/>
              </a:spcBef>
              <a:buNone/>
              <a:defRPr sz="3800" kern="1200">
                <a:solidFill>
                  <a:schemeClr val="bg1"/>
                </a:solidFill>
                <a:latin typeface="Arial" panose="020B0604020202020204" pitchFamily="34" charset="0"/>
                <a:ea typeface="+mj-ea"/>
                <a:cs typeface="Arial" panose="020B0604020202020204" pitchFamily="34" charset="0"/>
              </a:defRPr>
            </a:lvl1pPr>
          </a:lstStyle>
          <a:p>
            <a:pPr algn="ctr"/>
            <a:fld id="{993F5DD1-6B79-C949-ADFC-E64539585265}" type="slidenum">
              <a:rPr lang="es-ES" sz="1000" baseline="0" smtClean="0">
                <a:solidFill>
                  <a:schemeClr val="tx1">
                    <a:alpha val="30000"/>
                  </a:schemeClr>
                </a:solidFill>
                <a:latin typeface="Arial" panose="020B0604020202020204" pitchFamily="34" charset="0"/>
              </a:rPr>
              <a:pPr algn="ctr"/>
              <a:t>‹Nº›</a:t>
            </a:fld>
            <a:endParaRPr lang="es-ES" sz="1000" baseline="0">
              <a:solidFill>
                <a:schemeClr val="tx1">
                  <a:alpha val="30000"/>
                </a:schemeClr>
              </a:solidFill>
              <a:latin typeface="Arial" panose="020B0604020202020204" pitchFamily="34" charset="0"/>
            </a:endParaRPr>
          </a:p>
        </p:txBody>
      </p:sp>
      <p:pic>
        <p:nvPicPr>
          <p:cNvPr id="15" name="Group 1410104923" descr="preencoded.png">
            <a:extLst>
              <a:ext uri="{FF2B5EF4-FFF2-40B4-BE49-F238E27FC236}">
                <a16:creationId xmlns:a16="http://schemas.microsoft.com/office/drawing/2014/main" id="{2BD4003A-659A-26DB-291B-C59535A3352C}"/>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203201" y="6139645"/>
            <a:ext cx="11792007" cy="650854"/>
          </a:xfrm>
          <a:prstGeom prst="rect">
            <a:avLst/>
          </a:prstGeom>
        </p:spPr>
      </p:pic>
    </p:spTree>
    <p:extLst>
      <p:ext uri="{BB962C8B-B14F-4D97-AF65-F5344CB8AC3E}">
        <p14:creationId xmlns:p14="http://schemas.microsoft.com/office/powerpoint/2010/main" val="15199398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Página6">
    <p:bg>
      <p:bgPr>
        <a:solidFill>
          <a:srgbClr val="CC3333"/>
        </a:solidFill>
        <a:effectLst/>
      </p:bgPr>
    </p:bg>
    <p:spTree>
      <p:nvGrpSpPr>
        <p:cNvPr id="1" name=""/>
        <p:cNvGrpSpPr/>
        <p:nvPr/>
      </p:nvGrpSpPr>
      <p:grpSpPr>
        <a:xfrm>
          <a:off x="0" y="0"/>
          <a:ext cx="0" cy="0"/>
          <a:chOff x="0" y="0"/>
          <a:chExt cx="0" cy="0"/>
        </a:xfrm>
      </p:grpSpPr>
      <p:sp>
        <p:nvSpPr>
          <p:cNvPr id="2" name="Marcador de texto 8">
            <a:extLst>
              <a:ext uri="{FF2B5EF4-FFF2-40B4-BE49-F238E27FC236}">
                <a16:creationId xmlns:a16="http://schemas.microsoft.com/office/drawing/2014/main" id="{6A321B4F-1175-28AE-8363-F0043541D81D}"/>
              </a:ext>
            </a:extLst>
          </p:cNvPr>
          <p:cNvSpPr>
            <a:spLocks noGrp="1" noChangeAspect="1"/>
          </p:cNvSpPr>
          <p:nvPr>
            <p:ph type="body" sz="quarter" idx="10" hasCustomPrompt="1"/>
          </p:nvPr>
        </p:nvSpPr>
        <p:spPr>
          <a:xfrm>
            <a:off x="84080" y="184382"/>
            <a:ext cx="8247117" cy="806971"/>
          </a:xfrm>
          <a:prstGeom prst="rect">
            <a:avLst/>
          </a:prstGeom>
        </p:spPr>
        <p:txBody>
          <a:bodyPr/>
          <a:lstStyle>
            <a:lvl1pPr marL="0" indent="0" algn="l">
              <a:spcBef>
                <a:spcPts val="0"/>
              </a:spcBef>
              <a:buNone/>
              <a:defRPr sz="4399">
                <a:solidFill>
                  <a:schemeClr val="bg1"/>
                </a:solidFill>
                <a:latin typeface="Arial" panose="020B0604020202020204" pitchFamily="34" charset="0"/>
                <a:cs typeface="Arial" panose="020B0604020202020204" pitchFamily="34" charset="0"/>
              </a:defRPr>
            </a:lvl1pPr>
          </a:lstStyle>
          <a:p>
            <a:r>
              <a:rPr lang="es-ES" spc="-67"/>
              <a:t>Titular </a:t>
            </a:r>
            <a:r>
              <a:rPr lang="es-ES" spc="-67" err="1"/>
              <a:t>slide</a:t>
            </a:r>
            <a:endParaRPr lang="es-ES" spc="-67"/>
          </a:p>
        </p:txBody>
      </p:sp>
      <p:pic>
        <p:nvPicPr>
          <p:cNvPr id="4" name="Group 1410104920" descr="preencoded.png">
            <a:extLst>
              <a:ext uri="{FF2B5EF4-FFF2-40B4-BE49-F238E27FC236}">
                <a16:creationId xmlns:a16="http://schemas.microsoft.com/office/drawing/2014/main" id="{38288BB0-B2BF-C7AE-A9E5-8AC82AC1753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3201" y="6139643"/>
            <a:ext cx="11792007" cy="634775"/>
          </a:xfrm>
          <a:prstGeom prst="rect">
            <a:avLst/>
          </a:prstGeom>
        </p:spPr>
      </p:pic>
      <p:sp>
        <p:nvSpPr>
          <p:cNvPr id="5" name="Marcador de texto 11">
            <a:extLst>
              <a:ext uri="{FF2B5EF4-FFF2-40B4-BE49-F238E27FC236}">
                <a16:creationId xmlns:a16="http://schemas.microsoft.com/office/drawing/2014/main" id="{95C630AC-6BB9-DD52-E7CD-51285D0CD9A9}"/>
              </a:ext>
            </a:extLst>
          </p:cNvPr>
          <p:cNvSpPr>
            <a:spLocks noGrp="1"/>
          </p:cNvSpPr>
          <p:nvPr>
            <p:ph type="body" sz="quarter" idx="13" hasCustomPrompt="1"/>
          </p:nvPr>
        </p:nvSpPr>
        <p:spPr>
          <a:xfrm>
            <a:off x="84080" y="6348056"/>
            <a:ext cx="5494417" cy="313210"/>
          </a:xfrm>
          <a:prstGeom prst="rect">
            <a:avLst/>
          </a:prstGeom>
        </p:spPr>
        <p:txBody>
          <a:bodyPr anchor="ctr"/>
          <a:lstStyle>
            <a:lvl1pPr marL="0" indent="0">
              <a:buNone/>
              <a:defRPr sz="1000" spc="0">
                <a:solidFill>
                  <a:schemeClr val="bg1">
                    <a:alpha val="50000"/>
                  </a:schemeClr>
                </a:solidFill>
                <a:latin typeface="Arial" panose="020B0604020202020204" pitchFamily="34" charset="0"/>
                <a:cs typeface="Arial" panose="020B0604020202020204" pitchFamily="34" charset="0"/>
              </a:defRPr>
            </a:lvl1pPr>
          </a:lstStyle>
          <a:p>
            <a:r>
              <a:rPr lang="es-ES"/>
              <a:t>Titular presentación</a:t>
            </a:r>
          </a:p>
        </p:txBody>
      </p:sp>
      <p:sp>
        <p:nvSpPr>
          <p:cNvPr id="6" name="Title 1">
            <a:extLst>
              <a:ext uri="{FF2B5EF4-FFF2-40B4-BE49-F238E27FC236}">
                <a16:creationId xmlns:a16="http://schemas.microsoft.com/office/drawing/2014/main" id="{5ECD547B-36D6-EC08-CB74-88FDE6FBB030}"/>
              </a:ext>
            </a:extLst>
          </p:cNvPr>
          <p:cNvSpPr txBox="1">
            <a:spLocks/>
          </p:cNvSpPr>
          <p:nvPr userDrawn="1"/>
        </p:nvSpPr>
        <p:spPr>
          <a:xfrm>
            <a:off x="5855896" y="6371332"/>
            <a:ext cx="665435" cy="266658"/>
          </a:xfrm>
          <a:prstGeom prst="rect">
            <a:avLst/>
          </a:prstGeom>
        </p:spPr>
        <p:txBody>
          <a:bodyPr anchor="b"/>
          <a:lstStyle>
            <a:lvl1pPr algn="l" defTabSz="685800" rtl="0" eaLnBrk="1" latinLnBrk="0" hangingPunct="1">
              <a:lnSpc>
                <a:spcPct val="90000"/>
              </a:lnSpc>
              <a:spcBef>
                <a:spcPct val="0"/>
              </a:spcBef>
              <a:buNone/>
              <a:defRPr sz="3800" kern="1200">
                <a:solidFill>
                  <a:schemeClr val="bg1"/>
                </a:solidFill>
                <a:latin typeface="Arial" panose="020B0604020202020204" pitchFamily="34" charset="0"/>
                <a:ea typeface="+mj-ea"/>
                <a:cs typeface="Arial" panose="020B0604020202020204" pitchFamily="34" charset="0"/>
              </a:defRPr>
            </a:lvl1pPr>
          </a:lstStyle>
          <a:p>
            <a:pPr algn="ctr"/>
            <a:fld id="{993F5DD1-6B79-C949-ADFC-E64539585265}" type="slidenum">
              <a:rPr lang="es-ES" sz="1000" baseline="0" smtClean="0">
                <a:solidFill>
                  <a:schemeClr val="bg1">
                    <a:alpha val="50000"/>
                  </a:schemeClr>
                </a:solidFill>
                <a:latin typeface="Arial" panose="020B0604020202020204" pitchFamily="34" charset="0"/>
              </a:rPr>
              <a:pPr algn="ctr"/>
              <a:t>‹Nº›</a:t>
            </a:fld>
            <a:endParaRPr lang="es-ES" sz="1000" baseline="0">
              <a:solidFill>
                <a:schemeClr val="bg1">
                  <a:alpha val="50000"/>
                </a:schemeClr>
              </a:solidFill>
              <a:latin typeface="Arial" panose="020B0604020202020204" pitchFamily="34" charset="0"/>
            </a:endParaRPr>
          </a:p>
        </p:txBody>
      </p:sp>
      <p:pic>
        <p:nvPicPr>
          <p:cNvPr id="7" name="pexels-shvets-production-7203817 1" descr="preencoded.png">
            <a:extLst>
              <a:ext uri="{FF2B5EF4-FFF2-40B4-BE49-F238E27FC236}">
                <a16:creationId xmlns:a16="http://schemas.microsoft.com/office/drawing/2014/main" id="{75BE4EDD-C50B-5D01-0110-2731FF813AE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6032500" y="312113"/>
            <a:ext cx="4108451" cy="6544830"/>
          </a:xfrm>
          <a:prstGeom prst="rect">
            <a:avLst/>
          </a:prstGeom>
        </p:spPr>
      </p:pic>
      <p:sp>
        <p:nvSpPr>
          <p:cNvPr id="9" name="Marcador de texto 8">
            <a:extLst>
              <a:ext uri="{FF2B5EF4-FFF2-40B4-BE49-F238E27FC236}">
                <a16:creationId xmlns:a16="http://schemas.microsoft.com/office/drawing/2014/main" id="{5104A76B-91F5-096C-4817-F7D933931530}"/>
              </a:ext>
            </a:extLst>
          </p:cNvPr>
          <p:cNvSpPr>
            <a:spLocks noGrp="1"/>
          </p:cNvSpPr>
          <p:nvPr>
            <p:ph type="body" sz="quarter" idx="18" hasCustomPrompt="1"/>
          </p:nvPr>
        </p:nvSpPr>
        <p:spPr>
          <a:xfrm>
            <a:off x="84668" y="2187049"/>
            <a:ext cx="5312833" cy="3825747"/>
          </a:xfrm>
          <a:prstGeom prst="rect">
            <a:avLst/>
          </a:prstGeom>
        </p:spPr>
        <p:txBody>
          <a:bodyPr anchor="b"/>
          <a:lstStyle>
            <a:lvl1pPr marL="0" indent="0">
              <a:lnSpc>
                <a:spcPts val="2026"/>
              </a:lnSpc>
              <a:buNone/>
              <a:defRPr sz="1466">
                <a:solidFill>
                  <a:schemeClr val="bg1">
                    <a:alpha val="70000"/>
                  </a:schemeClr>
                </a:solidFill>
                <a:latin typeface="Arial" panose="020B0604020202020204" pitchFamily="34" charset="0"/>
                <a:cs typeface="Arial" panose="020B0604020202020204" pitchFamily="34" charset="0"/>
              </a:defRPr>
            </a:lvl1pPr>
            <a:lvl2pPr marL="609402" indent="0">
              <a:buNone/>
              <a:defRPr sz="1466">
                <a:solidFill>
                  <a:schemeClr val="bg1">
                    <a:alpha val="70000"/>
                  </a:schemeClr>
                </a:solidFill>
                <a:latin typeface="Arial" panose="020B0604020202020204" pitchFamily="34" charset="0"/>
                <a:cs typeface="Arial" panose="020B0604020202020204" pitchFamily="34" charset="0"/>
              </a:defRPr>
            </a:lvl2pPr>
            <a:lvl3pPr marL="1218804" indent="0">
              <a:buNone/>
              <a:defRPr sz="1466">
                <a:solidFill>
                  <a:schemeClr val="bg1">
                    <a:alpha val="70000"/>
                  </a:schemeClr>
                </a:solidFill>
                <a:latin typeface="Arial" panose="020B0604020202020204" pitchFamily="34" charset="0"/>
                <a:cs typeface="Arial" panose="020B0604020202020204" pitchFamily="34" charset="0"/>
              </a:defRPr>
            </a:lvl3pPr>
            <a:lvl4pPr marL="1828206" indent="0">
              <a:buNone/>
              <a:defRPr sz="1466">
                <a:solidFill>
                  <a:schemeClr val="bg1">
                    <a:alpha val="70000"/>
                  </a:schemeClr>
                </a:solidFill>
                <a:latin typeface="Arial" panose="020B0604020202020204" pitchFamily="34" charset="0"/>
                <a:cs typeface="Arial" panose="020B0604020202020204" pitchFamily="34" charset="0"/>
              </a:defRPr>
            </a:lvl4pPr>
            <a:lvl5pPr marL="2437608" indent="0">
              <a:buNone/>
              <a:defRPr sz="1466">
                <a:solidFill>
                  <a:schemeClr val="bg1">
                    <a:alpha val="70000"/>
                  </a:schemeClr>
                </a:solidFill>
                <a:latin typeface="Arial" panose="020B0604020202020204" pitchFamily="34" charset="0"/>
                <a:cs typeface="Arial" panose="020B0604020202020204" pitchFamily="34" charset="0"/>
              </a:defRPr>
            </a:lvl5pPr>
          </a:lstStyle>
          <a:p>
            <a:pPr lvl="0"/>
            <a:r>
              <a:rPr lang="es-ES"/>
              <a:t>Contenido de la </a:t>
            </a:r>
            <a:r>
              <a:rPr lang="es-ES" err="1"/>
              <a:t>slide</a:t>
            </a:r>
            <a:r>
              <a:rPr lang="es-ES"/>
              <a:t>. </a:t>
            </a:r>
            <a:r>
              <a:rPr lang="es-ES" err="1"/>
              <a:t>Lorem</a:t>
            </a:r>
            <a:r>
              <a:rPr lang="es-ES"/>
              <a:t> </a:t>
            </a:r>
            <a:r>
              <a:rPr lang="es-ES" err="1"/>
              <a:t>ipsum</a:t>
            </a:r>
            <a:r>
              <a:rPr lang="es-ES"/>
              <a:t> dolor </a:t>
            </a:r>
            <a:r>
              <a:rPr lang="es-ES" err="1"/>
              <a:t>sit</a:t>
            </a:r>
            <a:r>
              <a:rPr lang="es-ES"/>
              <a:t> </a:t>
            </a:r>
            <a:r>
              <a:rPr lang="es-ES" err="1"/>
              <a:t>amet</a:t>
            </a:r>
            <a:r>
              <a:rPr lang="es-ES"/>
              <a:t>, </a:t>
            </a:r>
            <a:r>
              <a:rPr lang="es-ES" err="1"/>
              <a:t>consectetur</a:t>
            </a:r>
            <a:r>
              <a:rPr lang="es-ES"/>
              <a:t> </a:t>
            </a:r>
            <a:r>
              <a:rPr lang="es-ES" err="1"/>
              <a:t>adipiscing</a:t>
            </a:r>
            <a:r>
              <a:rPr lang="es-ES"/>
              <a:t> </a:t>
            </a:r>
            <a:r>
              <a:rPr lang="es-ES" err="1"/>
              <a:t>elit</a:t>
            </a:r>
            <a:r>
              <a:rPr lang="es-ES"/>
              <a:t>. In </a:t>
            </a:r>
            <a:r>
              <a:rPr lang="es-ES" err="1"/>
              <a:t>eu</a:t>
            </a:r>
            <a:r>
              <a:rPr lang="es-ES"/>
              <a:t> </a:t>
            </a:r>
            <a:r>
              <a:rPr lang="es-ES" err="1"/>
              <a:t>porttitor</a:t>
            </a:r>
            <a:r>
              <a:rPr lang="es-ES"/>
              <a:t> </a:t>
            </a:r>
            <a:r>
              <a:rPr lang="es-ES" err="1"/>
              <a:t>purus</a:t>
            </a:r>
            <a:r>
              <a:rPr lang="es-ES"/>
              <a:t>. </a:t>
            </a:r>
            <a:r>
              <a:rPr lang="es-ES" err="1"/>
              <a:t>Proin</a:t>
            </a:r>
            <a:r>
              <a:rPr lang="es-ES"/>
              <a:t> </a:t>
            </a:r>
            <a:r>
              <a:rPr lang="es-ES" err="1"/>
              <a:t>lobortis</a:t>
            </a:r>
            <a:r>
              <a:rPr lang="es-ES"/>
              <a:t> non </a:t>
            </a:r>
            <a:r>
              <a:rPr lang="es-ES" err="1"/>
              <a:t>turpis</a:t>
            </a:r>
            <a:r>
              <a:rPr lang="es-ES"/>
              <a:t> ac </a:t>
            </a:r>
            <a:r>
              <a:rPr lang="es-ES" err="1"/>
              <a:t>interdum</a:t>
            </a:r>
            <a:r>
              <a:rPr lang="es-ES"/>
              <a:t>. </a:t>
            </a:r>
            <a:r>
              <a:rPr lang="es-ES" err="1"/>
              <a:t>Integer</a:t>
            </a:r>
            <a:r>
              <a:rPr lang="es-ES"/>
              <a:t> a </a:t>
            </a:r>
            <a:r>
              <a:rPr lang="es-ES" err="1"/>
              <a:t>ipsum</a:t>
            </a:r>
            <a:r>
              <a:rPr lang="es-ES"/>
              <a:t> </a:t>
            </a:r>
            <a:r>
              <a:rPr lang="es-ES" err="1"/>
              <a:t>dignissim</a:t>
            </a:r>
            <a:r>
              <a:rPr lang="es-ES"/>
              <a:t>, </a:t>
            </a:r>
            <a:r>
              <a:rPr lang="es-ES" err="1"/>
              <a:t>posuere</a:t>
            </a:r>
            <a:r>
              <a:rPr lang="es-ES"/>
              <a:t> </a:t>
            </a:r>
            <a:r>
              <a:rPr lang="es-ES" err="1"/>
              <a:t>sem</a:t>
            </a:r>
            <a:r>
              <a:rPr lang="es-ES"/>
              <a:t> vitae, commodo </a:t>
            </a:r>
            <a:r>
              <a:rPr lang="es-ES" err="1"/>
              <a:t>ligula</a:t>
            </a:r>
            <a:r>
              <a:rPr lang="es-ES"/>
              <a:t>. Ut ultrices mi id </a:t>
            </a:r>
            <a:r>
              <a:rPr lang="es-ES" err="1"/>
              <a:t>lectus</a:t>
            </a:r>
            <a:r>
              <a:rPr lang="es-ES"/>
              <a:t> </a:t>
            </a:r>
            <a:r>
              <a:rPr lang="es-ES" err="1"/>
              <a:t>cursus</a:t>
            </a:r>
            <a:r>
              <a:rPr lang="es-ES"/>
              <a:t> </a:t>
            </a:r>
            <a:r>
              <a:rPr lang="es-ES" err="1"/>
              <a:t>condimentum</a:t>
            </a:r>
            <a:r>
              <a:rPr lang="es-ES"/>
              <a:t>. In </a:t>
            </a:r>
            <a:r>
              <a:rPr lang="es-ES" err="1"/>
              <a:t>dictum</a:t>
            </a:r>
            <a:r>
              <a:rPr lang="es-ES"/>
              <a:t> urna ac </a:t>
            </a:r>
            <a:r>
              <a:rPr lang="es-ES" err="1"/>
              <a:t>hendrerit</a:t>
            </a:r>
            <a:r>
              <a:rPr lang="es-ES"/>
              <a:t> </a:t>
            </a:r>
            <a:r>
              <a:rPr lang="es-ES" err="1"/>
              <a:t>tempus</a:t>
            </a:r>
            <a:r>
              <a:rPr lang="es-ES"/>
              <a:t>. </a:t>
            </a:r>
            <a:r>
              <a:rPr lang="es-ES" err="1"/>
              <a:t>Class</a:t>
            </a:r>
            <a:r>
              <a:rPr lang="es-ES"/>
              <a:t> </a:t>
            </a:r>
            <a:r>
              <a:rPr lang="es-ES" err="1"/>
              <a:t>aptent</a:t>
            </a:r>
            <a:r>
              <a:rPr lang="es-ES"/>
              <a:t> </a:t>
            </a:r>
            <a:r>
              <a:rPr lang="es-ES" err="1"/>
              <a:t>taciti</a:t>
            </a:r>
            <a:r>
              <a:rPr lang="es-ES"/>
              <a:t> </a:t>
            </a:r>
            <a:r>
              <a:rPr lang="es-ES" err="1"/>
              <a:t>sociosqu</a:t>
            </a:r>
            <a:r>
              <a:rPr lang="es-ES"/>
              <a:t> ad </a:t>
            </a:r>
            <a:r>
              <a:rPr lang="es-ES" err="1"/>
              <a:t>litora</a:t>
            </a:r>
            <a:r>
              <a:rPr lang="es-ES"/>
              <a:t> </a:t>
            </a:r>
            <a:r>
              <a:rPr lang="es-ES" err="1"/>
              <a:t>torquent</a:t>
            </a:r>
            <a:r>
              <a:rPr lang="es-ES"/>
              <a:t> per </a:t>
            </a:r>
            <a:r>
              <a:rPr lang="es-ES" err="1"/>
              <a:t>conubia</a:t>
            </a:r>
            <a:r>
              <a:rPr lang="es-ES"/>
              <a:t> </a:t>
            </a:r>
            <a:r>
              <a:rPr lang="es-ES" err="1"/>
              <a:t>nostra</a:t>
            </a:r>
            <a:r>
              <a:rPr lang="es-ES"/>
              <a:t>, per </a:t>
            </a:r>
            <a:r>
              <a:rPr lang="es-ES" err="1"/>
              <a:t>inceptos</a:t>
            </a:r>
            <a:r>
              <a:rPr lang="es-ES"/>
              <a:t> </a:t>
            </a:r>
            <a:r>
              <a:rPr lang="es-ES" err="1"/>
              <a:t>himenaeos</a:t>
            </a:r>
            <a:r>
              <a:rPr lang="es-ES"/>
              <a:t>. </a:t>
            </a:r>
            <a:r>
              <a:rPr lang="es-ES" err="1"/>
              <a:t>Donec</a:t>
            </a:r>
            <a:r>
              <a:rPr lang="es-ES"/>
              <a:t> </a:t>
            </a:r>
            <a:r>
              <a:rPr lang="es-ES" err="1"/>
              <a:t>laoreet</a:t>
            </a:r>
            <a:r>
              <a:rPr lang="es-ES"/>
              <a:t> </a:t>
            </a:r>
            <a:r>
              <a:rPr lang="es-ES" err="1"/>
              <a:t>mollis</a:t>
            </a:r>
            <a:r>
              <a:rPr lang="es-ES"/>
              <a:t> </a:t>
            </a:r>
            <a:r>
              <a:rPr lang="es-ES" err="1"/>
              <a:t>est</a:t>
            </a:r>
            <a:r>
              <a:rPr lang="es-ES"/>
              <a:t>.</a:t>
            </a:r>
          </a:p>
        </p:txBody>
      </p:sp>
    </p:spTree>
    <p:extLst>
      <p:ext uri="{BB962C8B-B14F-4D97-AF65-F5344CB8AC3E}">
        <p14:creationId xmlns:p14="http://schemas.microsoft.com/office/powerpoint/2010/main" val="17493249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Página-1 roja + pie">
    <p:bg>
      <p:bgPr>
        <a:solidFill>
          <a:srgbClr val="CC3333"/>
        </a:solidFill>
        <a:effectLst/>
      </p:bgPr>
    </p:bg>
    <p:spTree>
      <p:nvGrpSpPr>
        <p:cNvPr id="1" name=""/>
        <p:cNvGrpSpPr/>
        <p:nvPr/>
      </p:nvGrpSpPr>
      <p:grpSpPr>
        <a:xfrm>
          <a:off x="0" y="0"/>
          <a:ext cx="0" cy="0"/>
          <a:chOff x="0" y="0"/>
          <a:chExt cx="0" cy="0"/>
        </a:xfrm>
      </p:grpSpPr>
      <p:sp>
        <p:nvSpPr>
          <p:cNvPr id="2" name="Marcador de texto 8">
            <a:extLst>
              <a:ext uri="{FF2B5EF4-FFF2-40B4-BE49-F238E27FC236}">
                <a16:creationId xmlns:a16="http://schemas.microsoft.com/office/drawing/2014/main" id="{6A321B4F-1175-28AE-8363-F0043541D81D}"/>
              </a:ext>
            </a:extLst>
          </p:cNvPr>
          <p:cNvSpPr>
            <a:spLocks noGrp="1" noChangeAspect="1"/>
          </p:cNvSpPr>
          <p:nvPr>
            <p:ph type="body" sz="quarter" idx="10" hasCustomPrompt="1"/>
          </p:nvPr>
        </p:nvSpPr>
        <p:spPr>
          <a:xfrm>
            <a:off x="84080" y="184382"/>
            <a:ext cx="8247117" cy="806971"/>
          </a:xfrm>
          <a:prstGeom prst="rect">
            <a:avLst/>
          </a:prstGeom>
        </p:spPr>
        <p:txBody>
          <a:bodyPr/>
          <a:lstStyle>
            <a:lvl1pPr marL="0" indent="0" algn="l">
              <a:spcBef>
                <a:spcPts val="0"/>
              </a:spcBef>
              <a:buNone/>
              <a:defRPr sz="4399">
                <a:solidFill>
                  <a:schemeClr val="bg1"/>
                </a:solidFill>
                <a:latin typeface="Arial" panose="020B0604020202020204" pitchFamily="34" charset="0"/>
                <a:cs typeface="Arial" panose="020B0604020202020204" pitchFamily="34" charset="0"/>
              </a:defRPr>
            </a:lvl1pPr>
          </a:lstStyle>
          <a:p>
            <a:r>
              <a:rPr lang="es-ES" spc="-67" dirty="0"/>
              <a:t>Titular </a:t>
            </a:r>
            <a:r>
              <a:rPr lang="es-ES" spc="-67" dirty="0" err="1"/>
              <a:t>slide</a:t>
            </a:r>
            <a:endParaRPr lang="es-ES" spc="-67" dirty="0"/>
          </a:p>
        </p:txBody>
      </p:sp>
      <p:sp>
        <p:nvSpPr>
          <p:cNvPr id="3" name="Marcador de texto 8">
            <a:extLst>
              <a:ext uri="{FF2B5EF4-FFF2-40B4-BE49-F238E27FC236}">
                <a16:creationId xmlns:a16="http://schemas.microsoft.com/office/drawing/2014/main" id="{0BF4E538-CE7B-CA44-E2A8-53C99A8A8B64}"/>
              </a:ext>
            </a:extLst>
          </p:cNvPr>
          <p:cNvSpPr>
            <a:spLocks noGrp="1" noChangeAspect="1"/>
          </p:cNvSpPr>
          <p:nvPr>
            <p:ph type="body" sz="quarter" idx="12" hasCustomPrompt="1"/>
          </p:nvPr>
        </p:nvSpPr>
        <p:spPr>
          <a:xfrm>
            <a:off x="84080" y="1092768"/>
            <a:ext cx="3895837" cy="381204"/>
          </a:xfrm>
          <a:prstGeom prst="rect">
            <a:avLst/>
          </a:prstGeom>
        </p:spPr>
        <p:txBody>
          <a:bodyPr/>
          <a:lstStyle>
            <a:lvl1pPr marL="0" indent="0" algn="l">
              <a:spcBef>
                <a:spcPts val="0"/>
              </a:spcBef>
              <a:buNone/>
              <a:defRPr sz="1506">
                <a:solidFill>
                  <a:schemeClr val="bg1">
                    <a:alpha val="70000"/>
                  </a:schemeClr>
                </a:solidFill>
                <a:latin typeface="Arial" panose="020B0604020202020204" pitchFamily="34" charset="0"/>
                <a:cs typeface="Arial" panose="020B0604020202020204" pitchFamily="34" charset="0"/>
              </a:defRPr>
            </a:lvl1pPr>
          </a:lstStyle>
          <a:p>
            <a:r>
              <a:rPr lang="es-ES" spc="-67" dirty="0"/>
              <a:t>Contenido de la </a:t>
            </a:r>
            <a:r>
              <a:rPr lang="es-ES" spc="-67" dirty="0" err="1"/>
              <a:t>Slide</a:t>
            </a:r>
            <a:endParaRPr lang="es-ES" spc="-67" dirty="0"/>
          </a:p>
        </p:txBody>
      </p:sp>
      <p:pic>
        <p:nvPicPr>
          <p:cNvPr id="4" name="Group 1410104920" descr="preencoded.png">
            <a:extLst>
              <a:ext uri="{FF2B5EF4-FFF2-40B4-BE49-F238E27FC236}">
                <a16:creationId xmlns:a16="http://schemas.microsoft.com/office/drawing/2014/main" id="{38288BB0-B2BF-C7AE-A9E5-8AC82AC1753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3201" y="6139643"/>
            <a:ext cx="11792007" cy="634775"/>
          </a:xfrm>
          <a:prstGeom prst="rect">
            <a:avLst/>
          </a:prstGeom>
        </p:spPr>
      </p:pic>
      <p:sp>
        <p:nvSpPr>
          <p:cNvPr id="5" name="Marcador de texto 11">
            <a:extLst>
              <a:ext uri="{FF2B5EF4-FFF2-40B4-BE49-F238E27FC236}">
                <a16:creationId xmlns:a16="http://schemas.microsoft.com/office/drawing/2014/main" id="{95C630AC-6BB9-DD52-E7CD-51285D0CD9A9}"/>
              </a:ext>
            </a:extLst>
          </p:cNvPr>
          <p:cNvSpPr>
            <a:spLocks noGrp="1"/>
          </p:cNvSpPr>
          <p:nvPr>
            <p:ph type="body" sz="quarter" idx="13" hasCustomPrompt="1"/>
          </p:nvPr>
        </p:nvSpPr>
        <p:spPr>
          <a:xfrm>
            <a:off x="84080" y="6348056"/>
            <a:ext cx="5494417" cy="313210"/>
          </a:xfrm>
          <a:prstGeom prst="rect">
            <a:avLst/>
          </a:prstGeom>
        </p:spPr>
        <p:txBody>
          <a:bodyPr anchor="ctr"/>
          <a:lstStyle>
            <a:lvl1pPr marL="0" indent="0">
              <a:buNone/>
              <a:defRPr sz="1000" spc="0">
                <a:solidFill>
                  <a:schemeClr val="bg1">
                    <a:alpha val="50000"/>
                  </a:schemeClr>
                </a:solidFill>
                <a:latin typeface="Arial" panose="020B0604020202020204" pitchFamily="34" charset="0"/>
                <a:cs typeface="Arial" panose="020B0604020202020204" pitchFamily="34" charset="0"/>
              </a:defRPr>
            </a:lvl1pPr>
          </a:lstStyle>
          <a:p>
            <a:r>
              <a:rPr lang="es-ES" dirty="0"/>
              <a:t>Titular presentación</a:t>
            </a:r>
          </a:p>
        </p:txBody>
      </p:sp>
      <p:sp>
        <p:nvSpPr>
          <p:cNvPr id="6" name="Title 1">
            <a:extLst>
              <a:ext uri="{FF2B5EF4-FFF2-40B4-BE49-F238E27FC236}">
                <a16:creationId xmlns:a16="http://schemas.microsoft.com/office/drawing/2014/main" id="{5ECD547B-36D6-EC08-CB74-88FDE6FBB030}"/>
              </a:ext>
            </a:extLst>
          </p:cNvPr>
          <p:cNvSpPr txBox="1">
            <a:spLocks/>
          </p:cNvSpPr>
          <p:nvPr userDrawn="1"/>
        </p:nvSpPr>
        <p:spPr>
          <a:xfrm>
            <a:off x="5855896" y="6371332"/>
            <a:ext cx="665435" cy="266658"/>
          </a:xfrm>
          <a:prstGeom prst="rect">
            <a:avLst/>
          </a:prstGeom>
        </p:spPr>
        <p:txBody>
          <a:bodyPr anchor="b"/>
          <a:lstStyle>
            <a:lvl1pPr algn="l" defTabSz="685800" rtl="0" eaLnBrk="1" latinLnBrk="0" hangingPunct="1">
              <a:lnSpc>
                <a:spcPct val="90000"/>
              </a:lnSpc>
              <a:spcBef>
                <a:spcPct val="0"/>
              </a:spcBef>
              <a:buNone/>
              <a:defRPr sz="3800" kern="1200">
                <a:solidFill>
                  <a:schemeClr val="bg1"/>
                </a:solidFill>
                <a:latin typeface="Arial" panose="020B0604020202020204" pitchFamily="34" charset="0"/>
                <a:ea typeface="+mj-ea"/>
                <a:cs typeface="Arial" panose="020B0604020202020204" pitchFamily="34" charset="0"/>
              </a:defRPr>
            </a:lvl1pPr>
          </a:lstStyle>
          <a:p>
            <a:pPr algn="ctr"/>
            <a:fld id="{993F5DD1-6B79-C949-ADFC-E64539585265}" type="slidenum">
              <a:rPr lang="es-ES" sz="1000" baseline="0" smtClean="0">
                <a:solidFill>
                  <a:schemeClr val="bg1">
                    <a:alpha val="50000"/>
                  </a:schemeClr>
                </a:solidFill>
                <a:latin typeface="Arial" panose="020B0604020202020204" pitchFamily="34" charset="0"/>
              </a:rPr>
              <a:pPr algn="ctr"/>
              <a:t>‹Nº›</a:t>
            </a:fld>
            <a:endParaRPr lang="es-ES" sz="1000" baseline="0" dirty="0">
              <a:solidFill>
                <a:schemeClr val="bg1">
                  <a:alpha val="50000"/>
                </a:schemeClr>
              </a:solidFill>
              <a:latin typeface="Arial" panose="020B0604020202020204" pitchFamily="34" charset="0"/>
            </a:endParaRPr>
          </a:p>
        </p:txBody>
      </p:sp>
    </p:spTree>
    <p:extLst>
      <p:ext uri="{BB962C8B-B14F-4D97-AF65-F5344CB8AC3E}">
        <p14:creationId xmlns:p14="http://schemas.microsoft.com/office/powerpoint/2010/main" val="22888387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Página Gráficos6">
    <p:spTree>
      <p:nvGrpSpPr>
        <p:cNvPr id="1" name=""/>
        <p:cNvGrpSpPr/>
        <p:nvPr/>
      </p:nvGrpSpPr>
      <p:grpSpPr>
        <a:xfrm>
          <a:off x="0" y="0"/>
          <a:ext cx="0" cy="0"/>
          <a:chOff x="0" y="0"/>
          <a:chExt cx="0" cy="0"/>
        </a:xfrm>
      </p:grpSpPr>
      <p:sp>
        <p:nvSpPr>
          <p:cNvPr id="2" name="Marcador de texto 8">
            <a:extLst>
              <a:ext uri="{FF2B5EF4-FFF2-40B4-BE49-F238E27FC236}">
                <a16:creationId xmlns:a16="http://schemas.microsoft.com/office/drawing/2014/main" id="{6A321B4F-1175-28AE-8363-F0043541D81D}"/>
              </a:ext>
            </a:extLst>
          </p:cNvPr>
          <p:cNvSpPr>
            <a:spLocks noGrp="1" noChangeAspect="1"/>
          </p:cNvSpPr>
          <p:nvPr>
            <p:ph type="body" sz="quarter" idx="10" hasCustomPrompt="1"/>
          </p:nvPr>
        </p:nvSpPr>
        <p:spPr>
          <a:xfrm>
            <a:off x="84080" y="184382"/>
            <a:ext cx="8247117" cy="806971"/>
          </a:xfrm>
          <a:prstGeom prst="rect">
            <a:avLst/>
          </a:prstGeom>
        </p:spPr>
        <p:txBody>
          <a:bodyPr/>
          <a:lstStyle>
            <a:lvl1pPr marL="0" indent="0" algn="l">
              <a:spcBef>
                <a:spcPts val="0"/>
              </a:spcBef>
              <a:buNone/>
              <a:defRPr sz="4399">
                <a:solidFill>
                  <a:schemeClr val="tx1"/>
                </a:solidFill>
                <a:latin typeface="Arial" panose="020B0604020202020204" pitchFamily="34" charset="0"/>
                <a:cs typeface="Arial" panose="020B0604020202020204" pitchFamily="34" charset="0"/>
              </a:defRPr>
            </a:lvl1pPr>
          </a:lstStyle>
          <a:p>
            <a:r>
              <a:rPr lang="es-ES" spc="-67"/>
              <a:t>Titular </a:t>
            </a:r>
            <a:r>
              <a:rPr lang="es-ES" spc="-67" err="1"/>
              <a:t>slide</a:t>
            </a:r>
            <a:endParaRPr lang="es-ES" spc="-67"/>
          </a:p>
        </p:txBody>
      </p:sp>
      <p:sp>
        <p:nvSpPr>
          <p:cNvPr id="3" name="Marcador de texto 8">
            <a:extLst>
              <a:ext uri="{FF2B5EF4-FFF2-40B4-BE49-F238E27FC236}">
                <a16:creationId xmlns:a16="http://schemas.microsoft.com/office/drawing/2014/main" id="{0BF4E538-CE7B-CA44-E2A8-53C99A8A8B64}"/>
              </a:ext>
            </a:extLst>
          </p:cNvPr>
          <p:cNvSpPr>
            <a:spLocks noGrp="1" noChangeAspect="1"/>
          </p:cNvSpPr>
          <p:nvPr>
            <p:ph type="body" sz="quarter" idx="12" hasCustomPrompt="1"/>
          </p:nvPr>
        </p:nvSpPr>
        <p:spPr>
          <a:xfrm>
            <a:off x="84080" y="1092768"/>
            <a:ext cx="3895837" cy="381204"/>
          </a:xfrm>
          <a:prstGeom prst="rect">
            <a:avLst/>
          </a:prstGeom>
        </p:spPr>
        <p:txBody>
          <a:bodyPr/>
          <a:lstStyle>
            <a:lvl1pPr marL="0" indent="0" algn="l">
              <a:spcBef>
                <a:spcPts val="0"/>
              </a:spcBef>
              <a:buNone/>
              <a:defRPr sz="1506">
                <a:solidFill>
                  <a:schemeClr val="tx1">
                    <a:lumMod val="50000"/>
                    <a:lumOff val="50000"/>
                  </a:schemeClr>
                </a:solidFill>
                <a:latin typeface="Arial" panose="020B0604020202020204" pitchFamily="34" charset="0"/>
                <a:cs typeface="Arial" panose="020B0604020202020204" pitchFamily="34" charset="0"/>
              </a:defRPr>
            </a:lvl1pPr>
          </a:lstStyle>
          <a:p>
            <a:r>
              <a:rPr lang="es-ES" spc="-67"/>
              <a:t>Contenido de la </a:t>
            </a:r>
            <a:r>
              <a:rPr lang="es-ES" spc="-67" err="1"/>
              <a:t>Slide</a:t>
            </a:r>
            <a:endParaRPr lang="es-ES" spc="-67"/>
          </a:p>
        </p:txBody>
      </p:sp>
      <p:sp>
        <p:nvSpPr>
          <p:cNvPr id="5" name="Title 1">
            <a:extLst>
              <a:ext uri="{FF2B5EF4-FFF2-40B4-BE49-F238E27FC236}">
                <a16:creationId xmlns:a16="http://schemas.microsoft.com/office/drawing/2014/main" id="{FD97CBD9-276E-B7C2-498A-0B302738739F}"/>
              </a:ext>
            </a:extLst>
          </p:cNvPr>
          <p:cNvSpPr txBox="1">
            <a:spLocks/>
          </p:cNvSpPr>
          <p:nvPr userDrawn="1"/>
        </p:nvSpPr>
        <p:spPr>
          <a:xfrm>
            <a:off x="5855896" y="6371332"/>
            <a:ext cx="665435" cy="266658"/>
          </a:xfrm>
          <a:prstGeom prst="rect">
            <a:avLst/>
          </a:prstGeom>
        </p:spPr>
        <p:txBody>
          <a:bodyPr anchor="b"/>
          <a:lstStyle>
            <a:lvl1pPr algn="l" defTabSz="685800" rtl="0" eaLnBrk="1" latinLnBrk="0" hangingPunct="1">
              <a:lnSpc>
                <a:spcPct val="90000"/>
              </a:lnSpc>
              <a:spcBef>
                <a:spcPct val="0"/>
              </a:spcBef>
              <a:buNone/>
              <a:defRPr sz="3800" kern="1200">
                <a:solidFill>
                  <a:schemeClr val="bg1"/>
                </a:solidFill>
                <a:latin typeface="Arial" panose="020B0604020202020204" pitchFamily="34" charset="0"/>
                <a:ea typeface="+mj-ea"/>
                <a:cs typeface="Arial" panose="020B0604020202020204" pitchFamily="34" charset="0"/>
              </a:defRPr>
            </a:lvl1pPr>
          </a:lstStyle>
          <a:p>
            <a:pPr algn="ctr"/>
            <a:fld id="{993F5DD1-6B79-C949-ADFC-E64539585265}" type="slidenum">
              <a:rPr lang="es-ES" sz="1000" baseline="0" smtClean="0">
                <a:solidFill>
                  <a:schemeClr val="tx1">
                    <a:alpha val="30000"/>
                  </a:schemeClr>
                </a:solidFill>
                <a:latin typeface="Arial" panose="020B0604020202020204" pitchFamily="34" charset="0"/>
              </a:rPr>
              <a:pPr algn="ctr"/>
              <a:t>‹Nº›</a:t>
            </a:fld>
            <a:endParaRPr lang="es-ES" sz="1000" baseline="0">
              <a:solidFill>
                <a:schemeClr val="tx1">
                  <a:alpha val="30000"/>
                </a:schemeClr>
              </a:solidFill>
              <a:latin typeface="Arial" panose="020B0604020202020204" pitchFamily="34" charset="0"/>
            </a:endParaRPr>
          </a:p>
        </p:txBody>
      </p:sp>
      <p:pic>
        <p:nvPicPr>
          <p:cNvPr id="6" name="Group 1410104923" descr="preencoded.png">
            <a:extLst>
              <a:ext uri="{FF2B5EF4-FFF2-40B4-BE49-F238E27FC236}">
                <a16:creationId xmlns:a16="http://schemas.microsoft.com/office/drawing/2014/main" id="{B565F544-5A6E-5E34-A390-C0809A485BB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3201" y="6139645"/>
            <a:ext cx="11792007" cy="650854"/>
          </a:xfrm>
          <a:prstGeom prst="rect">
            <a:avLst/>
          </a:prstGeom>
        </p:spPr>
      </p:pic>
      <p:sp>
        <p:nvSpPr>
          <p:cNvPr id="7" name="Marcador de texto 11">
            <a:extLst>
              <a:ext uri="{FF2B5EF4-FFF2-40B4-BE49-F238E27FC236}">
                <a16:creationId xmlns:a16="http://schemas.microsoft.com/office/drawing/2014/main" id="{6496419F-A9D2-428D-3F28-598E146B5B84}"/>
              </a:ext>
            </a:extLst>
          </p:cNvPr>
          <p:cNvSpPr>
            <a:spLocks noGrp="1"/>
          </p:cNvSpPr>
          <p:nvPr>
            <p:ph type="body" sz="quarter" idx="13" hasCustomPrompt="1"/>
          </p:nvPr>
        </p:nvSpPr>
        <p:spPr>
          <a:xfrm>
            <a:off x="84080" y="6348056"/>
            <a:ext cx="5494417" cy="313210"/>
          </a:xfrm>
          <a:prstGeom prst="rect">
            <a:avLst/>
          </a:prstGeom>
        </p:spPr>
        <p:txBody>
          <a:bodyPr anchor="ctr"/>
          <a:lstStyle>
            <a:lvl1pPr marL="0" indent="0">
              <a:buNone/>
              <a:defRPr sz="1000" spc="0">
                <a:solidFill>
                  <a:schemeClr val="tx1">
                    <a:alpha val="30000"/>
                  </a:schemeClr>
                </a:solidFill>
                <a:latin typeface="Arial" panose="020B0604020202020204" pitchFamily="34" charset="0"/>
                <a:cs typeface="Arial" panose="020B0604020202020204" pitchFamily="34" charset="0"/>
              </a:defRPr>
            </a:lvl1pPr>
          </a:lstStyle>
          <a:p>
            <a:r>
              <a:rPr lang="es-ES"/>
              <a:t>Titular presentación</a:t>
            </a:r>
          </a:p>
        </p:txBody>
      </p:sp>
      <p:pic>
        <p:nvPicPr>
          <p:cNvPr id="4" name="Rectangle 12592" descr="preencoded.png">
            <a:extLst>
              <a:ext uri="{FF2B5EF4-FFF2-40B4-BE49-F238E27FC236}">
                <a16:creationId xmlns:a16="http://schemas.microsoft.com/office/drawing/2014/main" id="{DA961E89-8EB1-F1CE-A01C-C775841EF352}"/>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203201" y="1905471"/>
            <a:ext cx="3841751" cy="1955196"/>
          </a:xfrm>
          <a:prstGeom prst="rect">
            <a:avLst/>
          </a:prstGeom>
        </p:spPr>
      </p:pic>
      <p:pic>
        <p:nvPicPr>
          <p:cNvPr id="8" name="Rectangle 12595" descr="preencoded.png">
            <a:extLst>
              <a:ext uri="{FF2B5EF4-FFF2-40B4-BE49-F238E27FC236}">
                <a16:creationId xmlns:a16="http://schemas.microsoft.com/office/drawing/2014/main" id="{EEE3CC4A-9082-618E-82F8-527BF438546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203201" y="3987628"/>
            <a:ext cx="3841751" cy="1955196"/>
          </a:xfrm>
          <a:prstGeom prst="rect">
            <a:avLst/>
          </a:prstGeom>
        </p:spPr>
      </p:pic>
      <p:pic>
        <p:nvPicPr>
          <p:cNvPr id="9" name="Rectangle 12593" descr="preencoded.png">
            <a:extLst>
              <a:ext uri="{FF2B5EF4-FFF2-40B4-BE49-F238E27FC236}">
                <a16:creationId xmlns:a16="http://schemas.microsoft.com/office/drawing/2014/main" id="{A9B2DC7C-461D-878D-F954-5CBB4861623D}"/>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171951" y="1905471"/>
            <a:ext cx="3841751" cy="1955196"/>
          </a:xfrm>
          <a:prstGeom prst="rect">
            <a:avLst/>
          </a:prstGeom>
        </p:spPr>
      </p:pic>
      <p:pic>
        <p:nvPicPr>
          <p:cNvPr id="10" name="Rectangle 12596" descr="preencoded.png">
            <a:extLst>
              <a:ext uri="{FF2B5EF4-FFF2-40B4-BE49-F238E27FC236}">
                <a16:creationId xmlns:a16="http://schemas.microsoft.com/office/drawing/2014/main" id="{41DDA09A-34D4-627B-9E05-C45A95B2FEA8}"/>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171951" y="3987628"/>
            <a:ext cx="3841751" cy="1955196"/>
          </a:xfrm>
          <a:prstGeom prst="rect">
            <a:avLst/>
          </a:prstGeom>
        </p:spPr>
      </p:pic>
      <p:pic>
        <p:nvPicPr>
          <p:cNvPr id="11" name="Rectangle 12594" descr="preencoded.png">
            <a:extLst>
              <a:ext uri="{FF2B5EF4-FFF2-40B4-BE49-F238E27FC236}">
                <a16:creationId xmlns:a16="http://schemas.microsoft.com/office/drawing/2014/main" id="{7B2630D1-4D78-8CA3-4331-B31B6F2BAF3B}"/>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8140701" y="1905471"/>
            <a:ext cx="3841751" cy="1955196"/>
          </a:xfrm>
          <a:prstGeom prst="rect">
            <a:avLst/>
          </a:prstGeom>
        </p:spPr>
      </p:pic>
      <p:pic>
        <p:nvPicPr>
          <p:cNvPr id="12" name="Rectangle 12597" descr="preencoded.png">
            <a:extLst>
              <a:ext uri="{FF2B5EF4-FFF2-40B4-BE49-F238E27FC236}">
                <a16:creationId xmlns:a16="http://schemas.microsoft.com/office/drawing/2014/main" id="{706E62E9-B620-2A60-C078-AE8F73E9EB29}"/>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8140701" y="3987628"/>
            <a:ext cx="3841751" cy="1955196"/>
          </a:xfrm>
          <a:prstGeom prst="rect">
            <a:avLst/>
          </a:prstGeom>
        </p:spPr>
      </p:pic>
      <p:sp>
        <p:nvSpPr>
          <p:cNvPr id="15" name="Marcador de texto 24">
            <a:extLst>
              <a:ext uri="{FF2B5EF4-FFF2-40B4-BE49-F238E27FC236}">
                <a16:creationId xmlns:a16="http://schemas.microsoft.com/office/drawing/2014/main" id="{8B56BA06-91EF-5ED5-7B16-104C3206B24E}"/>
              </a:ext>
            </a:extLst>
          </p:cNvPr>
          <p:cNvSpPr>
            <a:spLocks noGrp="1"/>
          </p:cNvSpPr>
          <p:nvPr>
            <p:ph type="body" sz="quarter" idx="26" hasCustomPrompt="1"/>
          </p:nvPr>
        </p:nvSpPr>
        <p:spPr>
          <a:xfrm>
            <a:off x="4171952" y="2867231"/>
            <a:ext cx="3841749" cy="967888"/>
          </a:xfrm>
          <a:prstGeom prst="rect">
            <a:avLst/>
          </a:prstGeom>
        </p:spPr>
        <p:txBody>
          <a:bodyPr/>
          <a:lstStyle>
            <a:lvl1pPr marL="0" indent="0">
              <a:lnSpc>
                <a:spcPts val="1875"/>
              </a:lnSpc>
              <a:buNone/>
              <a:defRPr sz="1200">
                <a:solidFill>
                  <a:schemeClr val="tx1">
                    <a:alpha val="60000"/>
                  </a:schemeClr>
                </a:solidFill>
                <a:latin typeface="Arial" panose="020B0604020202020204" pitchFamily="34" charset="0"/>
                <a:cs typeface="Arial" panose="020B0604020202020204" pitchFamily="34" charset="0"/>
              </a:defRPr>
            </a:lvl1pPr>
            <a:lvl2pPr marL="609402" indent="0">
              <a:buNone/>
              <a:defRPr sz="1200">
                <a:solidFill>
                  <a:schemeClr val="tx1">
                    <a:alpha val="60000"/>
                  </a:schemeClr>
                </a:solidFill>
                <a:latin typeface="Arial" panose="020B0604020202020204" pitchFamily="34" charset="0"/>
                <a:cs typeface="Arial" panose="020B0604020202020204" pitchFamily="34" charset="0"/>
              </a:defRPr>
            </a:lvl2pPr>
            <a:lvl3pPr marL="1218804" indent="0">
              <a:buNone/>
              <a:defRPr sz="1200">
                <a:solidFill>
                  <a:schemeClr val="tx1">
                    <a:alpha val="60000"/>
                  </a:schemeClr>
                </a:solidFill>
                <a:latin typeface="Arial" panose="020B0604020202020204" pitchFamily="34" charset="0"/>
                <a:cs typeface="Arial" panose="020B0604020202020204" pitchFamily="34" charset="0"/>
              </a:defRPr>
            </a:lvl3pPr>
            <a:lvl4pPr marL="1828206" indent="0">
              <a:buNone/>
              <a:defRPr sz="1200">
                <a:solidFill>
                  <a:schemeClr val="tx1">
                    <a:alpha val="60000"/>
                  </a:schemeClr>
                </a:solidFill>
                <a:latin typeface="Arial" panose="020B0604020202020204" pitchFamily="34" charset="0"/>
                <a:cs typeface="Arial" panose="020B0604020202020204" pitchFamily="34" charset="0"/>
              </a:defRPr>
            </a:lvl4pPr>
            <a:lvl5pPr marL="2437608" indent="0">
              <a:buNone/>
              <a:defRPr sz="1200">
                <a:solidFill>
                  <a:schemeClr val="tx1">
                    <a:alpha val="60000"/>
                  </a:schemeClr>
                </a:solidFill>
                <a:latin typeface="Arial" panose="020B0604020202020204" pitchFamily="34" charset="0"/>
                <a:cs typeface="Arial" panose="020B0604020202020204" pitchFamily="34" charset="0"/>
              </a:defRPr>
            </a:lvl5pPr>
          </a:lstStyle>
          <a:p>
            <a:pPr>
              <a:lnSpc>
                <a:spcPts val="1407"/>
              </a:lnSpc>
            </a:pPr>
            <a:r>
              <a:rPr lang="en-US" sz="1200" kern="0">
                <a:solidFill>
                  <a:srgbClr val="1A1A1A">
                    <a:alpha val="60000"/>
                  </a:srgbClr>
                </a:solidFill>
                <a:latin typeface="Arial Regular" pitchFamily="34" charset="0"/>
                <a:ea typeface="Arial Regular" pitchFamily="34" charset="-122"/>
                <a:cs typeface="Arial Regular" pitchFamily="34" charset="-120"/>
              </a:rPr>
              <a:t>Lorem ipsum dolor sit </a:t>
            </a:r>
            <a:r>
              <a:rPr lang="en-US" sz="1200" kern="0" err="1">
                <a:solidFill>
                  <a:srgbClr val="1A1A1A">
                    <a:alpha val="60000"/>
                  </a:srgbClr>
                </a:solidFill>
                <a:latin typeface="Arial Regular" pitchFamily="34" charset="0"/>
                <a:ea typeface="Arial Regular" pitchFamily="34" charset="-122"/>
                <a:cs typeface="Arial Regular" pitchFamily="34" charset="-120"/>
              </a:rPr>
              <a:t>amet</a:t>
            </a:r>
            <a:r>
              <a:rPr lang="en-US" sz="1200" kern="0">
                <a:solidFill>
                  <a:srgbClr val="1A1A1A">
                    <a:alpha val="60000"/>
                  </a:srgbClr>
                </a:solidFill>
                <a:latin typeface="Arial Regular" pitchFamily="34" charset="0"/>
                <a:ea typeface="Arial Regular" pitchFamily="34" charset="-122"/>
                <a:cs typeface="Arial Regular" pitchFamily="34" charset="-120"/>
              </a:rPr>
              <a:t>, </a:t>
            </a:r>
            <a:r>
              <a:rPr lang="en-US" sz="1200" kern="0" err="1">
                <a:solidFill>
                  <a:srgbClr val="1A1A1A">
                    <a:alpha val="60000"/>
                  </a:srgbClr>
                </a:solidFill>
                <a:latin typeface="Arial Regular" pitchFamily="34" charset="0"/>
                <a:ea typeface="Arial Regular" pitchFamily="34" charset="-122"/>
                <a:cs typeface="Arial Regular" pitchFamily="34" charset="-120"/>
              </a:rPr>
              <a:t>consectetur</a:t>
            </a:r>
            <a:r>
              <a:rPr lang="en-US" sz="1200" kern="0">
                <a:solidFill>
                  <a:srgbClr val="1A1A1A">
                    <a:alpha val="60000"/>
                  </a:srgbClr>
                </a:solidFill>
                <a:latin typeface="Arial Regular" pitchFamily="34" charset="0"/>
                <a:ea typeface="Arial Regular" pitchFamily="34" charset="-122"/>
                <a:cs typeface="Arial Regular" pitchFamily="34" charset="-120"/>
              </a:rPr>
              <a:t> </a:t>
            </a:r>
            <a:r>
              <a:rPr lang="en-US" sz="1200" kern="0" err="1">
                <a:solidFill>
                  <a:srgbClr val="1A1A1A">
                    <a:alpha val="60000"/>
                  </a:srgbClr>
                </a:solidFill>
                <a:latin typeface="Arial Regular" pitchFamily="34" charset="0"/>
                <a:ea typeface="Arial Regular" pitchFamily="34" charset="-122"/>
                <a:cs typeface="Arial Regular" pitchFamily="34" charset="-120"/>
              </a:rPr>
              <a:t>adipiscing</a:t>
            </a:r>
            <a:r>
              <a:rPr lang="en-US" sz="1200" kern="0">
                <a:solidFill>
                  <a:srgbClr val="1A1A1A">
                    <a:alpha val="60000"/>
                  </a:srgbClr>
                </a:solidFill>
                <a:latin typeface="Arial Regular" pitchFamily="34" charset="0"/>
                <a:ea typeface="Arial Regular" pitchFamily="34" charset="-122"/>
                <a:cs typeface="Arial Regular" pitchFamily="34" charset="-120"/>
              </a:rPr>
              <a:t> </a:t>
            </a:r>
            <a:r>
              <a:rPr lang="en-US" sz="1200" kern="0" err="1">
                <a:solidFill>
                  <a:srgbClr val="1A1A1A">
                    <a:alpha val="60000"/>
                  </a:srgbClr>
                </a:solidFill>
                <a:latin typeface="Arial Regular" pitchFamily="34" charset="0"/>
                <a:ea typeface="Arial Regular" pitchFamily="34" charset="-122"/>
                <a:cs typeface="Arial Regular" pitchFamily="34" charset="-120"/>
              </a:rPr>
              <a:t>elit</a:t>
            </a:r>
            <a:r>
              <a:rPr lang="en-US" sz="1200" kern="0">
                <a:solidFill>
                  <a:srgbClr val="1A1A1A">
                    <a:alpha val="60000"/>
                  </a:srgbClr>
                </a:solidFill>
                <a:latin typeface="Arial Regular" pitchFamily="34" charset="0"/>
                <a:ea typeface="Arial Regular" pitchFamily="34" charset="-122"/>
                <a:cs typeface="Arial Regular" pitchFamily="34" charset="-120"/>
              </a:rPr>
              <a:t>. In </a:t>
            </a:r>
            <a:r>
              <a:rPr lang="en-US" sz="1200" kern="0" err="1">
                <a:solidFill>
                  <a:srgbClr val="1A1A1A">
                    <a:alpha val="60000"/>
                  </a:srgbClr>
                </a:solidFill>
                <a:latin typeface="Arial Regular" pitchFamily="34" charset="0"/>
                <a:ea typeface="Arial Regular" pitchFamily="34" charset="-122"/>
                <a:cs typeface="Arial Regular" pitchFamily="34" charset="-120"/>
              </a:rPr>
              <a:t>eu</a:t>
            </a:r>
            <a:r>
              <a:rPr lang="en-US" sz="1200" kern="0">
                <a:solidFill>
                  <a:srgbClr val="1A1A1A">
                    <a:alpha val="60000"/>
                  </a:srgbClr>
                </a:solidFill>
                <a:latin typeface="Arial Regular" pitchFamily="34" charset="0"/>
                <a:ea typeface="Arial Regular" pitchFamily="34" charset="-122"/>
                <a:cs typeface="Arial Regular" pitchFamily="34" charset="-120"/>
              </a:rPr>
              <a:t> </a:t>
            </a:r>
            <a:r>
              <a:rPr lang="en-US" sz="1200" kern="0" err="1">
                <a:solidFill>
                  <a:srgbClr val="1A1A1A">
                    <a:alpha val="60000"/>
                  </a:srgbClr>
                </a:solidFill>
                <a:latin typeface="Arial Regular" pitchFamily="34" charset="0"/>
                <a:ea typeface="Arial Regular" pitchFamily="34" charset="-122"/>
                <a:cs typeface="Arial Regular" pitchFamily="34" charset="-120"/>
              </a:rPr>
              <a:t>porttitor</a:t>
            </a:r>
            <a:r>
              <a:rPr lang="en-US" sz="1200" kern="0">
                <a:solidFill>
                  <a:srgbClr val="1A1A1A">
                    <a:alpha val="60000"/>
                  </a:srgbClr>
                </a:solidFill>
                <a:latin typeface="Arial Regular" pitchFamily="34" charset="0"/>
                <a:ea typeface="Arial Regular" pitchFamily="34" charset="-122"/>
                <a:cs typeface="Arial Regular" pitchFamily="34" charset="-120"/>
              </a:rPr>
              <a:t> </a:t>
            </a:r>
            <a:r>
              <a:rPr lang="en-US" sz="1200" kern="0" err="1">
                <a:solidFill>
                  <a:srgbClr val="1A1A1A">
                    <a:alpha val="60000"/>
                  </a:srgbClr>
                </a:solidFill>
                <a:latin typeface="Arial Regular" pitchFamily="34" charset="0"/>
                <a:ea typeface="Arial Regular" pitchFamily="34" charset="-122"/>
                <a:cs typeface="Arial Regular" pitchFamily="34" charset="-120"/>
              </a:rPr>
              <a:t>purus</a:t>
            </a:r>
            <a:r>
              <a:rPr lang="en-US" sz="1200" kern="0">
                <a:solidFill>
                  <a:srgbClr val="1A1A1A">
                    <a:alpha val="60000"/>
                  </a:srgbClr>
                </a:solidFill>
                <a:latin typeface="Arial Regular" pitchFamily="34" charset="0"/>
                <a:ea typeface="Arial Regular" pitchFamily="34" charset="-122"/>
                <a:cs typeface="Arial Regular" pitchFamily="34" charset="-120"/>
              </a:rPr>
              <a:t>. Proin </a:t>
            </a:r>
            <a:r>
              <a:rPr lang="en-US" sz="1200" kern="0" err="1">
                <a:solidFill>
                  <a:srgbClr val="1A1A1A">
                    <a:alpha val="60000"/>
                  </a:srgbClr>
                </a:solidFill>
                <a:latin typeface="Arial Regular" pitchFamily="34" charset="0"/>
                <a:ea typeface="Arial Regular" pitchFamily="34" charset="-122"/>
                <a:cs typeface="Arial Regular" pitchFamily="34" charset="-120"/>
              </a:rPr>
              <a:t>lobortis</a:t>
            </a:r>
            <a:r>
              <a:rPr lang="en-US" sz="1200" kern="0">
                <a:solidFill>
                  <a:srgbClr val="1A1A1A">
                    <a:alpha val="60000"/>
                  </a:srgbClr>
                </a:solidFill>
                <a:latin typeface="Arial Regular" pitchFamily="34" charset="0"/>
                <a:ea typeface="Arial Regular" pitchFamily="34" charset="-122"/>
                <a:cs typeface="Arial Regular" pitchFamily="34" charset="-120"/>
              </a:rPr>
              <a:t> non </a:t>
            </a:r>
            <a:r>
              <a:rPr lang="en-US" sz="1200" kern="0" err="1">
                <a:solidFill>
                  <a:srgbClr val="1A1A1A">
                    <a:alpha val="60000"/>
                  </a:srgbClr>
                </a:solidFill>
                <a:latin typeface="Arial Regular" pitchFamily="34" charset="0"/>
                <a:ea typeface="Arial Regular" pitchFamily="34" charset="-122"/>
                <a:cs typeface="Arial Regular" pitchFamily="34" charset="-120"/>
              </a:rPr>
              <a:t>turpis</a:t>
            </a:r>
            <a:r>
              <a:rPr lang="en-US" sz="1200" kern="0">
                <a:solidFill>
                  <a:srgbClr val="1A1A1A">
                    <a:alpha val="60000"/>
                  </a:srgbClr>
                </a:solidFill>
                <a:latin typeface="Arial Regular" pitchFamily="34" charset="0"/>
                <a:ea typeface="Arial Regular" pitchFamily="34" charset="-122"/>
                <a:cs typeface="Arial Regular" pitchFamily="34" charset="-120"/>
              </a:rPr>
              <a:t> ac </a:t>
            </a:r>
            <a:r>
              <a:rPr lang="en-US" sz="1200" kern="0" err="1">
                <a:solidFill>
                  <a:srgbClr val="1A1A1A">
                    <a:alpha val="60000"/>
                  </a:srgbClr>
                </a:solidFill>
                <a:latin typeface="Arial Regular" pitchFamily="34" charset="0"/>
                <a:ea typeface="Arial Regular" pitchFamily="34" charset="-122"/>
                <a:cs typeface="Arial Regular" pitchFamily="34" charset="-120"/>
              </a:rPr>
              <a:t>interdum</a:t>
            </a:r>
            <a:r>
              <a:rPr lang="en-US" sz="1200" kern="0">
                <a:solidFill>
                  <a:srgbClr val="1A1A1A">
                    <a:alpha val="60000"/>
                  </a:srgbClr>
                </a:solidFill>
                <a:latin typeface="Arial Regular" pitchFamily="34" charset="0"/>
                <a:ea typeface="Arial Regular" pitchFamily="34" charset="-122"/>
                <a:cs typeface="Arial Regular" pitchFamily="34" charset="-120"/>
              </a:rPr>
              <a:t>. Integer a ipsum.</a:t>
            </a:r>
            <a:endParaRPr lang="en-US" sz="1200"/>
          </a:p>
        </p:txBody>
      </p:sp>
      <p:sp>
        <p:nvSpPr>
          <p:cNvPr id="16" name="Marcador de texto 30">
            <a:extLst>
              <a:ext uri="{FF2B5EF4-FFF2-40B4-BE49-F238E27FC236}">
                <a16:creationId xmlns:a16="http://schemas.microsoft.com/office/drawing/2014/main" id="{43D31079-C7C6-C432-818D-A4E84A1F6E2D}"/>
              </a:ext>
            </a:extLst>
          </p:cNvPr>
          <p:cNvSpPr>
            <a:spLocks noGrp="1"/>
          </p:cNvSpPr>
          <p:nvPr>
            <p:ph type="body" sz="quarter" idx="27" hasCustomPrompt="1"/>
          </p:nvPr>
        </p:nvSpPr>
        <p:spPr>
          <a:xfrm>
            <a:off x="4171949" y="2541393"/>
            <a:ext cx="3841748" cy="315848"/>
          </a:xfrm>
          <a:prstGeom prst="rect">
            <a:avLst/>
          </a:prstGeom>
        </p:spPr>
        <p:txBody>
          <a:bodyPr anchor="t"/>
          <a:lstStyle>
            <a:lvl1pPr marL="0" indent="0">
              <a:lnSpc>
                <a:spcPts val="1722"/>
              </a:lnSpc>
              <a:buNone/>
              <a:defRPr sz="1466">
                <a:latin typeface="Arial" panose="020B0604020202020204" pitchFamily="34" charset="0"/>
                <a:cs typeface="Arial" panose="020B0604020202020204" pitchFamily="34" charset="0"/>
              </a:defRPr>
            </a:lvl1pPr>
            <a:lvl2pPr marL="609402" indent="0">
              <a:buNone/>
              <a:defRPr sz="1466">
                <a:latin typeface="Arial" panose="020B0604020202020204" pitchFamily="34" charset="0"/>
                <a:cs typeface="Arial" panose="020B0604020202020204" pitchFamily="34" charset="0"/>
              </a:defRPr>
            </a:lvl2pPr>
            <a:lvl3pPr marL="1218804" indent="0">
              <a:buNone/>
              <a:defRPr sz="1466">
                <a:latin typeface="Arial" panose="020B0604020202020204" pitchFamily="34" charset="0"/>
                <a:cs typeface="Arial" panose="020B0604020202020204" pitchFamily="34" charset="0"/>
              </a:defRPr>
            </a:lvl3pPr>
            <a:lvl4pPr marL="1828206" indent="0">
              <a:buNone/>
              <a:defRPr sz="1466">
                <a:latin typeface="Arial" panose="020B0604020202020204" pitchFamily="34" charset="0"/>
                <a:cs typeface="Arial" panose="020B0604020202020204" pitchFamily="34" charset="0"/>
              </a:defRPr>
            </a:lvl4pPr>
            <a:lvl5pPr marL="2437608" indent="0">
              <a:buNone/>
              <a:defRPr sz="1466">
                <a:latin typeface="Arial" panose="020B0604020202020204" pitchFamily="34" charset="0"/>
                <a:cs typeface="Arial" panose="020B0604020202020204" pitchFamily="34" charset="0"/>
              </a:defRPr>
            </a:lvl5pPr>
          </a:lstStyle>
          <a:p>
            <a:pPr>
              <a:lnSpc>
                <a:spcPts val="1292"/>
              </a:lnSpc>
            </a:pPr>
            <a:r>
              <a:rPr lang="en-US" sz="1466" kern="0">
                <a:solidFill>
                  <a:srgbClr val="1A1A1A"/>
                </a:solidFill>
                <a:latin typeface="Arial Regular" pitchFamily="34" charset="0"/>
                <a:ea typeface="Arial Regular" pitchFamily="34" charset="-122"/>
                <a:cs typeface="Arial Regular" pitchFamily="34" charset="-120"/>
              </a:rPr>
              <a:t>Titular del bullet point</a:t>
            </a:r>
            <a:endParaRPr lang="en-US" sz="1466"/>
          </a:p>
        </p:txBody>
      </p:sp>
      <p:sp>
        <p:nvSpPr>
          <p:cNvPr id="17" name="Marcador de texto 24">
            <a:extLst>
              <a:ext uri="{FF2B5EF4-FFF2-40B4-BE49-F238E27FC236}">
                <a16:creationId xmlns:a16="http://schemas.microsoft.com/office/drawing/2014/main" id="{187D1B16-3FC2-C153-994C-8F55700AEB75}"/>
              </a:ext>
            </a:extLst>
          </p:cNvPr>
          <p:cNvSpPr>
            <a:spLocks noGrp="1"/>
          </p:cNvSpPr>
          <p:nvPr>
            <p:ph type="body" sz="quarter" idx="28" hasCustomPrompt="1"/>
          </p:nvPr>
        </p:nvSpPr>
        <p:spPr>
          <a:xfrm>
            <a:off x="204011" y="2867231"/>
            <a:ext cx="3841749" cy="967888"/>
          </a:xfrm>
          <a:prstGeom prst="rect">
            <a:avLst/>
          </a:prstGeom>
        </p:spPr>
        <p:txBody>
          <a:bodyPr/>
          <a:lstStyle>
            <a:lvl1pPr marL="0" indent="0">
              <a:lnSpc>
                <a:spcPts val="1875"/>
              </a:lnSpc>
              <a:buNone/>
              <a:defRPr sz="1200">
                <a:solidFill>
                  <a:schemeClr val="tx1">
                    <a:alpha val="60000"/>
                  </a:schemeClr>
                </a:solidFill>
                <a:latin typeface="Arial" panose="020B0604020202020204" pitchFamily="34" charset="0"/>
                <a:cs typeface="Arial" panose="020B0604020202020204" pitchFamily="34" charset="0"/>
              </a:defRPr>
            </a:lvl1pPr>
            <a:lvl2pPr marL="609402" indent="0">
              <a:buNone/>
              <a:defRPr sz="1200">
                <a:solidFill>
                  <a:schemeClr val="tx1">
                    <a:alpha val="60000"/>
                  </a:schemeClr>
                </a:solidFill>
                <a:latin typeface="Arial" panose="020B0604020202020204" pitchFamily="34" charset="0"/>
                <a:cs typeface="Arial" panose="020B0604020202020204" pitchFamily="34" charset="0"/>
              </a:defRPr>
            </a:lvl2pPr>
            <a:lvl3pPr marL="1218804" indent="0">
              <a:buNone/>
              <a:defRPr sz="1200">
                <a:solidFill>
                  <a:schemeClr val="tx1">
                    <a:alpha val="60000"/>
                  </a:schemeClr>
                </a:solidFill>
                <a:latin typeface="Arial" panose="020B0604020202020204" pitchFamily="34" charset="0"/>
                <a:cs typeface="Arial" panose="020B0604020202020204" pitchFamily="34" charset="0"/>
              </a:defRPr>
            </a:lvl3pPr>
            <a:lvl4pPr marL="1828206" indent="0">
              <a:buNone/>
              <a:defRPr sz="1200">
                <a:solidFill>
                  <a:schemeClr val="tx1">
                    <a:alpha val="60000"/>
                  </a:schemeClr>
                </a:solidFill>
                <a:latin typeface="Arial" panose="020B0604020202020204" pitchFamily="34" charset="0"/>
                <a:cs typeface="Arial" panose="020B0604020202020204" pitchFamily="34" charset="0"/>
              </a:defRPr>
            </a:lvl4pPr>
            <a:lvl5pPr marL="2437608" indent="0">
              <a:buNone/>
              <a:defRPr sz="1200">
                <a:solidFill>
                  <a:schemeClr val="tx1">
                    <a:alpha val="60000"/>
                  </a:schemeClr>
                </a:solidFill>
                <a:latin typeface="Arial" panose="020B0604020202020204" pitchFamily="34" charset="0"/>
                <a:cs typeface="Arial" panose="020B0604020202020204" pitchFamily="34" charset="0"/>
              </a:defRPr>
            </a:lvl5pPr>
          </a:lstStyle>
          <a:p>
            <a:pPr>
              <a:lnSpc>
                <a:spcPts val="1407"/>
              </a:lnSpc>
            </a:pPr>
            <a:r>
              <a:rPr lang="en-US" sz="1200" kern="0">
                <a:solidFill>
                  <a:srgbClr val="1A1A1A">
                    <a:alpha val="60000"/>
                  </a:srgbClr>
                </a:solidFill>
                <a:latin typeface="Arial Regular" pitchFamily="34" charset="0"/>
                <a:ea typeface="Arial Regular" pitchFamily="34" charset="-122"/>
                <a:cs typeface="Arial Regular" pitchFamily="34" charset="-120"/>
              </a:rPr>
              <a:t>Lorem ipsum dolor sit </a:t>
            </a:r>
            <a:r>
              <a:rPr lang="en-US" sz="1200" kern="0" err="1">
                <a:solidFill>
                  <a:srgbClr val="1A1A1A">
                    <a:alpha val="60000"/>
                  </a:srgbClr>
                </a:solidFill>
                <a:latin typeface="Arial Regular" pitchFamily="34" charset="0"/>
                <a:ea typeface="Arial Regular" pitchFamily="34" charset="-122"/>
                <a:cs typeface="Arial Regular" pitchFamily="34" charset="-120"/>
              </a:rPr>
              <a:t>amet</a:t>
            </a:r>
            <a:r>
              <a:rPr lang="en-US" sz="1200" kern="0">
                <a:solidFill>
                  <a:srgbClr val="1A1A1A">
                    <a:alpha val="60000"/>
                  </a:srgbClr>
                </a:solidFill>
                <a:latin typeface="Arial Regular" pitchFamily="34" charset="0"/>
                <a:ea typeface="Arial Regular" pitchFamily="34" charset="-122"/>
                <a:cs typeface="Arial Regular" pitchFamily="34" charset="-120"/>
              </a:rPr>
              <a:t>, </a:t>
            </a:r>
            <a:r>
              <a:rPr lang="en-US" sz="1200" kern="0" err="1">
                <a:solidFill>
                  <a:srgbClr val="1A1A1A">
                    <a:alpha val="60000"/>
                  </a:srgbClr>
                </a:solidFill>
                <a:latin typeface="Arial Regular" pitchFamily="34" charset="0"/>
                <a:ea typeface="Arial Regular" pitchFamily="34" charset="-122"/>
                <a:cs typeface="Arial Regular" pitchFamily="34" charset="-120"/>
              </a:rPr>
              <a:t>consectetur</a:t>
            </a:r>
            <a:r>
              <a:rPr lang="en-US" sz="1200" kern="0">
                <a:solidFill>
                  <a:srgbClr val="1A1A1A">
                    <a:alpha val="60000"/>
                  </a:srgbClr>
                </a:solidFill>
                <a:latin typeface="Arial Regular" pitchFamily="34" charset="0"/>
                <a:ea typeface="Arial Regular" pitchFamily="34" charset="-122"/>
                <a:cs typeface="Arial Regular" pitchFamily="34" charset="-120"/>
              </a:rPr>
              <a:t> </a:t>
            </a:r>
            <a:r>
              <a:rPr lang="en-US" sz="1200" kern="0" err="1">
                <a:solidFill>
                  <a:srgbClr val="1A1A1A">
                    <a:alpha val="60000"/>
                  </a:srgbClr>
                </a:solidFill>
                <a:latin typeface="Arial Regular" pitchFamily="34" charset="0"/>
                <a:ea typeface="Arial Regular" pitchFamily="34" charset="-122"/>
                <a:cs typeface="Arial Regular" pitchFamily="34" charset="-120"/>
              </a:rPr>
              <a:t>adipiscing</a:t>
            </a:r>
            <a:r>
              <a:rPr lang="en-US" sz="1200" kern="0">
                <a:solidFill>
                  <a:srgbClr val="1A1A1A">
                    <a:alpha val="60000"/>
                  </a:srgbClr>
                </a:solidFill>
                <a:latin typeface="Arial Regular" pitchFamily="34" charset="0"/>
                <a:ea typeface="Arial Regular" pitchFamily="34" charset="-122"/>
                <a:cs typeface="Arial Regular" pitchFamily="34" charset="-120"/>
              </a:rPr>
              <a:t> </a:t>
            </a:r>
            <a:r>
              <a:rPr lang="en-US" sz="1200" kern="0" err="1">
                <a:solidFill>
                  <a:srgbClr val="1A1A1A">
                    <a:alpha val="60000"/>
                  </a:srgbClr>
                </a:solidFill>
                <a:latin typeface="Arial Regular" pitchFamily="34" charset="0"/>
                <a:ea typeface="Arial Regular" pitchFamily="34" charset="-122"/>
                <a:cs typeface="Arial Regular" pitchFamily="34" charset="-120"/>
              </a:rPr>
              <a:t>elit</a:t>
            </a:r>
            <a:r>
              <a:rPr lang="en-US" sz="1200" kern="0">
                <a:solidFill>
                  <a:srgbClr val="1A1A1A">
                    <a:alpha val="60000"/>
                  </a:srgbClr>
                </a:solidFill>
                <a:latin typeface="Arial Regular" pitchFamily="34" charset="0"/>
                <a:ea typeface="Arial Regular" pitchFamily="34" charset="-122"/>
                <a:cs typeface="Arial Regular" pitchFamily="34" charset="-120"/>
              </a:rPr>
              <a:t>. In </a:t>
            </a:r>
            <a:r>
              <a:rPr lang="en-US" sz="1200" kern="0" err="1">
                <a:solidFill>
                  <a:srgbClr val="1A1A1A">
                    <a:alpha val="60000"/>
                  </a:srgbClr>
                </a:solidFill>
                <a:latin typeface="Arial Regular" pitchFamily="34" charset="0"/>
                <a:ea typeface="Arial Regular" pitchFamily="34" charset="-122"/>
                <a:cs typeface="Arial Regular" pitchFamily="34" charset="-120"/>
              </a:rPr>
              <a:t>eu</a:t>
            </a:r>
            <a:r>
              <a:rPr lang="en-US" sz="1200" kern="0">
                <a:solidFill>
                  <a:srgbClr val="1A1A1A">
                    <a:alpha val="60000"/>
                  </a:srgbClr>
                </a:solidFill>
                <a:latin typeface="Arial Regular" pitchFamily="34" charset="0"/>
                <a:ea typeface="Arial Regular" pitchFamily="34" charset="-122"/>
                <a:cs typeface="Arial Regular" pitchFamily="34" charset="-120"/>
              </a:rPr>
              <a:t> </a:t>
            </a:r>
            <a:r>
              <a:rPr lang="en-US" sz="1200" kern="0" err="1">
                <a:solidFill>
                  <a:srgbClr val="1A1A1A">
                    <a:alpha val="60000"/>
                  </a:srgbClr>
                </a:solidFill>
                <a:latin typeface="Arial Regular" pitchFamily="34" charset="0"/>
                <a:ea typeface="Arial Regular" pitchFamily="34" charset="-122"/>
                <a:cs typeface="Arial Regular" pitchFamily="34" charset="-120"/>
              </a:rPr>
              <a:t>porttitor</a:t>
            </a:r>
            <a:r>
              <a:rPr lang="en-US" sz="1200" kern="0">
                <a:solidFill>
                  <a:srgbClr val="1A1A1A">
                    <a:alpha val="60000"/>
                  </a:srgbClr>
                </a:solidFill>
                <a:latin typeface="Arial Regular" pitchFamily="34" charset="0"/>
                <a:ea typeface="Arial Regular" pitchFamily="34" charset="-122"/>
                <a:cs typeface="Arial Regular" pitchFamily="34" charset="-120"/>
              </a:rPr>
              <a:t> </a:t>
            </a:r>
            <a:r>
              <a:rPr lang="en-US" sz="1200" kern="0" err="1">
                <a:solidFill>
                  <a:srgbClr val="1A1A1A">
                    <a:alpha val="60000"/>
                  </a:srgbClr>
                </a:solidFill>
                <a:latin typeface="Arial Regular" pitchFamily="34" charset="0"/>
                <a:ea typeface="Arial Regular" pitchFamily="34" charset="-122"/>
                <a:cs typeface="Arial Regular" pitchFamily="34" charset="-120"/>
              </a:rPr>
              <a:t>purus</a:t>
            </a:r>
            <a:r>
              <a:rPr lang="en-US" sz="1200" kern="0">
                <a:solidFill>
                  <a:srgbClr val="1A1A1A">
                    <a:alpha val="60000"/>
                  </a:srgbClr>
                </a:solidFill>
                <a:latin typeface="Arial Regular" pitchFamily="34" charset="0"/>
                <a:ea typeface="Arial Regular" pitchFamily="34" charset="-122"/>
                <a:cs typeface="Arial Regular" pitchFamily="34" charset="-120"/>
              </a:rPr>
              <a:t>. Proin </a:t>
            </a:r>
            <a:r>
              <a:rPr lang="en-US" sz="1200" kern="0" err="1">
                <a:solidFill>
                  <a:srgbClr val="1A1A1A">
                    <a:alpha val="60000"/>
                  </a:srgbClr>
                </a:solidFill>
                <a:latin typeface="Arial Regular" pitchFamily="34" charset="0"/>
                <a:ea typeface="Arial Regular" pitchFamily="34" charset="-122"/>
                <a:cs typeface="Arial Regular" pitchFamily="34" charset="-120"/>
              </a:rPr>
              <a:t>lobortis</a:t>
            </a:r>
            <a:r>
              <a:rPr lang="en-US" sz="1200" kern="0">
                <a:solidFill>
                  <a:srgbClr val="1A1A1A">
                    <a:alpha val="60000"/>
                  </a:srgbClr>
                </a:solidFill>
                <a:latin typeface="Arial Regular" pitchFamily="34" charset="0"/>
                <a:ea typeface="Arial Regular" pitchFamily="34" charset="-122"/>
                <a:cs typeface="Arial Regular" pitchFamily="34" charset="-120"/>
              </a:rPr>
              <a:t> non </a:t>
            </a:r>
            <a:r>
              <a:rPr lang="en-US" sz="1200" kern="0" err="1">
                <a:solidFill>
                  <a:srgbClr val="1A1A1A">
                    <a:alpha val="60000"/>
                  </a:srgbClr>
                </a:solidFill>
                <a:latin typeface="Arial Regular" pitchFamily="34" charset="0"/>
                <a:ea typeface="Arial Regular" pitchFamily="34" charset="-122"/>
                <a:cs typeface="Arial Regular" pitchFamily="34" charset="-120"/>
              </a:rPr>
              <a:t>turpis</a:t>
            </a:r>
            <a:r>
              <a:rPr lang="en-US" sz="1200" kern="0">
                <a:solidFill>
                  <a:srgbClr val="1A1A1A">
                    <a:alpha val="60000"/>
                  </a:srgbClr>
                </a:solidFill>
                <a:latin typeface="Arial Regular" pitchFamily="34" charset="0"/>
                <a:ea typeface="Arial Regular" pitchFamily="34" charset="-122"/>
                <a:cs typeface="Arial Regular" pitchFamily="34" charset="-120"/>
              </a:rPr>
              <a:t> ac </a:t>
            </a:r>
            <a:r>
              <a:rPr lang="en-US" sz="1200" kern="0" err="1">
                <a:solidFill>
                  <a:srgbClr val="1A1A1A">
                    <a:alpha val="60000"/>
                  </a:srgbClr>
                </a:solidFill>
                <a:latin typeface="Arial Regular" pitchFamily="34" charset="0"/>
                <a:ea typeface="Arial Regular" pitchFamily="34" charset="-122"/>
                <a:cs typeface="Arial Regular" pitchFamily="34" charset="-120"/>
              </a:rPr>
              <a:t>interdum</a:t>
            </a:r>
            <a:r>
              <a:rPr lang="en-US" sz="1200" kern="0">
                <a:solidFill>
                  <a:srgbClr val="1A1A1A">
                    <a:alpha val="60000"/>
                  </a:srgbClr>
                </a:solidFill>
                <a:latin typeface="Arial Regular" pitchFamily="34" charset="0"/>
                <a:ea typeface="Arial Regular" pitchFamily="34" charset="-122"/>
                <a:cs typeface="Arial Regular" pitchFamily="34" charset="-120"/>
              </a:rPr>
              <a:t>. Integer a ipsum.</a:t>
            </a:r>
            <a:endParaRPr lang="en-US" sz="1200"/>
          </a:p>
        </p:txBody>
      </p:sp>
      <p:sp>
        <p:nvSpPr>
          <p:cNvPr id="18" name="Marcador de texto 30">
            <a:extLst>
              <a:ext uri="{FF2B5EF4-FFF2-40B4-BE49-F238E27FC236}">
                <a16:creationId xmlns:a16="http://schemas.microsoft.com/office/drawing/2014/main" id="{EBC6A646-9331-F9FE-F7CD-C0868B91EB6F}"/>
              </a:ext>
            </a:extLst>
          </p:cNvPr>
          <p:cNvSpPr>
            <a:spLocks noGrp="1"/>
          </p:cNvSpPr>
          <p:nvPr>
            <p:ph type="body" sz="quarter" idx="29" hasCustomPrompt="1"/>
          </p:nvPr>
        </p:nvSpPr>
        <p:spPr>
          <a:xfrm>
            <a:off x="204007" y="2541393"/>
            <a:ext cx="3841748" cy="315848"/>
          </a:xfrm>
          <a:prstGeom prst="rect">
            <a:avLst/>
          </a:prstGeom>
        </p:spPr>
        <p:txBody>
          <a:bodyPr anchor="t"/>
          <a:lstStyle>
            <a:lvl1pPr marL="0" indent="0">
              <a:lnSpc>
                <a:spcPts val="1722"/>
              </a:lnSpc>
              <a:buNone/>
              <a:defRPr sz="1466">
                <a:latin typeface="Arial" panose="020B0604020202020204" pitchFamily="34" charset="0"/>
                <a:cs typeface="Arial" panose="020B0604020202020204" pitchFamily="34" charset="0"/>
              </a:defRPr>
            </a:lvl1pPr>
            <a:lvl2pPr marL="609402" indent="0">
              <a:buNone/>
              <a:defRPr sz="1466">
                <a:latin typeface="Arial" panose="020B0604020202020204" pitchFamily="34" charset="0"/>
                <a:cs typeface="Arial" panose="020B0604020202020204" pitchFamily="34" charset="0"/>
              </a:defRPr>
            </a:lvl2pPr>
            <a:lvl3pPr marL="1218804" indent="0">
              <a:buNone/>
              <a:defRPr sz="1466">
                <a:latin typeface="Arial" panose="020B0604020202020204" pitchFamily="34" charset="0"/>
                <a:cs typeface="Arial" panose="020B0604020202020204" pitchFamily="34" charset="0"/>
              </a:defRPr>
            </a:lvl3pPr>
            <a:lvl4pPr marL="1828206" indent="0">
              <a:buNone/>
              <a:defRPr sz="1466">
                <a:latin typeface="Arial" panose="020B0604020202020204" pitchFamily="34" charset="0"/>
                <a:cs typeface="Arial" panose="020B0604020202020204" pitchFamily="34" charset="0"/>
              </a:defRPr>
            </a:lvl4pPr>
            <a:lvl5pPr marL="2437608" indent="0">
              <a:buNone/>
              <a:defRPr sz="1466">
                <a:latin typeface="Arial" panose="020B0604020202020204" pitchFamily="34" charset="0"/>
                <a:cs typeface="Arial" panose="020B0604020202020204" pitchFamily="34" charset="0"/>
              </a:defRPr>
            </a:lvl5pPr>
          </a:lstStyle>
          <a:p>
            <a:pPr>
              <a:lnSpc>
                <a:spcPts val="1292"/>
              </a:lnSpc>
            </a:pPr>
            <a:r>
              <a:rPr lang="en-US" sz="1466" kern="0">
                <a:solidFill>
                  <a:srgbClr val="1A1A1A"/>
                </a:solidFill>
                <a:latin typeface="Arial Regular" pitchFamily="34" charset="0"/>
                <a:ea typeface="Arial Regular" pitchFamily="34" charset="-122"/>
                <a:cs typeface="Arial Regular" pitchFamily="34" charset="-120"/>
              </a:rPr>
              <a:t>Titular del bullet point</a:t>
            </a:r>
            <a:endParaRPr lang="en-US" sz="1466"/>
          </a:p>
        </p:txBody>
      </p:sp>
      <p:sp>
        <p:nvSpPr>
          <p:cNvPr id="19" name="Marcador de texto 24">
            <a:extLst>
              <a:ext uri="{FF2B5EF4-FFF2-40B4-BE49-F238E27FC236}">
                <a16:creationId xmlns:a16="http://schemas.microsoft.com/office/drawing/2014/main" id="{E71136F3-BEE9-6A08-C7E7-4C9FF37829F7}"/>
              </a:ext>
            </a:extLst>
          </p:cNvPr>
          <p:cNvSpPr>
            <a:spLocks noGrp="1"/>
          </p:cNvSpPr>
          <p:nvPr>
            <p:ph type="body" sz="quarter" idx="30" hasCustomPrompt="1"/>
          </p:nvPr>
        </p:nvSpPr>
        <p:spPr>
          <a:xfrm>
            <a:off x="8139895" y="2867231"/>
            <a:ext cx="3841749" cy="967888"/>
          </a:xfrm>
          <a:prstGeom prst="rect">
            <a:avLst/>
          </a:prstGeom>
        </p:spPr>
        <p:txBody>
          <a:bodyPr/>
          <a:lstStyle>
            <a:lvl1pPr marL="0" indent="0">
              <a:lnSpc>
                <a:spcPts val="1875"/>
              </a:lnSpc>
              <a:buNone/>
              <a:defRPr sz="1200">
                <a:solidFill>
                  <a:schemeClr val="tx1">
                    <a:alpha val="60000"/>
                  </a:schemeClr>
                </a:solidFill>
                <a:latin typeface="Arial" panose="020B0604020202020204" pitchFamily="34" charset="0"/>
                <a:cs typeface="Arial" panose="020B0604020202020204" pitchFamily="34" charset="0"/>
              </a:defRPr>
            </a:lvl1pPr>
            <a:lvl2pPr marL="609402" indent="0">
              <a:buNone/>
              <a:defRPr sz="1200">
                <a:solidFill>
                  <a:schemeClr val="tx1">
                    <a:alpha val="60000"/>
                  </a:schemeClr>
                </a:solidFill>
                <a:latin typeface="Arial" panose="020B0604020202020204" pitchFamily="34" charset="0"/>
                <a:cs typeface="Arial" panose="020B0604020202020204" pitchFamily="34" charset="0"/>
              </a:defRPr>
            </a:lvl2pPr>
            <a:lvl3pPr marL="1218804" indent="0">
              <a:buNone/>
              <a:defRPr sz="1200">
                <a:solidFill>
                  <a:schemeClr val="tx1">
                    <a:alpha val="60000"/>
                  </a:schemeClr>
                </a:solidFill>
                <a:latin typeface="Arial" panose="020B0604020202020204" pitchFamily="34" charset="0"/>
                <a:cs typeface="Arial" panose="020B0604020202020204" pitchFamily="34" charset="0"/>
              </a:defRPr>
            </a:lvl3pPr>
            <a:lvl4pPr marL="1828206" indent="0">
              <a:buNone/>
              <a:defRPr sz="1200">
                <a:solidFill>
                  <a:schemeClr val="tx1">
                    <a:alpha val="60000"/>
                  </a:schemeClr>
                </a:solidFill>
                <a:latin typeface="Arial" panose="020B0604020202020204" pitchFamily="34" charset="0"/>
                <a:cs typeface="Arial" panose="020B0604020202020204" pitchFamily="34" charset="0"/>
              </a:defRPr>
            </a:lvl4pPr>
            <a:lvl5pPr marL="2437608" indent="0">
              <a:buNone/>
              <a:defRPr sz="1200">
                <a:solidFill>
                  <a:schemeClr val="tx1">
                    <a:alpha val="60000"/>
                  </a:schemeClr>
                </a:solidFill>
                <a:latin typeface="Arial" panose="020B0604020202020204" pitchFamily="34" charset="0"/>
                <a:cs typeface="Arial" panose="020B0604020202020204" pitchFamily="34" charset="0"/>
              </a:defRPr>
            </a:lvl5pPr>
          </a:lstStyle>
          <a:p>
            <a:pPr>
              <a:lnSpc>
                <a:spcPts val="1407"/>
              </a:lnSpc>
            </a:pPr>
            <a:r>
              <a:rPr lang="en-US" sz="1200" kern="0">
                <a:solidFill>
                  <a:srgbClr val="1A1A1A">
                    <a:alpha val="60000"/>
                  </a:srgbClr>
                </a:solidFill>
                <a:latin typeface="Arial Regular" pitchFamily="34" charset="0"/>
                <a:ea typeface="Arial Regular" pitchFamily="34" charset="-122"/>
                <a:cs typeface="Arial Regular" pitchFamily="34" charset="-120"/>
              </a:rPr>
              <a:t>Lorem ipsum dolor sit </a:t>
            </a:r>
            <a:r>
              <a:rPr lang="en-US" sz="1200" kern="0" err="1">
                <a:solidFill>
                  <a:srgbClr val="1A1A1A">
                    <a:alpha val="60000"/>
                  </a:srgbClr>
                </a:solidFill>
                <a:latin typeface="Arial Regular" pitchFamily="34" charset="0"/>
                <a:ea typeface="Arial Regular" pitchFamily="34" charset="-122"/>
                <a:cs typeface="Arial Regular" pitchFamily="34" charset="-120"/>
              </a:rPr>
              <a:t>amet</a:t>
            </a:r>
            <a:r>
              <a:rPr lang="en-US" sz="1200" kern="0">
                <a:solidFill>
                  <a:srgbClr val="1A1A1A">
                    <a:alpha val="60000"/>
                  </a:srgbClr>
                </a:solidFill>
                <a:latin typeface="Arial Regular" pitchFamily="34" charset="0"/>
                <a:ea typeface="Arial Regular" pitchFamily="34" charset="-122"/>
                <a:cs typeface="Arial Regular" pitchFamily="34" charset="-120"/>
              </a:rPr>
              <a:t>, </a:t>
            </a:r>
            <a:r>
              <a:rPr lang="en-US" sz="1200" kern="0" err="1">
                <a:solidFill>
                  <a:srgbClr val="1A1A1A">
                    <a:alpha val="60000"/>
                  </a:srgbClr>
                </a:solidFill>
                <a:latin typeface="Arial Regular" pitchFamily="34" charset="0"/>
                <a:ea typeface="Arial Regular" pitchFamily="34" charset="-122"/>
                <a:cs typeface="Arial Regular" pitchFamily="34" charset="-120"/>
              </a:rPr>
              <a:t>consectetur</a:t>
            </a:r>
            <a:r>
              <a:rPr lang="en-US" sz="1200" kern="0">
                <a:solidFill>
                  <a:srgbClr val="1A1A1A">
                    <a:alpha val="60000"/>
                  </a:srgbClr>
                </a:solidFill>
                <a:latin typeface="Arial Regular" pitchFamily="34" charset="0"/>
                <a:ea typeface="Arial Regular" pitchFamily="34" charset="-122"/>
                <a:cs typeface="Arial Regular" pitchFamily="34" charset="-120"/>
              </a:rPr>
              <a:t> </a:t>
            </a:r>
            <a:r>
              <a:rPr lang="en-US" sz="1200" kern="0" err="1">
                <a:solidFill>
                  <a:srgbClr val="1A1A1A">
                    <a:alpha val="60000"/>
                  </a:srgbClr>
                </a:solidFill>
                <a:latin typeface="Arial Regular" pitchFamily="34" charset="0"/>
                <a:ea typeface="Arial Regular" pitchFamily="34" charset="-122"/>
                <a:cs typeface="Arial Regular" pitchFamily="34" charset="-120"/>
              </a:rPr>
              <a:t>adipiscing</a:t>
            </a:r>
            <a:r>
              <a:rPr lang="en-US" sz="1200" kern="0">
                <a:solidFill>
                  <a:srgbClr val="1A1A1A">
                    <a:alpha val="60000"/>
                  </a:srgbClr>
                </a:solidFill>
                <a:latin typeface="Arial Regular" pitchFamily="34" charset="0"/>
                <a:ea typeface="Arial Regular" pitchFamily="34" charset="-122"/>
                <a:cs typeface="Arial Regular" pitchFamily="34" charset="-120"/>
              </a:rPr>
              <a:t> </a:t>
            </a:r>
            <a:r>
              <a:rPr lang="en-US" sz="1200" kern="0" err="1">
                <a:solidFill>
                  <a:srgbClr val="1A1A1A">
                    <a:alpha val="60000"/>
                  </a:srgbClr>
                </a:solidFill>
                <a:latin typeface="Arial Regular" pitchFamily="34" charset="0"/>
                <a:ea typeface="Arial Regular" pitchFamily="34" charset="-122"/>
                <a:cs typeface="Arial Regular" pitchFamily="34" charset="-120"/>
              </a:rPr>
              <a:t>elit</a:t>
            </a:r>
            <a:r>
              <a:rPr lang="en-US" sz="1200" kern="0">
                <a:solidFill>
                  <a:srgbClr val="1A1A1A">
                    <a:alpha val="60000"/>
                  </a:srgbClr>
                </a:solidFill>
                <a:latin typeface="Arial Regular" pitchFamily="34" charset="0"/>
                <a:ea typeface="Arial Regular" pitchFamily="34" charset="-122"/>
                <a:cs typeface="Arial Regular" pitchFamily="34" charset="-120"/>
              </a:rPr>
              <a:t>. In </a:t>
            </a:r>
            <a:r>
              <a:rPr lang="en-US" sz="1200" kern="0" err="1">
                <a:solidFill>
                  <a:srgbClr val="1A1A1A">
                    <a:alpha val="60000"/>
                  </a:srgbClr>
                </a:solidFill>
                <a:latin typeface="Arial Regular" pitchFamily="34" charset="0"/>
                <a:ea typeface="Arial Regular" pitchFamily="34" charset="-122"/>
                <a:cs typeface="Arial Regular" pitchFamily="34" charset="-120"/>
              </a:rPr>
              <a:t>eu</a:t>
            </a:r>
            <a:r>
              <a:rPr lang="en-US" sz="1200" kern="0">
                <a:solidFill>
                  <a:srgbClr val="1A1A1A">
                    <a:alpha val="60000"/>
                  </a:srgbClr>
                </a:solidFill>
                <a:latin typeface="Arial Regular" pitchFamily="34" charset="0"/>
                <a:ea typeface="Arial Regular" pitchFamily="34" charset="-122"/>
                <a:cs typeface="Arial Regular" pitchFamily="34" charset="-120"/>
              </a:rPr>
              <a:t> </a:t>
            </a:r>
            <a:r>
              <a:rPr lang="en-US" sz="1200" kern="0" err="1">
                <a:solidFill>
                  <a:srgbClr val="1A1A1A">
                    <a:alpha val="60000"/>
                  </a:srgbClr>
                </a:solidFill>
                <a:latin typeface="Arial Regular" pitchFamily="34" charset="0"/>
                <a:ea typeface="Arial Regular" pitchFamily="34" charset="-122"/>
                <a:cs typeface="Arial Regular" pitchFamily="34" charset="-120"/>
              </a:rPr>
              <a:t>porttitor</a:t>
            </a:r>
            <a:r>
              <a:rPr lang="en-US" sz="1200" kern="0">
                <a:solidFill>
                  <a:srgbClr val="1A1A1A">
                    <a:alpha val="60000"/>
                  </a:srgbClr>
                </a:solidFill>
                <a:latin typeface="Arial Regular" pitchFamily="34" charset="0"/>
                <a:ea typeface="Arial Regular" pitchFamily="34" charset="-122"/>
                <a:cs typeface="Arial Regular" pitchFamily="34" charset="-120"/>
              </a:rPr>
              <a:t> </a:t>
            </a:r>
            <a:r>
              <a:rPr lang="en-US" sz="1200" kern="0" err="1">
                <a:solidFill>
                  <a:srgbClr val="1A1A1A">
                    <a:alpha val="60000"/>
                  </a:srgbClr>
                </a:solidFill>
                <a:latin typeface="Arial Regular" pitchFamily="34" charset="0"/>
                <a:ea typeface="Arial Regular" pitchFamily="34" charset="-122"/>
                <a:cs typeface="Arial Regular" pitchFamily="34" charset="-120"/>
              </a:rPr>
              <a:t>purus</a:t>
            </a:r>
            <a:r>
              <a:rPr lang="en-US" sz="1200" kern="0">
                <a:solidFill>
                  <a:srgbClr val="1A1A1A">
                    <a:alpha val="60000"/>
                  </a:srgbClr>
                </a:solidFill>
                <a:latin typeface="Arial Regular" pitchFamily="34" charset="0"/>
                <a:ea typeface="Arial Regular" pitchFamily="34" charset="-122"/>
                <a:cs typeface="Arial Regular" pitchFamily="34" charset="-120"/>
              </a:rPr>
              <a:t>. Proin </a:t>
            </a:r>
            <a:r>
              <a:rPr lang="en-US" sz="1200" kern="0" err="1">
                <a:solidFill>
                  <a:srgbClr val="1A1A1A">
                    <a:alpha val="60000"/>
                  </a:srgbClr>
                </a:solidFill>
                <a:latin typeface="Arial Regular" pitchFamily="34" charset="0"/>
                <a:ea typeface="Arial Regular" pitchFamily="34" charset="-122"/>
                <a:cs typeface="Arial Regular" pitchFamily="34" charset="-120"/>
              </a:rPr>
              <a:t>lobortis</a:t>
            </a:r>
            <a:r>
              <a:rPr lang="en-US" sz="1200" kern="0">
                <a:solidFill>
                  <a:srgbClr val="1A1A1A">
                    <a:alpha val="60000"/>
                  </a:srgbClr>
                </a:solidFill>
                <a:latin typeface="Arial Regular" pitchFamily="34" charset="0"/>
                <a:ea typeface="Arial Regular" pitchFamily="34" charset="-122"/>
                <a:cs typeface="Arial Regular" pitchFamily="34" charset="-120"/>
              </a:rPr>
              <a:t> non </a:t>
            </a:r>
            <a:r>
              <a:rPr lang="en-US" sz="1200" kern="0" err="1">
                <a:solidFill>
                  <a:srgbClr val="1A1A1A">
                    <a:alpha val="60000"/>
                  </a:srgbClr>
                </a:solidFill>
                <a:latin typeface="Arial Regular" pitchFamily="34" charset="0"/>
                <a:ea typeface="Arial Regular" pitchFamily="34" charset="-122"/>
                <a:cs typeface="Arial Regular" pitchFamily="34" charset="-120"/>
              </a:rPr>
              <a:t>turpis</a:t>
            </a:r>
            <a:r>
              <a:rPr lang="en-US" sz="1200" kern="0">
                <a:solidFill>
                  <a:srgbClr val="1A1A1A">
                    <a:alpha val="60000"/>
                  </a:srgbClr>
                </a:solidFill>
                <a:latin typeface="Arial Regular" pitchFamily="34" charset="0"/>
                <a:ea typeface="Arial Regular" pitchFamily="34" charset="-122"/>
                <a:cs typeface="Arial Regular" pitchFamily="34" charset="-120"/>
              </a:rPr>
              <a:t> ac </a:t>
            </a:r>
            <a:r>
              <a:rPr lang="en-US" sz="1200" kern="0" err="1">
                <a:solidFill>
                  <a:srgbClr val="1A1A1A">
                    <a:alpha val="60000"/>
                  </a:srgbClr>
                </a:solidFill>
                <a:latin typeface="Arial Regular" pitchFamily="34" charset="0"/>
                <a:ea typeface="Arial Regular" pitchFamily="34" charset="-122"/>
                <a:cs typeface="Arial Regular" pitchFamily="34" charset="-120"/>
              </a:rPr>
              <a:t>interdum</a:t>
            </a:r>
            <a:r>
              <a:rPr lang="en-US" sz="1200" kern="0">
                <a:solidFill>
                  <a:srgbClr val="1A1A1A">
                    <a:alpha val="60000"/>
                  </a:srgbClr>
                </a:solidFill>
                <a:latin typeface="Arial Regular" pitchFamily="34" charset="0"/>
                <a:ea typeface="Arial Regular" pitchFamily="34" charset="-122"/>
                <a:cs typeface="Arial Regular" pitchFamily="34" charset="-120"/>
              </a:rPr>
              <a:t>. Integer a ipsum.</a:t>
            </a:r>
            <a:endParaRPr lang="en-US" sz="1200"/>
          </a:p>
        </p:txBody>
      </p:sp>
      <p:sp>
        <p:nvSpPr>
          <p:cNvPr id="20" name="Marcador de texto 30">
            <a:extLst>
              <a:ext uri="{FF2B5EF4-FFF2-40B4-BE49-F238E27FC236}">
                <a16:creationId xmlns:a16="http://schemas.microsoft.com/office/drawing/2014/main" id="{7C8F1F1C-9C89-6A86-BB90-9188736CC88F}"/>
              </a:ext>
            </a:extLst>
          </p:cNvPr>
          <p:cNvSpPr>
            <a:spLocks noGrp="1"/>
          </p:cNvSpPr>
          <p:nvPr>
            <p:ph type="body" sz="quarter" idx="31" hasCustomPrompt="1"/>
          </p:nvPr>
        </p:nvSpPr>
        <p:spPr>
          <a:xfrm>
            <a:off x="8139891" y="2541393"/>
            <a:ext cx="3841748" cy="315848"/>
          </a:xfrm>
          <a:prstGeom prst="rect">
            <a:avLst/>
          </a:prstGeom>
        </p:spPr>
        <p:txBody>
          <a:bodyPr anchor="t"/>
          <a:lstStyle>
            <a:lvl1pPr marL="0" indent="0">
              <a:lnSpc>
                <a:spcPts val="1722"/>
              </a:lnSpc>
              <a:buNone/>
              <a:defRPr sz="1466">
                <a:latin typeface="Arial" panose="020B0604020202020204" pitchFamily="34" charset="0"/>
                <a:cs typeface="Arial" panose="020B0604020202020204" pitchFamily="34" charset="0"/>
              </a:defRPr>
            </a:lvl1pPr>
            <a:lvl2pPr marL="609402" indent="0">
              <a:buNone/>
              <a:defRPr sz="1466">
                <a:latin typeface="Arial" panose="020B0604020202020204" pitchFamily="34" charset="0"/>
                <a:cs typeface="Arial" panose="020B0604020202020204" pitchFamily="34" charset="0"/>
              </a:defRPr>
            </a:lvl2pPr>
            <a:lvl3pPr marL="1218804" indent="0">
              <a:buNone/>
              <a:defRPr sz="1466">
                <a:latin typeface="Arial" panose="020B0604020202020204" pitchFamily="34" charset="0"/>
                <a:cs typeface="Arial" panose="020B0604020202020204" pitchFamily="34" charset="0"/>
              </a:defRPr>
            </a:lvl3pPr>
            <a:lvl4pPr marL="1828206" indent="0">
              <a:buNone/>
              <a:defRPr sz="1466">
                <a:latin typeface="Arial" panose="020B0604020202020204" pitchFamily="34" charset="0"/>
                <a:cs typeface="Arial" panose="020B0604020202020204" pitchFamily="34" charset="0"/>
              </a:defRPr>
            </a:lvl4pPr>
            <a:lvl5pPr marL="2437608" indent="0">
              <a:buNone/>
              <a:defRPr sz="1466">
                <a:latin typeface="Arial" panose="020B0604020202020204" pitchFamily="34" charset="0"/>
                <a:cs typeface="Arial" panose="020B0604020202020204" pitchFamily="34" charset="0"/>
              </a:defRPr>
            </a:lvl5pPr>
          </a:lstStyle>
          <a:p>
            <a:pPr>
              <a:lnSpc>
                <a:spcPts val="1292"/>
              </a:lnSpc>
            </a:pPr>
            <a:r>
              <a:rPr lang="en-US" sz="1466" kern="0">
                <a:solidFill>
                  <a:srgbClr val="1A1A1A"/>
                </a:solidFill>
                <a:latin typeface="Arial Regular" pitchFamily="34" charset="0"/>
                <a:ea typeface="Arial Regular" pitchFamily="34" charset="-122"/>
                <a:cs typeface="Arial Regular" pitchFamily="34" charset="-120"/>
              </a:rPr>
              <a:t>Titular del bullet point</a:t>
            </a:r>
            <a:endParaRPr lang="en-US" sz="1466"/>
          </a:p>
        </p:txBody>
      </p:sp>
      <p:sp>
        <p:nvSpPr>
          <p:cNvPr id="21" name="Marcador de texto 24">
            <a:extLst>
              <a:ext uri="{FF2B5EF4-FFF2-40B4-BE49-F238E27FC236}">
                <a16:creationId xmlns:a16="http://schemas.microsoft.com/office/drawing/2014/main" id="{DA18009A-D821-C8D9-8901-EA542D1B89C1}"/>
              </a:ext>
            </a:extLst>
          </p:cNvPr>
          <p:cNvSpPr>
            <a:spLocks noGrp="1"/>
          </p:cNvSpPr>
          <p:nvPr>
            <p:ph type="body" sz="quarter" idx="32" hasCustomPrompt="1"/>
          </p:nvPr>
        </p:nvSpPr>
        <p:spPr>
          <a:xfrm>
            <a:off x="4171952" y="4972471"/>
            <a:ext cx="3841749" cy="967888"/>
          </a:xfrm>
          <a:prstGeom prst="rect">
            <a:avLst/>
          </a:prstGeom>
        </p:spPr>
        <p:txBody>
          <a:bodyPr/>
          <a:lstStyle>
            <a:lvl1pPr marL="0" indent="0">
              <a:lnSpc>
                <a:spcPts val="1875"/>
              </a:lnSpc>
              <a:buNone/>
              <a:defRPr sz="1200">
                <a:solidFill>
                  <a:schemeClr val="tx1">
                    <a:alpha val="60000"/>
                  </a:schemeClr>
                </a:solidFill>
                <a:latin typeface="Arial" panose="020B0604020202020204" pitchFamily="34" charset="0"/>
                <a:cs typeface="Arial" panose="020B0604020202020204" pitchFamily="34" charset="0"/>
              </a:defRPr>
            </a:lvl1pPr>
            <a:lvl2pPr marL="609402" indent="0">
              <a:buNone/>
              <a:defRPr sz="1200">
                <a:solidFill>
                  <a:schemeClr val="tx1">
                    <a:alpha val="60000"/>
                  </a:schemeClr>
                </a:solidFill>
                <a:latin typeface="Arial" panose="020B0604020202020204" pitchFamily="34" charset="0"/>
                <a:cs typeface="Arial" panose="020B0604020202020204" pitchFamily="34" charset="0"/>
              </a:defRPr>
            </a:lvl2pPr>
            <a:lvl3pPr marL="1218804" indent="0">
              <a:buNone/>
              <a:defRPr sz="1200">
                <a:solidFill>
                  <a:schemeClr val="tx1">
                    <a:alpha val="60000"/>
                  </a:schemeClr>
                </a:solidFill>
                <a:latin typeface="Arial" panose="020B0604020202020204" pitchFamily="34" charset="0"/>
                <a:cs typeface="Arial" panose="020B0604020202020204" pitchFamily="34" charset="0"/>
              </a:defRPr>
            </a:lvl3pPr>
            <a:lvl4pPr marL="1828206" indent="0">
              <a:buNone/>
              <a:defRPr sz="1200">
                <a:solidFill>
                  <a:schemeClr val="tx1">
                    <a:alpha val="60000"/>
                  </a:schemeClr>
                </a:solidFill>
                <a:latin typeface="Arial" panose="020B0604020202020204" pitchFamily="34" charset="0"/>
                <a:cs typeface="Arial" panose="020B0604020202020204" pitchFamily="34" charset="0"/>
              </a:defRPr>
            </a:lvl4pPr>
            <a:lvl5pPr marL="2437608" indent="0">
              <a:buNone/>
              <a:defRPr sz="1200">
                <a:solidFill>
                  <a:schemeClr val="tx1">
                    <a:alpha val="60000"/>
                  </a:schemeClr>
                </a:solidFill>
                <a:latin typeface="Arial" panose="020B0604020202020204" pitchFamily="34" charset="0"/>
                <a:cs typeface="Arial" panose="020B0604020202020204" pitchFamily="34" charset="0"/>
              </a:defRPr>
            </a:lvl5pPr>
          </a:lstStyle>
          <a:p>
            <a:pPr>
              <a:lnSpc>
                <a:spcPts val="1407"/>
              </a:lnSpc>
            </a:pPr>
            <a:r>
              <a:rPr lang="en-US" sz="1200" kern="0">
                <a:solidFill>
                  <a:srgbClr val="1A1A1A">
                    <a:alpha val="60000"/>
                  </a:srgbClr>
                </a:solidFill>
                <a:latin typeface="Arial Regular" pitchFamily="34" charset="0"/>
                <a:ea typeface="Arial Regular" pitchFamily="34" charset="-122"/>
                <a:cs typeface="Arial Regular" pitchFamily="34" charset="-120"/>
              </a:rPr>
              <a:t>Lorem ipsum dolor sit </a:t>
            </a:r>
            <a:r>
              <a:rPr lang="en-US" sz="1200" kern="0" err="1">
                <a:solidFill>
                  <a:srgbClr val="1A1A1A">
                    <a:alpha val="60000"/>
                  </a:srgbClr>
                </a:solidFill>
                <a:latin typeface="Arial Regular" pitchFamily="34" charset="0"/>
                <a:ea typeface="Arial Regular" pitchFamily="34" charset="-122"/>
                <a:cs typeface="Arial Regular" pitchFamily="34" charset="-120"/>
              </a:rPr>
              <a:t>amet</a:t>
            </a:r>
            <a:r>
              <a:rPr lang="en-US" sz="1200" kern="0">
                <a:solidFill>
                  <a:srgbClr val="1A1A1A">
                    <a:alpha val="60000"/>
                  </a:srgbClr>
                </a:solidFill>
                <a:latin typeface="Arial Regular" pitchFamily="34" charset="0"/>
                <a:ea typeface="Arial Regular" pitchFamily="34" charset="-122"/>
                <a:cs typeface="Arial Regular" pitchFamily="34" charset="-120"/>
              </a:rPr>
              <a:t>, </a:t>
            </a:r>
            <a:r>
              <a:rPr lang="en-US" sz="1200" kern="0" err="1">
                <a:solidFill>
                  <a:srgbClr val="1A1A1A">
                    <a:alpha val="60000"/>
                  </a:srgbClr>
                </a:solidFill>
                <a:latin typeface="Arial Regular" pitchFamily="34" charset="0"/>
                <a:ea typeface="Arial Regular" pitchFamily="34" charset="-122"/>
                <a:cs typeface="Arial Regular" pitchFamily="34" charset="-120"/>
              </a:rPr>
              <a:t>consectetur</a:t>
            </a:r>
            <a:r>
              <a:rPr lang="en-US" sz="1200" kern="0">
                <a:solidFill>
                  <a:srgbClr val="1A1A1A">
                    <a:alpha val="60000"/>
                  </a:srgbClr>
                </a:solidFill>
                <a:latin typeface="Arial Regular" pitchFamily="34" charset="0"/>
                <a:ea typeface="Arial Regular" pitchFamily="34" charset="-122"/>
                <a:cs typeface="Arial Regular" pitchFamily="34" charset="-120"/>
              </a:rPr>
              <a:t> </a:t>
            </a:r>
            <a:r>
              <a:rPr lang="en-US" sz="1200" kern="0" err="1">
                <a:solidFill>
                  <a:srgbClr val="1A1A1A">
                    <a:alpha val="60000"/>
                  </a:srgbClr>
                </a:solidFill>
                <a:latin typeface="Arial Regular" pitchFamily="34" charset="0"/>
                <a:ea typeface="Arial Regular" pitchFamily="34" charset="-122"/>
                <a:cs typeface="Arial Regular" pitchFamily="34" charset="-120"/>
              </a:rPr>
              <a:t>adipiscing</a:t>
            </a:r>
            <a:r>
              <a:rPr lang="en-US" sz="1200" kern="0">
                <a:solidFill>
                  <a:srgbClr val="1A1A1A">
                    <a:alpha val="60000"/>
                  </a:srgbClr>
                </a:solidFill>
                <a:latin typeface="Arial Regular" pitchFamily="34" charset="0"/>
                <a:ea typeface="Arial Regular" pitchFamily="34" charset="-122"/>
                <a:cs typeface="Arial Regular" pitchFamily="34" charset="-120"/>
              </a:rPr>
              <a:t> </a:t>
            </a:r>
            <a:r>
              <a:rPr lang="en-US" sz="1200" kern="0" err="1">
                <a:solidFill>
                  <a:srgbClr val="1A1A1A">
                    <a:alpha val="60000"/>
                  </a:srgbClr>
                </a:solidFill>
                <a:latin typeface="Arial Regular" pitchFamily="34" charset="0"/>
                <a:ea typeface="Arial Regular" pitchFamily="34" charset="-122"/>
                <a:cs typeface="Arial Regular" pitchFamily="34" charset="-120"/>
              </a:rPr>
              <a:t>elit</a:t>
            </a:r>
            <a:r>
              <a:rPr lang="en-US" sz="1200" kern="0">
                <a:solidFill>
                  <a:srgbClr val="1A1A1A">
                    <a:alpha val="60000"/>
                  </a:srgbClr>
                </a:solidFill>
                <a:latin typeface="Arial Regular" pitchFamily="34" charset="0"/>
                <a:ea typeface="Arial Regular" pitchFamily="34" charset="-122"/>
                <a:cs typeface="Arial Regular" pitchFamily="34" charset="-120"/>
              </a:rPr>
              <a:t>. In </a:t>
            </a:r>
            <a:r>
              <a:rPr lang="en-US" sz="1200" kern="0" err="1">
                <a:solidFill>
                  <a:srgbClr val="1A1A1A">
                    <a:alpha val="60000"/>
                  </a:srgbClr>
                </a:solidFill>
                <a:latin typeface="Arial Regular" pitchFamily="34" charset="0"/>
                <a:ea typeface="Arial Regular" pitchFamily="34" charset="-122"/>
                <a:cs typeface="Arial Regular" pitchFamily="34" charset="-120"/>
              </a:rPr>
              <a:t>eu</a:t>
            </a:r>
            <a:r>
              <a:rPr lang="en-US" sz="1200" kern="0">
                <a:solidFill>
                  <a:srgbClr val="1A1A1A">
                    <a:alpha val="60000"/>
                  </a:srgbClr>
                </a:solidFill>
                <a:latin typeface="Arial Regular" pitchFamily="34" charset="0"/>
                <a:ea typeface="Arial Regular" pitchFamily="34" charset="-122"/>
                <a:cs typeface="Arial Regular" pitchFamily="34" charset="-120"/>
              </a:rPr>
              <a:t> </a:t>
            </a:r>
            <a:r>
              <a:rPr lang="en-US" sz="1200" kern="0" err="1">
                <a:solidFill>
                  <a:srgbClr val="1A1A1A">
                    <a:alpha val="60000"/>
                  </a:srgbClr>
                </a:solidFill>
                <a:latin typeface="Arial Regular" pitchFamily="34" charset="0"/>
                <a:ea typeface="Arial Regular" pitchFamily="34" charset="-122"/>
                <a:cs typeface="Arial Regular" pitchFamily="34" charset="-120"/>
              </a:rPr>
              <a:t>porttitor</a:t>
            </a:r>
            <a:r>
              <a:rPr lang="en-US" sz="1200" kern="0">
                <a:solidFill>
                  <a:srgbClr val="1A1A1A">
                    <a:alpha val="60000"/>
                  </a:srgbClr>
                </a:solidFill>
                <a:latin typeface="Arial Regular" pitchFamily="34" charset="0"/>
                <a:ea typeface="Arial Regular" pitchFamily="34" charset="-122"/>
                <a:cs typeface="Arial Regular" pitchFamily="34" charset="-120"/>
              </a:rPr>
              <a:t> </a:t>
            </a:r>
            <a:r>
              <a:rPr lang="en-US" sz="1200" kern="0" err="1">
                <a:solidFill>
                  <a:srgbClr val="1A1A1A">
                    <a:alpha val="60000"/>
                  </a:srgbClr>
                </a:solidFill>
                <a:latin typeface="Arial Regular" pitchFamily="34" charset="0"/>
                <a:ea typeface="Arial Regular" pitchFamily="34" charset="-122"/>
                <a:cs typeface="Arial Regular" pitchFamily="34" charset="-120"/>
              </a:rPr>
              <a:t>purus</a:t>
            </a:r>
            <a:r>
              <a:rPr lang="en-US" sz="1200" kern="0">
                <a:solidFill>
                  <a:srgbClr val="1A1A1A">
                    <a:alpha val="60000"/>
                  </a:srgbClr>
                </a:solidFill>
                <a:latin typeface="Arial Regular" pitchFamily="34" charset="0"/>
                <a:ea typeface="Arial Regular" pitchFamily="34" charset="-122"/>
                <a:cs typeface="Arial Regular" pitchFamily="34" charset="-120"/>
              </a:rPr>
              <a:t>. Proin </a:t>
            </a:r>
            <a:r>
              <a:rPr lang="en-US" sz="1200" kern="0" err="1">
                <a:solidFill>
                  <a:srgbClr val="1A1A1A">
                    <a:alpha val="60000"/>
                  </a:srgbClr>
                </a:solidFill>
                <a:latin typeface="Arial Regular" pitchFamily="34" charset="0"/>
                <a:ea typeface="Arial Regular" pitchFamily="34" charset="-122"/>
                <a:cs typeface="Arial Regular" pitchFamily="34" charset="-120"/>
              </a:rPr>
              <a:t>lobortis</a:t>
            </a:r>
            <a:r>
              <a:rPr lang="en-US" sz="1200" kern="0">
                <a:solidFill>
                  <a:srgbClr val="1A1A1A">
                    <a:alpha val="60000"/>
                  </a:srgbClr>
                </a:solidFill>
                <a:latin typeface="Arial Regular" pitchFamily="34" charset="0"/>
                <a:ea typeface="Arial Regular" pitchFamily="34" charset="-122"/>
                <a:cs typeface="Arial Regular" pitchFamily="34" charset="-120"/>
              </a:rPr>
              <a:t> non </a:t>
            </a:r>
            <a:r>
              <a:rPr lang="en-US" sz="1200" kern="0" err="1">
                <a:solidFill>
                  <a:srgbClr val="1A1A1A">
                    <a:alpha val="60000"/>
                  </a:srgbClr>
                </a:solidFill>
                <a:latin typeface="Arial Regular" pitchFamily="34" charset="0"/>
                <a:ea typeface="Arial Regular" pitchFamily="34" charset="-122"/>
                <a:cs typeface="Arial Regular" pitchFamily="34" charset="-120"/>
              </a:rPr>
              <a:t>turpis</a:t>
            </a:r>
            <a:r>
              <a:rPr lang="en-US" sz="1200" kern="0">
                <a:solidFill>
                  <a:srgbClr val="1A1A1A">
                    <a:alpha val="60000"/>
                  </a:srgbClr>
                </a:solidFill>
                <a:latin typeface="Arial Regular" pitchFamily="34" charset="0"/>
                <a:ea typeface="Arial Regular" pitchFamily="34" charset="-122"/>
                <a:cs typeface="Arial Regular" pitchFamily="34" charset="-120"/>
              </a:rPr>
              <a:t> ac </a:t>
            </a:r>
            <a:r>
              <a:rPr lang="en-US" sz="1200" kern="0" err="1">
                <a:solidFill>
                  <a:srgbClr val="1A1A1A">
                    <a:alpha val="60000"/>
                  </a:srgbClr>
                </a:solidFill>
                <a:latin typeface="Arial Regular" pitchFamily="34" charset="0"/>
                <a:ea typeface="Arial Regular" pitchFamily="34" charset="-122"/>
                <a:cs typeface="Arial Regular" pitchFamily="34" charset="-120"/>
              </a:rPr>
              <a:t>interdum</a:t>
            </a:r>
            <a:r>
              <a:rPr lang="en-US" sz="1200" kern="0">
                <a:solidFill>
                  <a:srgbClr val="1A1A1A">
                    <a:alpha val="60000"/>
                  </a:srgbClr>
                </a:solidFill>
                <a:latin typeface="Arial Regular" pitchFamily="34" charset="0"/>
                <a:ea typeface="Arial Regular" pitchFamily="34" charset="-122"/>
                <a:cs typeface="Arial Regular" pitchFamily="34" charset="-120"/>
              </a:rPr>
              <a:t>. Integer a ipsum.</a:t>
            </a:r>
            <a:endParaRPr lang="en-US" sz="1200"/>
          </a:p>
        </p:txBody>
      </p:sp>
      <p:sp>
        <p:nvSpPr>
          <p:cNvPr id="22" name="Marcador de texto 30">
            <a:extLst>
              <a:ext uri="{FF2B5EF4-FFF2-40B4-BE49-F238E27FC236}">
                <a16:creationId xmlns:a16="http://schemas.microsoft.com/office/drawing/2014/main" id="{7072F1E8-69CF-ED7C-6919-D3150A5D4ECA}"/>
              </a:ext>
            </a:extLst>
          </p:cNvPr>
          <p:cNvSpPr>
            <a:spLocks noGrp="1"/>
          </p:cNvSpPr>
          <p:nvPr>
            <p:ph type="body" sz="quarter" idx="33" hasCustomPrompt="1"/>
          </p:nvPr>
        </p:nvSpPr>
        <p:spPr>
          <a:xfrm>
            <a:off x="4171949" y="4646634"/>
            <a:ext cx="3841748" cy="315848"/>
          </a:xfrm>
          <a:prstGeom prst="rect">
            <a:avLst/>
          </a:prstGeom>
        </p:spPr>
        <p:txBody>
          <a:bodyPr anchor="t"/>
          <a:lstStyle>
            <a:lvl1pPr marL="0" indent="0">
              <a:lnSpc>
                <a:spcPts val="1722"/>
              </a:lnSpc>
              <a:buNone/>
              <a:defRPr sz="1466">
                <a:latin typeface="Arial" panose="020B0604020202020204" pitchFamily="34" charset="0"/>
                <a:cs typeface="Arial" panose="020B0604020202020204" pitchFamily="34" charset="0"/>
              </a:defRPr>
            </a:lvl1pPr>
            <a:lvl2pPr marL="609402" indent="0">
              <a:buNone/>
              <a:defRPr sz="1466">
                <a:latin typeface="Arial" panose="020B0604020202020204" pitchFamily="34" charset="0"/>
                <a:cs typeface="Arial" panose="020B0604020202020204" pitchFamily="34" charset="0"/>
              </a:defRPr>
            </a:lvl2pPr>
            <a:lvl3pPr marL="1218804" indent="0">
              <a:buNone/>
              <a:defRPr sz="1466">
                <a:latin typeface="Arial" panose="020B0604020202020204" pitchFamily="34" charset="0"/>
                <a:cs typeface="Arial" panose="020B0604020202020204" pitchFamily="34" charset="0"/>
              </a:defRPr>
            </a:lvl3pPr>
            <a:lvl4pPr marL="1828206" indent="0">
              <a:buNone/>
              <a:defRPr sz="1466">
                <a:latin typeface="Arial" panose="020B0604020202020204" pitchFamily="34" charset="0"/>
                <a:cs typeface="Arial" panose="020B0604020202020204" pitchFamily="34" charset="0"/>
              </a:defRPr>
            </a:lvl4pPr>
            <a:lvl5pPr marL="2437608" indent="0">
              <a:buNone/>
              <a:defRPr sz="1466">
                <a:latin typeface="Arial" panose="020B0604020202020204" pitchFamily="34" charset="0"/>
                <a:cs typeface="Arial" panose="020B0604020202020204" pitchFamily="34" charset="0"/>
              </a:defRPr>
            </a:lvl5pPr>
          </a:lstStyle>
          <a:p>
            <a:pPr>
              <a:lnSpc>
                <a:spcPts val="1292"/>
              </a:lnSpc>
            </a:pPr>
            <a:r>
              <a:rPr lang="en-US" sz="1466" kern="0">
                <a:solidFill>
                  <a:srgbClr val="1A1A1A"/>
                </a:solidFill>
                <a:latin typeface="Arial Regular" pitchFamily="34" charset="0"/>
                <a:ea typeface="Arial Regular" pitchFamily="34" charset="-122"/>
                <a:cs typeface="Arial Regular" pitchFamily="34" charset="-120"/>
              </a:rPr>
              <a:t>Titular del bullet point</a:t>
            </a:r>
            <a:endParaRPr lang="en-US" sz="1466"/>
          </a:p>
        </p:txBody>
      </p:sp>
      <p:sp>
        <p:nvSpPr>
          <p:cNvPr id="23" name="Marcador de texto 24">
            <a:extLst>
              <a:ext uri="{FF2B5EF4-FFF2-40B4-BE49-F238E27FC236}">
                <a16:creationId xmlns:a16="http://schemas.microsoft.com/office/drawing/2014/main" id="{4CD62FAA-77F0-AC25-A0CF-66860124270B}"/>
              </a:ext>
            </a:extLst>
          </p:cNvPr>
          <p:cNvSpPr>
            <a:spLocks noGrp="1"/>
          </p:cNvSpPr>
          <p:nvPr>
            <p:ph type="body" sz="quarter" idx="34" hasCustomPrompt="1"/>
          </p:nvPr>
        </p:nvSpPr>
        <p:spPr>
          <a:xfrm>
            <a:off x="204011" y="4972471"/>
            <a:ext cx="3841749" cy="967888"/>
          </a:xfrm>
          <a:prstGeom prst="rect">
            <a:avLst/>
          </a:prstGeom>
        </p:spPr>
        <p:txBody>
          <a:bodyPr/>
          <a:lstStyle>
            <a:lvl1pPr marL="0" indent="0">
              <a:lnSpc>
                <a:spcPts val="1875"/>
              </a:lnSpc>
              <a:buNone/>
              <a:defRPr sz="1200">
                <a:solidFill>
                  <a:schemeClr val="tx1">
                    <a:alpha val="60000"/>
                  </a:schemeClr>
                </a:solidFill>
                <a:latin typeface="Arial" panose="020B0604020202020204" pitchFamily="34" charset="0"/>
                <a:cs typeface="Arial" panose="020B0604020202020204" pitchFamily="34" charset="0"/>
              </a:defRPr>
            </a:lvl1pPr>
            <a:lvl2pPr marL="609402" indent="0">
              <a:buNone/>
              <a:defRPr sz="1200">
                <a:solidFill>
                  <a:schemeClr val="tx1">
                    <a:alpha val="60000"/>
                  </a:schemeClr>
                </a:solidFill>
                <a:latin typeface="Arial" panose="020B0604020202020204" pitchFamily="34" charset="0"/>
                <a:cs typeface="Arial" panose="020B0604020202020204" pitchFamily="34" charset="0"/>
              </a:defRPr>
            </a:lvl2pPr>
            <a:lvl3pPr marL="1218804" indent="0">
              <a:buNone/>
              <a:defRPr sz="1200">
                <a:solidFill>
                  <a:schemeClr val="tx1">
                    <a:alpha val="60000"/>
                  </a:schemeClr>
                </a:solidFill>
                <a:latin typeface="Arial" panose="020B0604020202020204" pitchFamily="34" charset="0"/>
                <a:cs typeface="Arial" panose="020B0604020202020204" pitchFamily="34" charset="0"/>
              </a:defRPr>
            </a:lvl3pPr>
            <a:lvl4pPr marL="1828206" indent="0">
              <a:buNone/>
              <a:defRPr sz="1200">
                <a:solidFill>
                  <a:schemeClr val="tx1">
                    <a:alpha val="60000"/>
                  </a:schemeClr>
                </a:solidFill>
                <a:latin typeface="Arial" panose="020B0604020202020204" pitchFamily="34" charset="0"/>
                <a:cs typeface="Arial" panose="020B0604020202020204" pitchFamily="34" charset="0"/>
              </a:defRPr>
            </a:lvl4pPr>
            <a:lvl5pPr marL="2437608" indent="0">
              <a:buNone/>
              <a:defRPr sz="1200">
                <a:solidFill>
                  <a:schemeClr val="tx1">
                    <a:alpha val="60000"/>
                  </a:schemeClr>
                </a:solidFill>
                <a:latin typeface="Arial" panose="020B0604020202020204" pitchFamily="34" charset="0"/>
                <a:cs typeface="Arial" panose="020B0604020202020204" pitchFamily="34" charset="0"/>
              </a:defRPr>
            </a:lvl5pPr>
          </a:lstStyle>
          <a:p>
            <a:pPr>
              <a:lnSpc>
                <a:spcPts val="1407"/>
              </a:lnSpc>
            </a:pPr>
            <a:r>
              <a:rPr lang="en-US" sz="1200" kern="0">
                <a:solidFill>
                  <a:srgbClr val="1A1A1A">
                    <a:alpha val="60000"/>
                  </a:srgbClr>
                </a:solidFill>
                <a:latin typeface="Arial Regular" pitchFamily="34" charset="0"/>
                <a:ea typeface="Arial Regular" pitchFamily="34" charset="-122"/>
                <a:cs typeface="Arial Regular" pitchFamily="34" charset="-120"/>
              </a:rPr>
              <a:t>Lorem ipsum dolor sit </a:t>
            </a:r>
            <a:r>
              <a:rPr lang="en-US" sz="1200" kern="0" err="1">
                <a:solidFill>
                  <a:srgbClr val="1A1A1A">
                    <a:alpha val="60000"/>
                  </a:srgbClr>
                </a:solidFill>
                <a:latin typeface="Arial Regular" pitchFamily="34" charset="0"/>
                <a:ea typeface="Arial Regular" pitchFamily="34" charset="-122"/>
                <a:cs typeface="Arial Regular" pitchFamily="34" charset="-120"/>
              </a:rPr>
              <a:t>amet</a:t>
            </a:r>
            <a:r>
              <a:rPr lang="en-US" sz="1200" kern="0">
                <a:solidFill>
                  <a:srgbClr val="1A1A1A">
                    <a:alpha val="60000"/>
                  </a:srgbClr>
                </a:solidFill>
                <a:latin typeface="Arial Regular" pitchFamily="34" charset="0"/>
                <a:ea typeface="Arial Regular" pitchFamily="34" charset="-122"/>
                <a:cs typeface="Arial Regular" pitchFamily="34" charset="-120"/>
              </a:rPr>
              <a:t>, </a:t>
            </a:r>
            <a:r>
              <a:rPr lang="en-US" sz="1200" kern="0" err="1">
                <a:solidFill>
                  <a:srgbClr val="1A1A1A">
                    <a:alpha val="60000"/>
                  </a:srgbClr>
                </a:solidFill>
                <a:latin typeface="Arial Regular" pitchFamily="34" charset="0"/>
                <a:ea typeface="Arial Regular" pitchFamily="34" charset="-122"/>
                <a:cs typeface="Arial Regular" pitchFamily="34" charset="-120"/>
              </a:rPr>
              <a:t>consectetur</a:t>
            </a:r>
            <a:r>
              <a:rPr lang="en-US" sz="1200" kern="0">
                <a:solidFill>
                  <a:srgbClr val="1A1A1A">
                    <a:alpha val="60000"/>
                  </a:srgbClr>
                </a:solidFill>
                <a:latin typeface="Arial Regular" pitchFamily="34" charset="0"/>
                <a:ea typeface="Arial Regular" pitchFamily="34" charset="-122"/>
                <a:cs typeface="Arial Regular" pitchFamily="34" charset="-120"/>
              </a:rPr>
              <a:t> </a:t>
            </a:r>
            <a:r>
              <a:rPr lang="en-US" sz="1200" kern="0" err="1">
                <a:solidFill>
                  <a:srgbClr val="1A1A1A">
                    <a:alpha val="60000"/>
                  </a:srgbClr>
                </a:solidFill>
                <a:latin typeface="Arial Regular" pitchFamily="34" charset="0"/>
                <a:ea typeface="Arial Regular" pitchFamily="34" charset="-122"/>
                <a:cs typeface="Arial Regular" pitchFamily="34" charset="-120"/>
              </a:rPr>
              <a:t>adipiscing</a:t>
            </a:r>
            <a:r>
              <a:rPr lang="en-US" sz="1200" kern="0">
                <a:solidFill>
                  <a:srgbClr val="1A1A1A">
                    <a:alpha val="60000"/>
                  </a:srgbClr>
                </a:solidFill>
                <a:latin typeface="Arial Regular" pitchFamily="34" charset="0"/>
                <a:ea typeface="Arial Regular" pitchFamily="34" charset="-122"/>
                <a:cs typeface="Arial Regular" pitchFamily="34" charset="-120"/>
              </a:rPr>
              <a:t> </a:t>
            </a:r>
            <a:r>
              <a:rPr lang="en-US" sz="1200" kern="0" err="1">
                <a:solidFill>
                  <a:srgbClr val="1A1A1A">
                    <a:alpha val="60000"/>
                  </a:srgbClr>
                </a:solidFill>
                <a:latin typeface="Arial Regular" pitchFamily="34" charset="0"/>
                <a:ea typeface="Arial Regular" pitchFamily="34" charset="-122"/>
                <a:cs typeface="Arial Regular" pitchFamily="34" charset="-120"/>
              </a:rPr>
              <a:t>elit</a:t>
            </a:r>
            <a:r>
              <a:rPr lang="en-US" sz="1200" kern="0">
                <a:solidFill>
                  <a:srgbClr val="1A1A1A">
                    <a:alpha val="60000"/>
                  </a:srgbClr>
                </a:solidFill>
                <a:latin typeface="Arial Regular" pitchFamily="34" charset="0"/>
                <a:ea typeface="Arial Regular" pitchFamily="34" charset="-122"/>
                <a:cs typeface="Arial Regular" pitchFamily="34" charset="-120"/>
              </a:rPr>
              <a:t>. In </a:t>
            </a:r>
            <a:r>
              <a:rPr lang="en-US" sz="1200" kern="0" err="1">
                <a:solidFill>
                  <a:srgbClr val="1A1A1A">
                    <a:alpha val="60000"/>
                  </a:srgbClr>
                </a:solidFill>
                <a:latin typeface="Arial Regular" pitchFamily="34" charset="0"/>
                <a:ea typeface="Arial Regular" pitchFamily="34" charset="-122"/>
                <a:cs typeface="Arial Regular" pitchFamily="34" charset="-120"/>
              </a:rPr>
              <a:t>eu</a:t>
            </a:r>
            <a:r>
              <a:rPr lang="en-US" sz="1200" kern="0">
                <a:solidFill>
                  <a:srgbClr val="1A1A1A">
                    <a:alpha val="60000"/>
                  </a:srgbClr>
                </a:solidFill>
                <a:latin typeface="Arial Regular" pitchFamily="34" charset="0"/>
                <a:ea typeface="Arial Regular" pitchFamily="34" charset="-122"/>
                <a:cs typeface="Arial Regular" pitchFamily="34" charset="-120"/>
              </a:rPr>
              <a:t> </a:t>
            </a:r>
            <a:r>
              <a:rPr lang="en-US" sz="1200" kern="0" err="1">
                <a:solidFill>
                  <a:srgbClr val="1A1A1A">
                    <a:alpha val="60000"/>
                  </a:srgbClr>
                </a:solidFill>
                <a:latin typeface="Arial Regular" pitchFamily="34" charset="0"/>
                <a:ea typeface="Arial Regular" pitchFamily="34" charset="-122"/>
                <a:cs typeface="Arial Regular" pitchFamily="34" charset="-120"/>
              </a:rPr>
              <a:t>porttitor</a:t>
            </a:r>
            <a:r>
              <a:rPr lang="en-US" sz="1200" kern="0">
                <a:solidFill>
                  <a:srgbClr val="1A1A1A">
                    <a:alpha val="60000"/>
                  </a:srgbClr>
                </a:solidFill>
                <a:latin typeface="Arial Regular" pitchFamily="34" charset="0"/>
                <a:ea typeface="Arial Regular" pitchFamily="34" charset="-122"/>
                <a:cs typeface="Arial Regular" pitchFamily="34" charset="-120"/>
              </a:rPr>
              <a:t> </a:t>
            </a:r>
            <a:r>
              <a:rPr lang="en-US" sz="1200" kern="0" err="1">
                <a:solidFill>
                  <a:srgbClr val="1A1A1A">
                    <a:alpha val="60000"/>
                  </a:srgbClr>
                </a:solidFill>
                <a:latin typeface="Arial Regular" pitchFamily="34" charset="0"/>
                <a:ea typeface="Arial Regular" pitchFamily="34" charset="-122"/>
                <a:cs typeface="Arial Regular" pitchFamily="34" charset="-120"/>
              </a:rPr>
              <a:t>purus</a:t>
            </a:r>
            <a:r>
              <a:rPr lang="en-US" sz="1200" kern="0">
                <a:solidFill>
                  <a:srgbClr val="1A1A1A">
                    <a:alpha val="60000"/>
                  </a:srgbClr>
                </a:solidFill>
                <a:latin typeface="Arial Regular" pitchFamily="34" charset="0"/>
                <a:ea typeface="Arial Regular" pitchFamily="34" charset="-122"/>
                <a:cs typeface="Arial Regular" pitchFamily="34" charset="-120"/>
              </a:rPr>
              <a:t>. Proin </a:t>
            </a:r>
            <a:r>
              <a:rPr lang="en-US" sz="1200" kern="0" err="1">
                <a:solidFill>
                  <a:srgbClr val="1A1A1A">
                    <a:alpha val="60000"/>
                  </a:srgbClr>
                </a:solidFill>
                <a:latin typeface="Arial Regular" pitchFamily="34" charset="0"/>
                <a:ea typeface="Arial Regular" pitchFamily="34" charset="-122"/>
                <a:cs typeface="Arial Regular" pitchFamily="34" charset="-120"/>
              </a:rPr>
              <a:t>lobortis</a:t>
            </a:r>
            <a:r>
              <a:rPr lang="en-US" sz="1200" kern="0">
                <a:solidFill>
                  <a:srgbClr val="1A1A1A">
                    <a:alpha val="60000"/>
                  </a:srgbClr>
                </a:solidFill>
                <a:latin typeface="Arial Regular" pitchFamily="34" charset="0"/>
                <a:ea typeface="Arial Regular" pitchFamily="34" charset="-122"/>
                <a:cs typeface="Arial Regular" pitchFamily="34" charset="-120"/>
              </a:rPr>
              <a:t> non </a:t>
            </a:r>
            <a:r>
              <a:rPr lang="en-US" sz="1200" kern="0" err="1">
                <a:solidFill>
                  <a:srgbClr val="1A1A1A">
                    <a:alpha val="60000"/>
                  </a:srgbClr>
                </a:solidFill>
                <a:latin typeface="Arial Regular" pitchFamily="34" charset="0"/>
                <a:ea typeface="Arial Regular" pitchFamily="34" charset="-122"/>
                <a:cs typeface="Arial Regular" pitchFamily="34" charset="-120"/>
              </a:rPr>
              <a:t>turpis</a:t>
            </a:r>
            <a:r>
              <a:rPr lang="en-US" sz="1200" kern="0">
                <a:solidFill>
                  <a:srgbClr val="1A1A1A">
                    <a:alpha val="60000"/>
                  </a:srgbClr>
                </a:solidFill>
                <a:latin typeface="Arial Regular" pitchFamily="34" charset="0"/>
                <a:ea typeface="Arial Regular" pitchFamily="34" charset="-122"/>
                <a:cs typeface="Arial Regular" pitchFamily="34" charset="-120"/>
              </a:rPr>
              <a:t> ac </a:t>
            </a:r>
            <a:r>
              <a:rPr lang="en-US" sz="1200" kern="0" err="1">
                <a:solidFill>
                  <a:srgbClr val="1A1A1A">
                    <a:alpha val="60000"/>
                  </a:srgbClr>
                </a:solidFill>
                <a:latin typeface="Arial Regular" pitchFamily="34" charset="0"/>
                <a:ea typeface="Arial Regular" pitchFamily="34" charset="-122"/>
                <a:cs typeface="Arial Regular" pitchFamily="34" charset="-120"/>
              </a:rPr>
              <a:t>interdum</a:t>
            </a:r>
            <a:r>
              <a:rPr lang="en-US" sz="1200" kern="0">
                <a:solidFill>
                  <a:srgbClr val="1A1A1A">
                    <a:alpha val="60000"/>
                  </a:srgbClr>
                </a:solidFill>
                <a:latin typeface="Arial Regular" pitchFamily="34" charset="0"/>
                <a:ea typeface="Arial Regular" pitchFamily="34" charset="-122"/>
                <a:cs typeface="Arial Regular" pitchFamily="34" charset="-120"/>
              </a:rPr>
              <a:t>. Integer a ipsum.</a:t>
            </a:r>
            <a:endParaRPr lang="en-US" sz="1200"/>
          </a:p>
        </p:txBody>
      </p:sp>
      <p:sp>
        <p:nvSpPr>
          <p:cNvPr id="24" name="Marcador de texto 30">
            <a:extLst>
              <a:ext uri="{FF2B5EF4-FFF2-40B4-BE49-F238E27FC236}">
                <a16:creationId xmlns:a16="http://schemas.microsoft.com/office/drawing/2014/main" id="{44124BEB-F4F7-5891-EA69-EDACB52461F0}"/>
              </a:ext>
            </a:extLst>
          </p:cNvPr>
          <p:cNvSpPr>
            <a:spLocks noGrp="1"/>
          </p:cNvSpPr>
          <p:nvPr>
            <p:ph type="body" sz="quarter" idx="35" hasCustomPrompt="1"/>
          </p:nvPr>
        </p:nvSpPr>
        <p:spPr>
          <a:xfrm>
            <a:off x="204007" y="4646634"/>
            <a:ext cx="3841748" cy="315848"/>
          </a:xfrm>
          <a:prstGeom prst="rect">
            <a:avLst/>
          </a:prstGeom>
        </p:spPr>
        <p:txBody>
          <a:bodyPr anchor="t"/>
          <a:lstStyle>
            <a:lvl1pPr marL="0" indent="0">
              <a:lnSpc>
                <a:spcPts val="1722"/>
              </a:lnSpc>
              <a:buNone/>
              <a:defRPr sz="1466">
                <a:latin typeface="Arial" panose="020B0604020202020204" pitchFamily="34" charset="0"/>
                <a:cs typeface="Arial" panose="020B0604020202020204" pitchFamily="34" charset="0"/>
              </a:defRPr>
            </a:lvl1pPr>
            <a:lvl2pPr marL="609402" indent="0">
              <a:buNone/>
              <a:defRPr sz="1466">
                <a:latin typeface="Arial" panose="020B0604020202020204" pitchFamily="34" charset="0"/>
                <a:cs typeface="Arial" panose="020B0604020202020204" pitchFamily="34" charset="0"/>
              </a:defRPr>
            </a:lvl2pPr>
            <a:lvl3pPr marL="1218804" indent="0">
              <a:buNone/>
              <a:defRPr sz="1466">
                <a:latin typeface="Arial" panose="020B0604020202020204" pitchFamily="34" charset="0"/>
                <a:cs typeface="Arial" panose="020B0604020202020204" pitchFamily="34" charset="0"/>
              </a:defRPr>
            </a:lvl3pPr>
            <a:lvl4pPr marL="1828206" indent="0">
              <a:buNone/>
              <a:defRPr sz="1466">
                <a:latin typeface="Arial" panose="020B0604020202020204" pitchFamily="34" charset="0"/>
                <a:cs typeface="Arial" panose="020B0604020202020204" pitchFamily="34" charset="0"/>
              </a:defRPr>
            </a:lvl4pPr>
            <a:lvl5pPr marL="2437608" indent="0">
              <a:buNone/>
              <a:defRPr sz="1466">
                <a:latin typeface="Arial" panose="020B0604020202020204" pitchFamily="34" charset="0"/>
                <a:cs typeface="Arial" panose="020B0604020202020204" pitchFamily="34" charset="0"/>
              </a:defRPr>
            </a:lvl5pPr>
          </a:lstStyle>
          <a:p>
            <a:pPr>
              <a:lnSpc>
                <a:spcPts val="1292"/>
              </a:lnSpc>
            </a:pPr>
            <a:r>
              <a:rPr lang="en-US" sz="1466" kern="0">
                <a:solidFill>
                  <a:srgbClr val="1A1A1A"/>
                </a:solidFill>
                <a:latin typeface="Arial Regular" pitchFamily="34" charset="0"/>
                <a:ea typeface="Arial Regular" pitchFamily="34" charset="-122"/>
                <a:cs typeface="Arial Regular" pitchFamily="34" charset="-120"/>
              </a:rPr>
              <a:t>Titular del bullet point</a:t>
            </a:r>
            <a:endParaRPr lang="en-US" sz="1466"/>
          </a:p>
        </p:txBody>
      </p:sp>
      <p:sp>
        <p:nvSpPr>
          <p:cNvPr id="25" name="Marcador de texto 24">
            <a:extLst>
              <a:ext uri="{FF2B5EF4-FFF2-40B4-BE49-F238E27FC236}">
                <a16:creationId xmlns:a16="http://schemas.microsoft.com/office/drawing/2014/main" id="{4741F8A6-10BC-DD60-503A-6463A9128B40}"/>
              </a:ext>
            </a:extLst>
          </p:cNvPr>
          <p:cNvSpPr>
            <a:spLocks noGrp="1"/>
          </p:cNvSpPr>
          <p:nvPr>
            <p:ph type="body" sz="quarter" idx="36" hasCustomPrompt="1"/>
          </p:nvPr>
        </p:nvSpPr>
        <p:spPr>
          <a:xfrm>
            <a:off x="8139895" y="4972471"/>
            <a:ext cx="3841749" cy="967888"/>
          </a:xfrm>
          <a:prstGeom prst="rect">
            <a:avLst/>
          </a:prstGeom>
        </p:spPr>
        <p:txBody>
          <a:bodyPr/>
          <a:lstStyle>
            <a:lvl1pPr marL="0" indent="0">
              <a:lnSpc>
                <a:spcPts val="1875"/>
              </a:lnSpc>
              <a:buNone/>
              <a:defRPr sz="1200">
                <a:solidFill>
                  <a:schemeClr val="tx1">
                    <a:alpha val="60000"/>
                  </a:schemeClr>
                </a:solidFill>
                <a:latin typeface="Arial" panose="020B0604020202020204" pitchFamily="34" charset="0"/>
                <a:cs typeface="Arial" panose="020B0604020202020204" pitchFamily="34" charset="0"/>
              </a:defRPr>
            </a:lvl1pPr>
            <a:lvl2pPr marL="609402" indent="0">
              <a:buNone/>
              <a:defRPr sz="1200">
                <a:solidFill>
                  <a:schemeClr val="tx1">
                    <a:alpha val="60000"/>
                  </a:schemeClr>
                </a:solidFill>
                <a:latin typeface="Arial" panose="020B0604020202020204" pitchFamily="34" charset="0"/>
                <a:cs typeface="Arial" panose="020B0604020202020204" pitchFamily="34" charset="0"/>
              </a:defRPr>
            </a:lvl2pPr>
            <a:lvl3pPr marL="1218804" indent="0">
              <a:buNone/>
              <a:defRPr sz="1200">
                <a:solidFill>
                  <a:schemeClr val="tx1">
                    <a:alpha val="60000"/>
                  </a:schemeClr>
                </a:solidFill>
                <a:latin typeface="Arial" panose="020B0604020202020204" pitchFamily="34" charset="0"/>
                <a:cs typeface="Arial" panose="020B0604020202020204" pitchFamily="34" charset="0"/>
              </a:defRPr>
            </a:lvl3pPr>
            <a:lvl4pPr marL="1828206" indent="0">
              <a:buNone/>
              <a:defRPr sz="1200">
                <a:solidFill>
                  <a:schemeClr val="tx1">
                    <a:alpha val="60000"/>
                  </a:schemeClr>
                </a:solidFill>
                <a:latin typeface="Arial" panose="020B0604020202020204" pitchFamily="34" charset="0"/>
                <a:cs typeface="Arial" panose="020B0604020202020204" pitchFamily="34" charset="0"/>
              </a:defRPr>
            </a:lvl4pPr>
            <a:lvl5pPr marL="2437608" indent="0">
              <a:buNone/>
              <a:defRPr sz="1200">
                <a:solidFill>
                  <a:schemeClr val="tx1">
                    <a:alpha val="60000"/>
                  </a:schemeClr>
                </a:solidFill>
                <a:latin typeface="Arial" panose="020B0604020202020204" pitchFamily="34" charset="0"/>
                <a:cs typeface="Arial" panose="020B0604020202020204" pitchFamily="34" charset="0"/>
              </a:defRPr>
            </a:lvl5pPr>
          </a:lstStyle>
          <a:p>
            <a:pPr>
              <a:lnSpc>
                <a:spcPts val="1407"/>
              </a:lnSpc>
            </a:pPr>
            <a:r>
              <a:rPr lang="en-US" sz="1200" kern="0">
                <a:solidFill>
                  <a:srgbClr val="1A1A1A">
                    <a:alpha val="60000"/>
                  </a:srgbClr>
                </a:solidFill>
                <a:latin typeface="Arial Regular" pitchFamily="34" charset="0"/>
                <a:ea typeface="Arial Regular" pitchFamily="34" charset="-122"/>
                <a:cs typeface="Arial Regular" pitchFamily="34" charset="-120"/>
              </a:rPr>
              <a:t>Lorem ipsum dolor sit </a:t>
            </a:r>
            <a:r>
              <a:rPr lang="en-US" sz="1200" kern="0" err="1">
                <a:solidFill>
                  <a:srgbClr val="1A1A1A">
                    <a:alpha val="60000"/>
                  </a:srgbClr>
                </a:solidFill>
                <a:latin typeface="Arial Regular" pitchFamily="34" charset="0"/>
                <a:ea typeface="Arial Regular" pitchFamily="34" charset="-122"/>
                <a:cs typeface="Arial Regular" pitchFamily="34" charset="-120"/>
              </a:rPr>
              <a:t>amet</a:t>
            </a:r>
            <a:r>
              <a:rPr lang="en-US" sz="1200" kern="0">
                <a:solidFill>
                  <a:srgbClr val="1A1A1A">
                    <a:alpha val="60000"/>
                  </a:srgbClr>
                </a:solidFill>
                <a:latin typeface="Arial Regular" pitchFamily="34" charset="0"/>
                <a:ea typeface="Arial Regular" pitchFamily="34" charset="-122"/>
                <a:cs typeface="Arial Regular" pitchFamily="34" charset="-120"/>
              </a:rPr>
              <a:t>, </a:t>
            </a:r>
            <a:r>
              <a:rPr lang="en-US" sz="1200" kern="0" err="1">
                <a:solidFill>
                  <a:srgbClr val="1A1A1A">
                    <a:alpha val="60000"/>
                  </a:srgbClr>
                </a:solidFill>
                <a:latin typeface="Arial Regular" pitchFamily="34" charset="0"/>
                <a:ea typeface="Arial Regular" pitchFamily="34" charset="-122"/>
                <a:cs typeface="Arial Regular" pitchFamily="34" charset="-120"/>
              </a:rPr>
              <a:t>consectetur</a:t>
            </a:r>
            <a:r>
              <a:rPr lang="en-US" sz="1200" kern="0">
                <a:solidFill>
                  <a:srgbClr val="1A1A1A">
                    <a:alpha val="60000"/>
                  </a:srgbClr>
                </a:solidFill>
                <a:latin typeface="Arial Regular" pitchFamily="34" charset="0"/>
                <a:ea typeface="Arial Regular" pitchFamily="34" charset="-122"/>
                <a:cs typeface="Arial Regular" pitchFamily="34" charset="-120"/>
              </a:rPr>
              <a:t> </a:t>
            </a:r>
            <a:r>
              <a:rPr lang="en-US" sz="1200" kern="0" err="1">
                <a:solidFill>
                  <a:srgbClr val="1A1A1A">
                    <a:alpha val="60000"/>
                  </a:srgbClr>
                </a:solidFill>
                <a:latin typeface="Arial Regular" pitchFamily="34" charset="0"/>
                <a:ea typeface="Arial Regular" pitchFamily="34" charset="-122"/>
                <a:cs typeface="Arial Regular" pitchFamily="34" charset="-120"/>
              </a:rPr>
              <a:t>adipiscing</a:t>
            </a:r>
            <a:r>
              <a:rPr lang="en-US" sz="1200" kern="0">
                <a:solidFill>
                  <a:srgbClr val="1A1A1A">
                    <a:alpha val="60000"/>
                  </a:srgbClr>
                </a:solidFill>
                <a:latin typeface="Arial Regular" pitchFamily="34" charset="0"/>
                <a:ea typeface="Arial Regular" pitchFamily="34" charset="-122"/>
                <a:cs typeface="Arial Regular" pitchFamily="34" charset="-120"/>
              </a:rPr>
              <a:t> </a:t>
            </a:r>
            <a:r>
              <a:rPr lang="en-US" sz="1200" kern="0" err="1">
                <a:solidFill>
                  <a:srgbClr val="1A1A1A">
                    <a:alpha val="60000"/>
                  </a:srgbClr>
                </a:solidFill>
                <a:latin typeface="Arial Regular" pitchFamily="34" charset="0"/>
                <a:ea typeface="Arial Regular" pitchFamily="34" charset="-122"/>
                <a:cs typeface="Arial Regular" pitchFamily="34" charset="-120"/>
              </a:rPr>
              <a:t>elit</a:t>
            </a:r>
            <a:r>
              <a:rPr lang="en-US" sz="1200" kern="0">
                <a:solidFill>
                  <a:srgbClr val="1A1A1A">
                    <a:alpha val="60000"/>
                  </a:srgbClr>
                </a:solidFill>
                <a:latin typeface="Arial Regular" pitchFamily="34" charset="0"/>
                <a:ea typeface="Arial Regular" pitchFamily="34" charset="-122"/>
                <a:cs typeface="Arial Regular" pitchFamily="34" charset="-120"/>
              </a:rPr>
              <a:t>. In </a:t>
            </a:r>
            <a:r>
              <a:rPr lang="en-US" sz="1200" kern="0" err="1">
                <a:solidFill>
                  <a:srgbClr val="1A1A1A">
                    <a:alpha val="60000"/>
                  </a:srgbClr>
                </a:solidFill>
                <a:latin typeface="Arial Regular" pitchFamily="34" charset="0"/>
                <a:ea typeface="Arial Regular" pitchFamily="34" charset="-122"/>
                <a:cs typeface="Arial Regular" pitchFamily="34" charset="-120"/>
              </a:rPr>
              <a:t>eu</a:t>
            </a:r>
            <a:r>
              <a:rPr lang="en-US" sz="1200" kern="0">
                <a:solidFill>
                  <a:srgbClr val="1A1A1A">
                    <a:alpha val="60000"/>
                  </a:srgbClr>
                </a:solidFill>
                <a:latin typeface="Arial Regular" pitchFamily="34" charset="0"/>
                <a:ea typeface="Arial Regular" pitchFamily="34" charset="-122"/>
                <a:cs typeface="Arial Regular" pitchFamily="34" charset="-120"/>
              </a:rPr>
              <a:t> </a:t>
            </a:r>
            <a:r>
              <a:rPr lang="en-US" sz="1200" kern="0" err="1">
                <a:solidFill>
                  <a:srgbClr val="1A1A1A">
                    <a:alpha val="60000"/>
                  </a:srgbClr>
                </a:solidFill>
                <a:latin typeface="Arial Regular" pitchFamily="34" charset="0"/>
                <a:ea typeface="Arial Regular" pitchFamily="34" charset="-122"/>
                <a:cs typeface="Arial Regular" pitchFamily="34" charset="-120"/>
              </a:rPr>
              <a:t>porttitor</a:t>
            </a:r>
            <a:r>
              <a:rPr lang="en-US" sz="1200" kern="0">
                <a:solidFill>
                  <a:srgbClr val="1A1A1A">
                    <a:alpha val="60000"/>
                  </a:srgbClr>
                </a:solidFill>
                <a:latin typeface="Arial Regular" pitchFamily="34" charset="0"/>
                <a:ea typeface="Arial Regular" pitchFamily="34" charset="-122"/>
                <a:cs typeface="Arial Regular" pitchFamily="34" charset="-120"/>
              </a:rPr>
              <a:t> </a:t>
            </a:r>
            <a:r>
              <a:rPr lang="en-US" sz="1200" kern="0" err="1">
                <a:solidFill>
                  <a:srgbClr val="1A1A1A">
                    <a:alpha val="60000"/>
                  </a:srgbClr>
                </a:solidFill>
                <a:latin typeface="Arial Regular" pitchFamily="34" charset="0"/>
                <a:ea typeface="Arial Regular" pitchFamily="34" charset="-122"/>
                <a:cs typeface="Arial Regular" pitchFamily="34" charset="-120"/>
              </a:rPr>
              <a:t>purus</a:t>
            </a:r>
            <a:r>
              <a:rPr lang="en-US" sz="1200" kern="0">
                <a:solidFill>
                  <a:srgbClr val="1A1A1A">
                    <a:alpha val="60000"/>
                  </a:srgbClr>
                </a:solidFill>
                <a:latin typeface="Arial Regular" pitchFamily="34" charset="0"/>
                <a:ea typeface="Arial Regular" pitchFamily="34" charset="-122"/>
                <a:cs typeface="Arial Regular" pitchFamily="34" charset="-120"/>
              </a:rPr>
              <a:t>. Proin </a:t>
            </a:r>
            <a:r>
              <a:rPr lang="en-US" sz="1200" kern="0" err="1">
                <a:solidFill>
                  <a:srgbClr val="1A1A1A">
                    <a:alpha val="60000"/>
                  </a:srgbClr>
                </a:solidFill>
                <a:latin typeface="Arial Regular" pitchFamily="34" charset="0"/>
                <a:ea typeface="Arial Regular" pitchFamily="34" charset="-122"/>
                <a:cs typeface="Arial Regular" pitchFamily="34" charset="-120"/>
              </a:rPr>
              <a:t>lobortis</a:t>
            </a:r>
            <a:r>
              <a:rPr lang="en-US" sz="1200" kern="0">
                <a:solidFill>
                  <a:srgbClr val="1A1A1A">
                    <a:alpha val="60000"/>
                  </a:srgbClr>
                </a:solidFill>
                <a:latin typeface="Arial Regular" pitchFamily="34" charset="0"/>
                <a:ea typeface="Arial Regular" pitchFamily="34" charset="-122"/>
                <a:cs typeface="Arial Regular" pitchFamily="34" charset="-120"/>
              </a:rPr>
              <a:t> non </a:t>
            </a:r>
            <a:r>
              <a:rPr lang="en-US" sz="1200" kern="0" err="1">
                <a:solidFill>
                  <a:srgbClr val="1A1A1A">
                    <a:alpha val="60000"/>
                  </a:srgbClr>
                </a:solidFill>
                <a:latin typeface="Arial Regular" pitchFamily="34" charset="0"/>
                <a:ea typeface="Arial Regular" pitchFamily="34" charset="-122"/>
                <a:cs typeface="Arial Regular" pitchFamily="34" charset="-120"/>
              </a:rPr>
              <a:t>turpis</a:t>
            </a:r>
            <a:r>
              <a:rPr lang="en-US" sz="1200" kern="0">
                <a:solidFill>
                  <a:srgbClr val="1A1A1A">
                    <a:alpha val="60000"/>
                  </a:srgbClr>
                </a:solidFill>
                <a:latin typeface="Arial Regular" pitchFamily="34" charset="0"/>
                <a:ea typeface="Arial Regular" pitchFamily="34" charset="-122"/>
                <a:cs typeface="Arial Regular" pitchFamily="34" charset="-120"/>
              </a:rPr>
              <a:t> ac </a:t>
            </a:r>
            <a:r>
              <a:rPr lang="en-US" sz="1200" kern="0" err="1">
                <a:solidFill>
                  <a:srgbClr val="1A1A1A">
                    <a:alpha val="60000"/>
                  </a:srgbClr>
                </a:solidFill>
                <a:latin typeface="Arial Regular" pitchFamily="34" charset="0"/>
                <a:ea typeface="Arial Regular" pitchFamily="34" charset="-122"/>
                <a:cs typeface="Arial Regular" pitchFamily="34" charset="-120"/>
              </a:rPr>
              <a:t>interdum</a:t>
            </a:r>
            <a:r>
              <a:rPr lang="en-US" sz="1200" kern="0">
                <a:solidFill>
                  <a:srgbClr val="1A1A1A">
                    <a:alpha val="60000"/>
                  </a:srgbClr>
                </a:solidFill>
                <a:latin typeface="Arial Regular" pitchFamily="34" charset="0"/>
                <a:ea typeface="Arial Regular" pitchFamily="34" charset="-122"/>
                <a:cs typeface="Arial Regular" pitchFamily="34" charset="-120"/>
              </a:rPr>
              <a:t>. Integer a ipsum.</a:t>
            </a:r>
            <a:endParaRPr lang="en-US" sz="1200"/>
          </a:p>
        </p:txBody>
      </p:sp>
      <p:sp>
        <p:nvSpPr>
          <p:cNvPr id="26" name="Marcador de texto 30">
            <a:extLst>
              <a:ext uri="{FF2B5EF4-FFF2-40B4-BE49-F238E27FC236}">
                <a16:creationId xmlns:a16="http://schemas.microsoft.com/office/drawing/2014/main" id="{3E0CF88C-C42B-A446-894C-0899C107AB67}"/>
              </a:ext>
            </a:extLst>
          </p:cNvPr>
          <p:cNvSpPr>
            <a:spLocks noGrp="1"/>
          </p:cNvSpPr>
          <p:nvPr>
            <p:ph type="body" sz="quarter" idx="37" hasCustomPrompt="1"/>
          </p:nvPr>
        </p:nvSpPr>
        <p:spPr>
          <a:xfrm>
            <a:off x="8139891" y="4646634"/>
            <a:ext cx="3841748" cy="315848"/>
          </a:xfrm>
          <a:prstGeom prst="rect">
            <a:avLst/>
          </a:prstGeom>
        </p:spPr>
        <p:txBody>
          <a:bodyPr anchor="t"/>
          <a:lstStyle>
            <a:lvl1pPr marL="0" indent="0">
              <a:lnSpc>
                <a:spcPts val="1722"/>
              </a:lnSpc>
              <a:buNone/>
              <a:defRPr sz="1466">
                <a:latin typeface="Arial" panose="020B0604020202020204" pitchFamily="34" charset="0"/>
                <a:cs typeface="Arial" panose="020B0604020202020204" pitchFamily="34" charset="0"/>
              </a:defRPr>
            </a:lvl1pPr>
            <a:lvl2pPr marL="609402" indent="0">
              <a:buNone/>
              <a:defRPr sz="1466">
                <a:latin typeface="Arial" panose="020B0604020202020204" pitchFamily="34" charset="0"/>
                <a:cs typeface="Arial" panose="020B0604020202020204" pitchFamily="34" charset="0"/>
              </a:defRPr>
            </a:lvl2pPr>
            <a:lvl3pPr marL="1218804" indent="0">
              <a:buNone/>
              <a:defRPr sz="1466">
                <a:latin typeface="Arial" panose="020B0604020202020204" pitchFamily="34" charset="0"/>
                <a:cs typeface="Arial" panose="020B0604020202020204" pitchFamily="34" charset="0"/>
              </a:defRPr>
            </a:lvl3pPr>
            <a:lvl4pPr marL="1828206" indent="0">
              <a:buNone/>
              <a:defRPr sz="1466">
                <a:latin typeface="Arial" panose="020B0604020202020204" pitchFamily="34" charset="0"/>
                <a:cs typeface="Arial" panose="020B0604020202020204" pitchFamily="34" charset="0"/>
              </a:defRPr>
            </a:lvl4pPr>
            <a:lvl5pPr marL="2437608" indent="0">
              <a:buNone/>
              <a:defRPr sz="1466">
                <a:latin typeface="Arial" panose="020B0604020202020204" pitchFamily="34" charset="0"/>
                <a:cs typeface="Arial" panose="020B0604020202020204" pitchFamily="34" charset="0"/>
              </a:defRPr>
            </a:lvl5pPr>
          </a:lstStyle>
          <a:p>
            <a:pPr>
              <a:lnSpc>
                <a:spcPts val="1292"/>
              </a:lnSpc>
            </a:pPr>
            <a:r>
              <a:rPr lang="en-US" sz="1466" kern="0">
                <a:solidFill>
                  <a:srgbClr val="1A1A1A"/>
                </a:solidFill>
                <a:latin typeface="Arial Regular" pitchFamily="34" charset="0"/>
                <a:ea typeface="Arial Regular" pitchFamily="34" charset="-122"/>
                <a:cs typeface="Arial Regular" pitchFamily="34" charset="-120"/>
              </a:rPr>
              <a:t>Titular del bullet point</a:t>
            </a:r>
            <a:endParaRPr lang="en-US" sz="1466"/>
          </a:p>
        </p:txBody>
      </p:sp>
    </p:spTree>
    <p:extLst>
      <p:ext uri="{BB962C8B-B14F-4D97-AF65-F5344CB8AC3E}">
        <p14:creationId xmlns:p14="http://schemas.microsoft.com/office/powerpoint/2010/main" val="26961852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C0D818-5F66-47D9-5BA8-2967191FFCD5}"/>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057CA6E0-A6E0-9328-C1B0-3EC1FFE652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5F60B8E2-3970-878C-D82B-B81CD8FE5C53}"/>
              </a:ext>
            </a:extLst>
          </p:cNvPr>
          <p:cNvSpPr>
            <a:spLocks noGrp="1"/>
          </p:cNvSpPr>
          <p:nvPr>
            <p:ph type="dt" sz="half" idx="10"/>
          </p:nvPr>
        </p:nvSpPr>
        <p:spPr/>
        <p:txBody>
          <a:bodyPr/>
          <a:lstStyle/>
          <a:p>
            <a:fld id="{BE3442F6-E4A6-4CD2-80F4-CFB403864170}" type="datetimeFigureOut">
              <a:rPr lang="es-ES" smtClean="0"/>
              <a:t>12/11/2025</a:t>
            </a:fld>
            <a:endParaRPr lang="es-ES"/>
          </a:p>
        </p:txBody>
      </p:sp>
      <p:sp>
        <p:nvSpPr>
          <p:cNvPr id="5" name="Marcador de pie de página 4">
            <a:extLst>
              <a:ext uri="{FF2B5EF4-FFF2-40B4-BE49-F238E27FC236}">
                <a16:creationId xmlns:a16="http://schemas.microsoft.com/office/drawing/2014/main" id="{53FB66F9-8206-9D3D-E91B-52DFAC871B5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C6DCC0BA-BEE1-5BEB-8805-AFFD8E585090}"/>
              </a:ext>
            </a:extLst>
          </p:cNvPr>
          <p:cNvSpPr>
            <a:spLocks noGrp="1"/>
          </p:cNvSpPr>
          <p:nvPr>
            <p:ph type="sldNum" sz="quarter" idx="12"/>
          </p:nvPr>
        </p:nvSpPr>
        <p:spPr/>
        <p:txBody>
          <a:bodyPr/>
          <a:lstStyle/>
          <a:p>
            <a:fld id="{E53A4C2B-8EF3-4D63-9FA5-8C269A944533}" type="slidenum">
              <a:rPr lang="es-ES" smtClean="0"/>
              <a:t>‹Nº›</a:t>
            </a:fld>
            <a:endParaRPr lang="es-ES"/>
          </a:p>
        </p:txBody>
      </p:sp>
    </p:spTree>
    <p:extLst>
      <p:ext uri="{BB962C8B-B14F-4D97-AF65-F5344CB8AC3E}">
        <p14:creationId xmlns:p14="http://schemas.microsoft.com/office/powerpoint/2010/main" val="10148176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DAE54F-E95D-14A7-61C4-593ED6D4DBBD}"/>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DE82BFF5-2645-0D65-6839-B0AE4A95E8A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C1C21287-1CC2-94B9-2961-AD4145F150AD}"/>
              </a:ext>
            </a:extLst>
          </p:cNvPr>
          <p:cNvSpPr>
            <a:spLocks noGrp="1"/>
          </p:cNvSpPr>
          <p:nvPr>
            <p:ph type="dt" sz="half" idx="10"/>
          </p:nvPr>
        </p:nvSpPr>
        <p:spPr/>
        <p:txBody>
          <a:bodyPr/>
          <a:lstStyle/>
          <a:p>
            <a:fld id="{BE3442F6-E4A6-4CD2-80F4-CFB403864170}" type="datetimeFigureOut">
              <a:rPr lang="es-ES" smtClean="0"/>
              <a:t>12/11/2025</a:t>
            </a:fld>
            <a:endParaRPr lang="es-ES"/>
          </a:p>
        </p:txBody>
      </p:sp>
      <p:sp>
        <p:nvSpPr>
          <p:cNvPr id="5" name="Marcador de pie de página 4">
            <a:extLst>
              <a:ext uri="{FF2B5EF4-FFF2-40B4-BE49-F238E27FC236}">
                <a16:creationId xmlns:a16="http://schemas.microsoft.com/office/drawing/2014/main" id="{EBF6DE63-7F7C-9135-0F22-2445D037EAF0}"/>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0A41315A-4F33-11E7-F31A-0342A79166AA}"/>
              </a:ext>
            </a:extLst>
          </p:cNvPr>
          <p:cNvSpPr>
            <a:spLocks noGrp="1"/>
          </p:cNvSpPr>
          <p:nvPr>
            <p:ph type="sldNum" sz="quarter" idx="12"/>
          </p:nvPr>
        </p:nvSpPr>
        <p:spPr/>
        <p:txBody>
          <a:bodyPr/>
          <a:lstStyle/>
          <a:p>
            <a:fld id="{E53A4C2B-8EF3-4D63-9FA5-8C269A944533}" type="slidenum">
              <a:rPr lang="es-ES" smtClean="0"/>
              <a:t>‹Nº›</a:t>
            </a:fld>
            <a:endParaRPr lang="es-ES"/>
          </a:p>
        </p:txBody>
      </p:sp>
    </p:spTree>
    <p:extLst>
      <p:ext uri="{BB962C8B-B14F-4D97-AF65-F5344CB8AC3E}">
        <p14:creationId xmlns:p14="http://schemas.microsoft.com/office/powerpoint/2010/main" val="18459584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A1A535-7846-EC2E-0B0F-5D46E568562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38EF1026-3B69-9AE0-4F10-94871AA3CBF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5F24BE8-DADD-A362-5D3D-8B28CAE1B52A}"/>
              </a:ext>
            </a:extLst>
          </p:cNvPr>
          <p:cNvSpPr>
            <a:spLocks noGrp="1"/>
          </p:cNvSpPr>
          <p:nvPr>
            <p:ph type="dt" sz="half" idx="10"/>
          </p:nvPr>
        </p:nvSpPr>
        <p:spPr/>
        <p:txBody>
          <a:bodyPr/>
          <a:lstStyle/>
          <a:p>
            <a:fld id="{BE3442F6-E4A6-4CD2-80F4-CFB403864170}" type="datetimeFigureOut">
              <a:rPr lang="es-ES" smtClean="0"/>
              <a:t>12/11/2025</a:t>
            </a:fld>
            <a:endParaRPr lang="es-ES"/>
          </a:p>
        </p:txBody>
      </p:sp>
      <p:sp>
        <p:nvSpPr>
          <p:cNvPr id="5" name="Marcador de pie de página 4">
            <a:extLst>
              <a:ext uri="{FF2B5EF4-FFF2-40B4-BE49-F238E27FC236}">
                <a16:creationId xmlns:a16="http://schemas.microsoft.com/office/drawing/2014/main" id="{A4A696C1-6858-48F5-6253-EB12564DB32B}"/>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9DABB26-5948-C38D-9659-E90486A03C9B}"/>
              </a:ext>
            </a:extLst>
          </p:cNvPr>
          <p:cNvSpPr>
            <a:spLocks noGrp="1"/>
          </p:cNvSpPr>
          <p:nvPr>
            <p:ph type="sldNum" sz="quarter" idx="12"/>
          </p:nvPr>
        </p:nvSpPr>
        <p:spPr/>
        <p:txBody>
          <a:bodyPr/>
          <a:lstStyle/>
          <a:p>
            <a:fld id="{E53A4C2B-8EF3-4D63-9FA5-8C269A944533}" type="slidenum">
              <a:rPr lang="es-ES" smtClean="0"/>
              <a:t>‹Nº›</a:t>
            </a:fld>
            <a:endParaRPr lang="es-ES"/>
          </a:p>
        </p:txBody>
      </p:sp>
    </p:spTree>
    <p:extLst>
      <p:ext uri="{BB962C8B-B14F-4D97-AF65-F5344CB8AC3E}">
        <p14:creationId xmlns:p14="http://schemas.microsoft.com/office/powerpoint/2010/main" val="40509082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68FC1A-2434-FA9E-B4C7-C4B0E1F7AB55}"/>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DBB7A2EB-8909-D056-DCEA-CC25D253FD1C}"/>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36A3FAF2-B8B4-CD0E-F61C-5048D2F9D623}"/>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0C3A3E9F-4309-FC1C-9881-E6018148873F}"/>
              </a:ext>
            </a:extLst>
          </p:cNvPr>
          <p:cNvSpPr>
            <a:spLocks noGrp="1"/>
          </p:cNvSpPr>
          <p:nvPr>
            <p:ph type="dt" sz="half" idx="10"/>
          </p:nvPr>
        </p:nvSpPr>
        <p:spPr/>
        <p:txBody>
          <a:bodyPr/>
          <a:lstStyle/>
          <a:p>
            <a:fld id="{BE3442F6-E4A6-4CD2-80F4-CFB403864170}" type="datetimeFigureOut">
              <a:rPr lang="es-ES" smtClean="0"/>
              <a:t>12/11/2025</a:t>
            </a:fld>
            <a:endParaRPr lang="es-ES"/>
          </a:p>
        </p:txBody>
      </p:sp>
      <p:sp>
        <p:nvSpPr>
          <p:cNvPr id="6" name="Marcador de pie de página 5">
            <a:extLst>
              <a:ext uri="{FF2B5EF4-FFF2-40B4-BE49-F238E27FC236}">
                <a16:creationId xmlns:a16="http://schemas.microsoft.com/office/drawing/2014/main" id="{577B7A64-DF5A-F83D-526E-7061CD375D9A}"/>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80B30DA7-7D2D-9030-600D-592C47865EB2}"/>
              </a:ext>
            </a:extLst>
          </p:cNvPr>
          <p:cNvSpPr>
            <a:spLocks noGrp="1"/>
          </p:cNvSpPr>
          <p:nvPr>
            <p:ph type="sldNum" sz="quarter" idx="12"/>
          </p:nvPr>
        </p:nvSpPr>
        <p:spPr/>
        <p:txBody>
          <a:bodyPr/>
          <a:lstStyle/>
          <a:p>
            <a:fld id="{E53A4C2B-8EF3-4D63-9FA5-8C269A944533}" type="slidenum">
              <a:rPr lang="es-ES" smtClean="0"/>
              <a:t>‹Nº›</a:t>
            </a:fld>
            <a:endParaRPr lang="es-ES"/>
          </a:p>
        </p:txBody>
      </p:sp>
    </p:spTree>
    <p:extLst>
      <p:ext uri="{BB962C8B-B14F-4D97-AF65-F5344CB8AC3E}">
        <p14:creationId xmlns:p14="http://schemas.microsoft.com/office/powerpoint/2010/main" val="5614565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32E2AE-A10E-35A5-4EF0-F935F46498D0}"/>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39576FE4-08FA-C238-F8C0-3B7C33C8A4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6A244BA8-2F90-2215-6536-226E26517CE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992E4FC8-3C71-AD85-B26F-534A9E200F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91CCB0D-CC0E-E8ED-2D7A-3998CF8F451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54B77482-0AD2-2067-D6DF-10DEDFC6F57C}"/>
              </a:ext>
            </a:extLst>
          </p:cNvPr>
          <p:cNvSpPr>
            <a:spLocks noGrp="1"/>
          </p:cNvSpPr>
          <p:nvPr>
            <p:ph type="dt" sz="half" idx="10"/>
          </p:nvPr>
        </p:nvSpPr>
        <p:spPr/>
        <p:txBody>
          <a:bodyPr/>
          <a:lstStyle/>
          <a:p>
            <a:fld id="{BE3442F6-E4A6-4CD2-80F4-CFB403864170}" type="datetimeFigureOut">
              <a:rPr lang="es-ES" smtClean="0"/>
              <a:t>12/11/2025</a:t>
            </a:fld>
            <a:endParaRPr lang="es-ES"/>
          </a:p>
        </p:txBody>
      </p:sp>
      <p:sp>
        <p:nvSpPr>
          <p:cNvPr id="8" name="Marcador de pie de página 7">
            <a:extLst>
              <a:ext uri="{FF2B5EF4-FFF2-40B4-BE49-F238E27FC236}">
                <a16:creationId xmlns:a16="http://schemas.microsoft.com/office/drawing/2014/main" id="{C3B18BE8-9983-744B-22AF-C6917CF2A427}"/>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CDBD66B1-828A-F084-48E2-8B3FF0A88F3F}"/>
              </a:ext>
            </a:extLst>
          </p:cNvPr>
          <p:cNvSpPr>
            <a:spLocks noGrp="1"/>
          </p:cNvSpPr>
          <p:nvPr>
            <p:ph type="sldNum" sz="quarter" idx="12"/>
          </p:nvPr>
        </p:nvSpPr>
        <p:spPr/>
        <p:txBody>
          <a:bodyPr/>
          <a:lstStyle/>
          <a:p>
            <a:fld id="{E53A4C2B-8EF3-4D63-9FA5-8C269A944533}" type="slidenum">
              <a:rPr lang="es-ES" smtClean="0"/>
              <a:t>‹Nº›</a:t>
            </a:fld>
            <a:endParaRPr lang="es-ES"/>
          </a:p>
        </p:txBody>
      </p:sp>
    </p:spTree>
    <p:extLst>
      <p:ext uri="{BB962C8B-B14F-4D97-AF65-F5344CB8AC3E}">
        <p14:creationId xmlns:p14="http://schemas.microsoft.com/office/powerpoint/2010/main" val="39472500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CB41B0-AAE7-F1AD-E302-1A4DD1C9D7F2}"/>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F9FD8BF1-36EF-137B-10A1-09496A734D3E}"/>
              </a:ext>
            </a:extLst>
          </p:cNvPr>
          <p:cNvSpPr>
            <a:spLocks noGrp="1"/>
          </p:cNvSpPr>
          <p:nvPr>
            <p:ph type="dt" sz="half" idx="10"/>
          </p:nvPr>
        </p:nvSpPr>
        <p:spPr/>
        <p:txBody>
          <a:bodyPr/>
          <a:lstStyle/>
          <a:p>
            <a:fld id="{BE3442F6-E4A6-4CD2-80F4-CFB403864170}" type="datetimeFigureOut">
              <a:rPr lang="es-ES" smtClean="0"/>
              <a:t>12/11/2025</a:t>
            </a:fld>
            <a:endParaRPr lang="es-ES"/>
          </a:p>
        </p:txBody>
      </p:sp>
      <p:sp>
        <p:nvSpPr>
          <p:cNvPr id="4" name="Marcador de pie de página 3">
            <a:extLst>
              <a:ext uri="{FF2B5EF4-FFF2-40B4-BE49-F238E27FC236}">
                <a16:creationId xmlns:a16="http://schemas.microsoft.com/office/drawing/2014/main" id="{B3697CB4-1F8C-FC1B-3A5E-3AEEF5142E27}"/>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DCE4F013-FED3-9862-843C-9823476E481F}"/>
              </a:ext>
            </a:extLst>
          </p:cNvPr>
          <p:cNvSpPr>
            <a:spLocks noGrp="1"/>
          </p:cNvSpPr>
          <p:nvPr>
            <p:ph type="sldNum" sz="quarter" idx="12"/>
          </p:nvPr>
        </p:nvSpPr>
        <p:spPr/>
        <p:txBody>
          <a:bodyPr/>
          <a:lstStyle/>
          <a:p>
            <a:fld id="{E53A4C2B-8EF3-4D63-9FA5-8C269A944533}" type="slidenum">
              <a:rPr lang="es-ES" smtClean="0"/>
              <a:t>‹Nº›</a:t>
            </a:fld>
            <a:endParaRPr lang="es-ES"/>
          </a:p>
        </p:txBody>
      </p:sp>
    </p:spTree>
    <p:extLst>
      <p:ext uri="{BB962C8B-B14F-4D97-AF65-F5344CB8AC3E}">
        <p14:creationId xmlns:p14="http://schemas.microsoft.com/office/powerpoint/2010/main" val="19925572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59AC4D0-8CF5-0642-13A7-AD8B1764B067}"/>
              </a:ext>
            </a:extLst>
          </p:cNvPr>
          <p:cNvSpPr>
            <a:spLocks noGrp="1"/>
          </p:cNvSpPr>
          <p:nvPr>
            <p:ph type="dt" sz="half" idx="10"/>
          </p:nvPr>
        </p:nvSpPr>
        <p:spPr/>
        <p:txBody>
          <a:bodyPr/>
          <a:lstStyle/>
          <a:p>
            <a:fld id="{BE3442F6-E4A6-4CD2-80F4-CFB403864170}" type="datetimeFigureOut">
              <a:rPr lang="es-ES" smtClean="0"/>
              <a:t>12/11/2025</a:t>
            </a:fld>
            <a:endParaRPr lang="es-ES"/>
          </a:p>
        </p:txBody>
      </p:sp>
      <p:sp>
        <p:nvSpPr>
          <p:cNvPr id="3" name="Marcador de pie de página 2">
            <a:extLst>
              <a:ext uri="{FF2B5EF4-FFF2-40B4-BE49-F238E27FC236}">
                <a16:creationId xmlns:a16="http://schemas.microsoft.com/office/drawing/2014/main" id="{6C416D4F-E970-FD02-8ED0-4627527321B4}"/>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AB082AF1-56B8-C498-03CC-0F2D3A0DF437}"/>
              </a:ext>
            </a:extLst>
          </p:cNvPr>
          <p:cNvSpPr>
            <a:spLocks noGrp="1"/>
          </p:cNvSpPr>
          <p:nvPr>
            <p:ph type="sldNum" sz="quarter" idx="12"/>
          </p:nvPr>
        </p:nvSpPr>
        <p:spPr/>
        <p:txBody>
          <a:bodyPr/>
          <a:lstStyle/>
          <a:p>
            <a:fld id="{E53A4C2B-8EF3-4D63-9FA5-8C269A944533}" type="slidenum">
              <a:rPr lang="es-ES" smtClean="0"/>
              <a:t>‹Nº›</a:t>
            </a:fld>
            <a:endParaRPr lang="es-ES"/>
          </a:p>
        </p:txBody>
      </p:sp>
    </p:spTree>
    <p:extLst>
      <p:ext uri="{BB962C8B-B14F-4D97-AF65-F5344CB8AC3E}">
        <p14:creationId xmlns:p14="http://schemas.microsoft.com/office/powerpoint/2010/main" val="42409775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3F19BB-D040-72A7-D744-F2944BAE53F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0210CDCA-63C5-FA91-2B68-4227C6CDBF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F99A9110-0B8A-C335-1AAD-092C6F270D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0548F74-98A8-F688-F04F-CA6E2E968C50}"/>
              </a:ext>
            </a:extLst>
          </p:cNvPr>
          <p:cNvSpPr>
            <a:spLocks noGrp="1"/>
          </p:cNvSpPr>
          <p:nvPr>
            <p:ph type="dt" sz="half" idx="10"/>
          </p:nvPr>
        </p:nvSpPr>
        <p:spPr/>
        <p:txBody>
          <a:bodyPr/>
          <a:lstStyle/>
          <a:p>
            <a:fld id="{BE3442F6-E4A6-4CD2-80F4-CFB403864170}" type="datetimeFigureOut">
              <a:rPr lang="es-ES" smtClean="0"/>
              <a:t>12/11/2025</a:t>
            </a:fld>
            <a:endParaRPr lang="es-ES"/>
          </a:p>
        </p:txBody>
      </p:sp>
      <p:sp>
        <p:nvSpPr>
          <p:cNvPr id="6" name="Marcador de pie de página 5">
            <a:extLst>
              <a:ext uri="{FF2B5EF4-FFF2-40B4-BE49-F238E27FC236}">
                <a16:creationId xmlns:a16="http://schemas.microsoft.com/office/drawing/2014/main" id="{DA1A360F-B948-EE68-B24A-F8613FFA8662}"/>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B93A88B1-9AB5-8281-B0B2-3E9029CA0386}"/>
              </a:ext>
            </a:extLst>
          </p:cNvPr>
          <p:cNvSpPr>
            <a:spLocks noGrp="1"/>
          </p:cNvSpPr>
          <p:nvPr>
            <p:ph type="sldNum" sz="quarter" idx="12"/>
          </p:nvPr>
        </p:nvSpPr>
        <p:spPr/>
        <p:txBody>
          <a:bodyPr/>
          <a:lstStyle/>
          <a:p>
            <a:fld id="{E53A4C2B-8EF3-4D63-9FA5-8C269A944533}" type="slidenum">
              <a:rPr lang="es-ES" smtClean="0"/>
              <a:t>‹Nº›</a:t>
            </a:fld>
            <a:endParaRPr lang="es-ES"/>
          </a:p>
        </p:txBody>
      </p:sp>
    </p:spTree>
    <p:extLst>
      <p:ext uri="{BB962C8B-B14F-4D97-AF65-F5344CB8AC3E}">
        <p14:creationId xmlns:p14="http://schemas.microsoft.com/office/powerpoint/2010/main" val="2678941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5BCC20-168F-D5E0-EABA-488A493BDF1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677DF7AD-4B89-5E90-3BA0-776F95BB2A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86719165-ED2C-7A32-285E-091C7C06F7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E73E917-458B-1101-4ACD-F0E6046BEEC7}"/>
              </a:ext>
            </a:extLst>
          </p:cNvPr>
          <p:cNvSpPr>
            <a:spLocks noGrp="1"/>
          </p:cNvSpPr>
          <p:nvPr>
            <p:ph type="dt" sz="half" idx="10"/>
          </p:nvPr>
        </p:nvSpPr>
        <p:spPr/>
        <p:txBody>
          <a:bodyPr/>
          <a:lstStyle/>
          <a:p>
            <a:fld id="{BE3442F6-E4A6-4CD2-80F4-CFB403864170}" type="datetimeFigureOut">
              <a:rPr lang="es-ES" smtClean="0"/>
              <a:t>12/11/2025</a:t>
            </a:fld>
            <a:endParaRPr lang="es-ES"/>
          </a:p>
        </p:txBody>
      </p:sp>
      <p:sp>
        <p:nvSpPr>
          <p:cNvPr id="6" name="Marcador de pie de página 5">
            <a:extLst>
              <a:ext uri="{FF2B5EF4-FFF2-40B4-BE49-F238E27FC236}">
                <a16:creationId xmlns:a16="http://schemas.microsoft.com/office/drawing/2014/main" id="{7C64512A-33F9-63E3-62CA-6EDEC9C8E317}"/>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03E2CAFE-98FB-79C7-A2C3-2630590F3769}"/>
              </a:ext>
            </a:extLst>
          </p:cNvPr>
          <p:cNvSpPr>
            <a:spLocks noGrp="1"/>
          </p:cNvSpPr>
          <p:nvPr>
            <p:ph type="sldNum" sz="quarter" idx="12"/>
          </p:nvPr>
        </p:nvSpPr>
        <p:spPr/>
        <p:txBody>
          <a:bodyPr/>
          <a:lstStyle/>
          <a:p>
            <a:fld id="{E53A4C2B-8EF3-4D63-9FA5-8C269A944533}" type="slidenum">
              <a:rPr lang="es-ES" smtClean="0"/>
              <a:t>‹Nº›</a:t>
            </a:fld>
            <a:endParaRPr lang="es-ES"/>
          </a:p>
        </p:txBody>
      </p:sp>
    </p:spTree>
    <p:extLst>
      <p:ext uri="{BB962C8B-B14F-4D97-AF65-F5344CB8AC3E}">
        <p14:creationId xmlns:p14="http://schemas.microsoft.com/office/powerpoint/2010/main" val="6577683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7A29D1-7D97-9B22-AA5A-965EAC2EDD6C}"/>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617D86C6-B0EC-9578-5255-0F308DDC5DFC}"/>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D1E00BBB-1AF8-8616-510A-1F3C7B747870}"/>
              </a:ext>
            </a:extLst>
          </p:cNvPr>
          <p:cNvSpPr>
            <a:spLocks noGrp="1"/>
          </p:cNvSpPr>
          <p:nvPr>
            <p:ph type="dt" sz="half" idx="10"/>
          </p:nvPr>
        </p:nvSpPr>
        <p:spPr/>
        <p:txBody>
          <a:bodyPr/>
          <a:lstStyle/>
          <a:p>
            <a:fld id="{BE3442F6-E4A6-4CD2-80F4-CFB403864170}" type="datetimeFigureOut">
              <a:rPr lang="es-ES" smtClean="0"/>
              <a:t>12/11/2025</a:t>
            </a:fld>
            <a:endParaRPr lang="es-ES"/>
          </a:p>
        </p:txBody>
      </p:sp>
      <p:sp>
        <p:nvSpPr>
          <p:cNvPr id="5" name="Marcador de pie de página 4">
            <a:extLst>
              <a:ext uri="{FF2B5EF4-FFF2-40B4-BE49-F238E27FC236}">
                <a16:creationId xmlns:a16="http://schemas.microsoft.com/office/drawing/2014/main" id="{E6160301-92F4-A418-8C46-5E902FBF8C9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60B7D89-4306-4876-1603-2B704C7E56D7}"/>
              </a:ext>
            </a:extLst>
          </p:cNvPr>
          <p:cNvSpPr>
            <a:spLocks noGrp="1"/>
          </p:cNvSpPr>
          <p:nvPr>
            <p:ph type="sldNum" sz="quarter" idx="12"/>
          </p:nvPr>
        </p:nvSpPr>
        <p:spPr/>
        <p:txBody>
          <a:bodyPr/>
          <a:lstStyle/>
          <a:p>
            <a:fld id="{E53A4C2B-8EF3-4D63-9FA5-8C269A944533}" type="slidenum">
              <a:rPr lang="es-ES" smtClean="0"/>
              <a:t>‹Nº›</a:t>
            </a:fld>
            <a:endParaRPr lang="es-ES"/>
          </a:p>
        </p:txBody>
      </p:sp>
    </p:spTree>
    <p:extLst>
      <p:ext uri="{BB962C8B-B14F-4D97-AF65-F5344CB8AC3E}">
        <p14:creationId xmlns:p14="http://schemas.microsoft.com/office/powerpoint/2010/main" val="34673605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9A72DE1-403A-1E5E-C130-E73C503B14AE}"/>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EE1A3E0E-BCB1-73AA-4574-8B3034D8D98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FE3464C4-224E-04B4-5ECA-1BD635A2EF78}"/>
              </a:ext>
            </a:extLst>
          </p:cNvPr>
          <p:cNvSpPr>
            <a:spLocks noGrp="1"/>
          </p:cNvSpPr>
          <p:nvPr>
            <p:ph type="dt" sz="half" idx="10"/>
          </p:nvPr>
        </p:nvSpPr>
        <p:spPr/>
        <p:txBody>
          <a:bodyPr/>
          <a:lstStyle/>
          <a:p>
            <a:fld id="{BE3442F6-E4A6-4CD2-80F4-CFB403864170}" type="datetimeFigureOut">
              <a:rPr lang="es-ES" smtClean="0"/>
              <a:t>12/11/2025</a:t>
            </a:fld>
            <a:endParaRPr lang="es-ES"/>
          </a:p>
        </p:txBody>
      </p:sp>
      <p:sp>
        <p:nvSpPr>
          <p:cNvPr id="5" name="Marcador de pie de página 4">
            <a:extLst>
              <a:ext uri="{FF2B5EF4-FFF2-40B4-BE49-F238E27FC236}">
                <a16:creationId xmlns:a16="http://schemas.microsoft.com/office/drawing/2014/main" id="{FA1F7EB8-93B6-1018-A80E-5CDDA9FF2D1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AD9C1DB-86C2-1177-E3C3-9FC2644D217E}"/>
              </a:ext>
            </a:extLst>
          </p:cNvPr>
          <p:cNvSpPr>
            <a:spLocks noGrp="1"/>
          </p:cNvSpPr>
          <p:nvPr>
            <p:ph type="sldNum" sz="quarter" idx="12"/>
          </p:nvPr>
        </p:nvSpPr>
        <p:spPr/>
        <p:txBody>
          <a:bodyPr/>
          <a:lstStyle/>
          <a:p>
            <a:fld id="{E53A4C2B-8EF3-4D63-9FA5-8C269A944533}" type="slidenum">
              <a:rPr lang="es-ES" smtClean="0"/>
              <a:t>‹Nº›</a:t>
            </a:fld>
            <a:endParaRPr lang="es-ES"/>
          </a:p>
        </p:txBody>
      </p:sp>
    </p:spTree>
    <p:extLst>
      <p:ext uri="{BB962C8B-B14F-4D97-AF65-F5344CB8AC3E}">
        <p14:creationId xmlns:p14="http://schemas.microsoft.com/office/powerpoint/2010/main" val="34461898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2E1E67FE-BA26-53A7-DB57-F7CF79972A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9066F495-AA83-61FA-A58B-052379B1C9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C943D967-F9A9-D3C5-4A50-BB9BDED319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F80082A-7C9E-411E-B7FA-FDCAEA81F369}" type="datetimeFigureOut">
              <a:rPr lang="es-ES" smtClean="0"/>
              <a:t>12/11/2025</a:t>
            </a:fld>
            <a:endParaRPr lang="es-ES"/>
          </a:p>
        </p:txBody>
      </p:sp>
      <p:sp>
        <p:nvSpPr>
          <p:cNvPr id="5" name="Marcador de pie de página 4">
            <a:extLst>
              <a:ext uri="{FF2B5EF4-FFF2-40B4-BE49-F238E27FC236}">
                <a16:creationId xmlns:a16="http://schemas.microsoft.com/office/drawing/2014/main" id="{0C8D4B4E-C510-E060-3CF5-B09C10B014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2D6C1778-AF78-5865-1EFC-CF7E7BE0EB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2FEAF4E-685F-458A-A4C4-193AD15339BA}" type="slidenum">
              <a:rPr lang="es-ES" smtClean="0"/>
              <a:t>‹Nº›</a:t>
            </a:fld>
            <a:endParaRPr lang="es-ES"/>
          </a:p>
        </p:txBody>
      </p:sp>
    </p:spTree>
    <p:extLst>
      <p:ext uri="{BB962C8B-B14F-4D97-AF65-F5344CB8AC3E}">
        <p14:creationId xmlns:p14="http://schemas.microsoft.com/office/powerpoint/2010/main" val="16374026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4" r:id="rId14"/>
    <p:sldLayoutId id="2147483678" r:id="rId15"/>
    <p:sldLayoutId id="2147483679"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24633BD8-631C-68CC-F311-C0E4885274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9398B4D3-B1E4-5AD2-392E-833E29A041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343DDD51-5CCE-15C6-1D7F-92EC8A9B2C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E3442F6-E4A6-4CD2-80F4-CFB403864170}" type="datetimeFigureOut">
              <a:rPr lang="es-ES" smtClean="0"/>
              <a:t>12/11/2025</a:t>
            </a:fld>
            <a:endParaRPr lang="es-ES"/>
          </a:p>
        </p:txBody>
      </p:sp>
      <p:sp>
        <p:nvSpPr>
          <p:cNvPr id="5" name="Marcador de pie de página 4">
            <a:extLst>
              <a:ext uri="{FF2B5EF4-FFF2-40B4-BE49-F238E27FC236}">
                <a16:creationId xmlns:a16="http://schemas.microsoft.com/office/drawing/2014/main" id="{26273001-C02C-2E44-D9BC-C3A2744D09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68F0AD76-A398-0C95-377F-B6A113F6E9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53A4C2B-8EF3-4D63-9FA5-8C269A944533}" type="slidenum">
              <a:rPr lang="es-ES" smtClean="0"/>
              <a:t>‹Nº›</a:t>
            </a:fld>
            <a:endParaRPr lang="es-ES"/>
          </a:p>
        </p:txBody>
      </p:sp>
    </p:spTree>
    <p:extLst>
      <p:ext uri="{BB962C8B-B14F-4D97-AF65-F5344CB8AC3E}">
        <p14:creationId xmlns:p14="http://schemas.microsoft.com/office/powerpoint/2010/main" val="2827489003"/>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notesSlide" Target="../notesSlides/notesSlide2.xml"/><Relationship Id="rId1" Type="http://schemas.openxmlformats.org/officeDocument/2006/relationships/slideLayout" Target="../slideLayouts/slideLayout16.xml"/><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 Id="rId14" Type="http://schemas.openxmlformats.org/officeDocument/2006/relationships/image" Target="../media/image23.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26.png"/><Relationship Id="rId4" Type="http://schemas.openxmlformats.org/officeDocument/2006/relationships/image" Target="../media/image25.svg"/></Relationships>
</file>

<file path=ppt/slides/_rels/slide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chart" Target="../charts/chart1.xml"/><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27.png"/><Relationship Id="rId5" Type="http://schemas.openxmlformats.org/officeDocument/2006/relationships/chart" Target="../charts/chart3.xml"/><Relationship Id="rId10" Type="http://schemas.openxmlformats.org/officeDocument/2006/relationships/image" Target="../media/image30.svg"/><Relationship Id="rId4" Type="http://schemas.openxmlformats.org/officeDocument/2006/relationships/chart" Target="../charts/chart2.xml"/><Relationship Id="rId9" Type="http://schemas.openxmlformats.org/officeDocument/2006/relationships/image" Target="../media/image29.png"/></Relationships>
</file>

<file path=ppt/slides/_rels/slide6.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6.png"/><Relationship Id="rId7" Type="http://schemas.openxmlformats.org/officeDocument/2006/relationships/image" Target="../media/image32.sv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31.png"/><Relationship Id="rId5" Type="http://schemas.openxmlformats.org/officeDocument/2006/relationships/image" Target="../media/image27.png"/><Relationship Id="rId4" Type="http://schemas.openxmlformats.org/officeDocument/2006/relationships/image" Target="../media/image28.png"/></Relationships>
</file>

<file path=ppt/slides/_rels/slide7.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6.png"/><Relationship Id="rId7" Type="http://schemas.openxmlformats.org/officeDocument/2006/relationships/image" Target="../media/image32.sv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31.png"/><Relationship Id="rId5" Type="http://schemas.openxmlformats.org/officeDocument/2006/relationships/image" Target="../media/image27.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6.png"/><Relationship Id="rId7" Type="http://schemas.openxmlformats.org/officeDocument/2006/relationships/image" Target="../media/image32.sv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31.png"/><Relationship Id="rId5" Type="http://schemas.openxmlformats.org/officeDocument/2006/relationships/image" Target="../media/image27.pn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6.png"/><Relationship Id="rId7" Type="http://schemas.openxmlformats.org/officeDocument/2006/relationships/image" Target="../media/image32.sv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31.png"/><Relationship Id="rId5" Type="http://schemas.openxmlformats.org/officeDocument/2006/relationships/image" Target="../media/image27.png"/><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35.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A482CFC-9ACA-3396-4F6A-50CD59A3880F}"/>
              </a:ext>
            </a:extLst>
          </p:cNvPr>
          <p:cNvSpPr>
            <a:spLocks noGrp="1"/>
          </p:cNvSpPr>
          <p:nvPr>
            <p:ph type="body" sz="quarter" idx="10"/>
          </p:nvPr>
        </p:nvSpPr>
        <p:spPr/>
        <p:txBody>
          <a:bodyPr>
            <a:normAutofit fontScale="92500"/>
          </a:bodyPr>
          <a:lstStyle/>
          <a:p>
            <a:r>
              <a:rPr lang="es-ES" spc="-67" dirty="0"/>
              <a:t>Conclusiones Defensas RFI Técnica</a:t>
            </a:r>
          </a:p>
        </p:txBody>
      </p:sp>
      <p:sp>
        <p:nvSpPr>
          <p:cNvPr id="3" name="Marcador de texto 2">
            <a:extLst>
              <a:ext uri="{FF2B5EF4-FFF2-40B4-BE49-F238E27FC236}">
                <a16:creationId xmlns:a16="http://schemas.microsoft.com/office/drawing/2014/main" id="{F22D48F8-2351-4398-D57F-2F13A4B160C6}"/>
              </a:ext>
            </a:extLst>
          </p:cNvPr>
          <p:cNvSpPr>
            <a:spLocks noGrp="1"/>
          </p:cNvSpPr>
          <p:nvPr>
            <p:ph type="body" sz="quarter" idx="11"/>
          </p:nvPr>
        </p:nvSpPr>
        <p:spPr/>
        <p:txBody>
          <a:bodyPr/>
          <a:lstStyle/>
          <a:p>
            <a:r>
              <a:rPr lang="es-ES" dirty="0">
                <a:solidFill>
                  <a:schemeClr val="bg1"/>
                </a:solidFill>
              </a:rPr>
              <a:t>Proyecto HCM</a:t>
            </a:r>
          </a:p>
        </p:txBody>
      </p:sp>
    </p:spTree>
    <p:extLst>
      <p:ext uri="{BB962C8B-B14F-4D97-AF65-F5344CB8AC3E}">
        <p14:creationId xmlns:p14="http://schemas.microsoft.com/office/powerpoint/2010/main" val="1935812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99367-3957-24D9-A24E-F7EE4286FBDB}"/>
            </a:ext>
          </a:extLst>
        </p:cNvPr>
        <p:cNvGrpSpPr/>
        <p:nvPr/>
      </p:nvGrpSpPr>
      <p:grpSpPr>
        <a:xfrm>
          <a:off x="0" y="0"/>
          <a:ext cx="0" cy="0"/>
          <a:chOff x="0" y="0"/>
          <a:chExt cx="0" cy="0"/>
        </a:xfrm>
      </p:grpSpPr>
      <p:sp>
        <p:nvSpPr>
          <p:cNvPr id="4" name="Marcador de texto 3">
            <a:extLst>
              <a:ext uri="{FF2B5EF4-FFF2-40B4-BE49-F238E27FC236}">
                <a16:creationId xmlns:a16="http://schemas.microsoft.com/office/drawing/2014/main" id="{3A188190-40BB-588D-D333-2B13D7A4D73A}"/>
              </a:ext>
            </a:extLst>
          </p:cNvPr>
          <p:cNvSpPr>
            <a:spLocks noGrp="1"/>
          </p:cNvSpPr>
          <p:nvPr>
            <p:ph type="body" sz="quarter" idx="10"/>
          </p:nvPr>
        </p:nvSpPr>
        <p:spPr>
          <a:xfrm>
            <a:off x="104494" y="316144"/>
            <a:ext cx="10094583" cy="806971"/>
          </a:xfrm>
        </p:spPr>
        <p:txBody>
          <a:bodyPr>
            <a:noAutofit/>
          </a:bodyPr>
          <a:lstStyle/>
          <a:p>
            <a:r>
              <a:rPr lang="es-ES" kern="0" spc="-100" dirty="0">
                <a:latin typeface="Arial Regular" pitchFamily="34" charset="0"/>
                <a:ea typeface="Arial Regular" pitchFamily="34" charset="-122"/>
              </a:rPr>
              <a:t>Objetivos cambio herramienta HCM</a:t>
            </a:r>
          </a:p>
        </p:txBody>
      </p:sp>
      <p:sp>
        <p:nvSpPr>
          <p:cNvPr id="8" name="Marcador de texto 7">
            <a:extLst>
              <a:ext uri="{FF2B5EF4-FFF2-40B4-BE49-F238E27FC236}">
                <a16:creationId xmlns:a16="http://schemas.microsoft.com/office/drawing/2014/main" id="{259405A0-80B5-F4E0-440A-FAF28D3BC19D}"/>
              </a:ext>
            </a:extLst>
          </p:cNvPr>
          <p:cNvSpPr>
            <a:spLocks noGrp="1"/>
          </p:cNvSpPr>
          <p:nvPr>
            <p:ph type="body" sz="quarter" idx="26"/>
          </p:nvPr>
        </p:nvSpPr>
        <p:spPr>
          <a:xfrm>
            <a:off x="4178306" y="2985320"/>
            <a:ext cx="3541600" cy="967888"/>
          </a:xfrm>
        </p:spPr>
        <p:txBody>
          <a:bodyPr>
            <a:normAutofit/>
          </a:bodyPr>
          <a:lstStyle/>
          <a:p>
            <a:pPr lvl="0"/>
            <a:r>
              <a:rPr lang="es-ES" sz="1000"/>
              <a:t>Procesos más eficientes y menos propensos a errores</a:t>
            </a:r>
            <a:r>
              <a:rPr lang="en-US" sz="1000"/>
              <a:t>. </a:t>
            </a:r>
            <a:r>
              <a:rPr lang="es-ES" sz="1000"/>
              <a:t>Mayor autonomía del área sin depender tanto de IT.</a:t>
            </a:r>
            <a:endParaRPr lang="en-US" sz="1000"/>
          </a:p>
        </p:txBody>
      </p:sp>
      <p:sp>
        <p:nvSpPr>
          <p:cNvPr id="24" name="Marcador de texto 23">
            <a:extLst>
              <a:ext uri="{FF2B5EF4-FFF2-40B4-BE49-F238E27FC236}">
                <a16:creationId xmlns:a16="http://schemas.microsoft.com/office/drawing/2014/main" id="{25F7BEF1-0B82-A0EA-0E6F-F463C8F9538B}"/>
              </a:ext>
            </a:extLst>
          </p:cNvPr>
          <p:cNvSpPr>
            <a:spLocks noGrp="1"/>
          </p:cNvSpPr>
          <p:nvPr>
            <p:ph type="body" sz="quarter" idx="27"/>
          </p:nvPr>
        </p:nvSpPr>
        <p:spPr/>
        <p:txBody>
          <a:bodyPr/>
          <a:lstStyle/>
          <a:p>
            <a:pPr lvl="0"/>
            <a:r>
              <a:rPr lang="es-ES"/>
              <a:t>Automatización de Tareas Manuales</a:t>
            </a:r>
            <a:endParaRPr lang="en-US"/>
          </a:p>
        </p:txBody>
      </p:sp>
      <p:sp>
        <p:nvSpPr>
          <p:cNvPr id="25" name="Marcador de texto 24">
            <a:extLst>
              <a:ext uri="{FF2B5EF4-FFF2-40B4-BE49-F238E27FC236}">
                <a16:creationId xmlns:a16="http://schemas.microsoft.com/office/drawing/2014/main" id="{BED64394-3FBF-2480-0E2D-68AC523A8F31}"/>
              </a:ext>
            </a:extLst>
          </p:cNvPr>
          <p:cNvSpPr>
            <a:spLocks noGrp="1"/>
          </p:cNvSpPr>
          <p:nvPr>
            <p:ph type="body" sz="quarter" idx="28"/>
          </p:nvPr>
        </p:nvSpPr>
        <p:spPr>
          <a:xfrm>
            <a:off x="210361" y="2985320"/>
            <a:ext cx="3841749" cy="637059"/>
          </a:xfrm>
        </p:spPr>
        <p:txBody>
          <a:bodyPr>
            <a:normAutofit/>
          </a:bodyPr>
          <a:lstStyle/>
          <a:p>
            <a:pPr lvl="0"/>
            <a:r>
              <a:rPr lang="es-ES" sz="1000"/>
              <a:t>Focalizar la gestión para gestionar únicamente los datos de RRHH y así evitar posibles riesgos, auditorías, etc…</a:t>
            </a:r>
          </a:p>
        </p:txBody>
      </p:sp>
      <p:sp>
        <p:nvSpPr>
          <p:cNvPr id="26" name="Marcador de texto 25">
            <a:extLst>
              <a:ext uri="{FF2B5EF4-FFF2-40B4-BE49-F238E27FC236}">
                <a16:creationId xmlns:a16="http://schemas.microsoft.com/office/drawing/2014/main" id="{E408144A-E949-88B8-82A1-B04FA436E83B}"/>
              </a:ext>
            </a:extLst>
          </p:cNvPr>
          <p:cNvSpPr>
            <a:spLocks noGrp="1"/>
          </p:cNvSpPr>
          <p:nvPr>
            <p:ph type="body" sz="quarter" idx="29"/>
          </p:nvPr>
        </p:nvSpPr>
        <p:spPr/>
        <p:txBody>
          <a:bodyPr/>
          <a:lstStyle/>
          <a:p>
            <a:pPr lvl="0"/>
            <a:r>
              <a:rPr lang="es-ES"/>
              <a:t>Centralización y Unificación de Datos</a:t>
            </a:r>
            <a:endParaRPr lang="en-US"/>
          </a:p>
        </p:txBody>
      </p:sp>
      <p:sp>
        <p:nvSpPr>
          <p:cNvPr id="27" name="Marcador de texto 26">
            <a:extLst>
              <a:ext uri="{FF2B5EF4-FFF2-40B4-BE49-F238E27FC236}">
                <a16:creationId xmlns:a16="http://schemas.microsoft.com/office/drawing/2014/main" id="{9C05EC18-E488-9A13-E5EB-763990BF139C}"/>
              </a:ext>
            </a:extLst>
          </p:cNvPr>
          <p:cNvSpPr>
            <a:spLocks noGrp="1"/>
          </p:cNvSpPr>
          <p:nvPr>
            <p:ph type="body" sz="quarter" idx="30"/>
          </p:nvPr>
        </p:nvSpPr>
        <p:spPr>
          <a:xfrm>
            <a:off x="8152598" y="2912889"/>
            <a:ext cx="3841749" cy="967888"/>
          </a:xfrm>
        </p:spPr>
        <p:txBody>
          <a:bodyPr>
            <a:normAutofit/>
          </a:bodyPr>
          <a:lstStyle/>
          <a:p>
            <a:pPr lvl="0"/>
            <a:r>
              <a:rPr lang="es-ES" sz="1000"/>
              <a:t>Preparar a la compañía para una gestión de personas menos burocrática y planificar talento a futuro.</a:t>
            </a:r>
            <a:endParaRPr lang="en-US" sz="1000"/>
          </a:p>
        </p:txBody>
      </p:sp>
      <p:sp>
        <p:nvSpPr>
          <p:cNvPr id="28" name="Marcador de texto 27">
            <a:extLst>
              <a:ext uri="{FF2B5EF4-FFF2-40B4-BE49-F238E27FC236}">
                <a16:creationId xmlns:a16="http://schemas.microsoft.com/office/drawing/2014/main" id="{87C50FE8-77D1-C300-A85D-47DEED577D7C}"/>
              </a:ext>
            </a:extLst>
          </p:cNvPr>
          <p:cNvSpPr>
            <a:spLocks noGrp="1"/>
          </p:cNvSpPr>
          <p:nvPr>
            <p:ph type="body" sz="quarter" idx="31"/>
          </p:nvPr>
        </p:nvSpPr>
        <p:spPr/>
        <p:txBody>
          <a:bodyPr/>
          <a:lstStyle/>
          <a:p>
            <a:pPr lvl="0"/>
            <a:r>
              <a:rPr lang="es-ES" noProof="0"/>
              <a:t>Transformación compañía</a:t>
            </a:r>
          </a:p>
        </p:txBody>
      </p:sp>
      <p:sp>
        <p:nvSpPr>
          <p:cNvPr id="29" name="Marcador de texto 28">
            <a:extLst>
              <a:ext uri="{FF2B5EF4-FFF2-40B4-BE49-F238E27FC236}">
                <a16:creationId xmlns:a16="http://schemas.microsoft.com/office/drawing/2014/main" id="{8E3C48DC-5D72-0BF8-BFDB-1341AD1D212E}"/>
              </a:ext>
            </a:extLst>
          </p:cNvPr>
          <p:cNvSpPr>
            <a:spLocks noGrp="1"/>
          </p:cNvSpPr>
          <p:nvPr>
            <p:ph type="body" sz="quarter" idx="32"/>
          </p:nvPr>
        </p:nvSpPr>
        <p:spPr>
          <a:xfrm>
            <a:off x="4178306" y="4942234"/>
            <a:ext cx="3841749" cy="967888"/>
          </a:xfrm>
        </p:spPr>
        <p:txBody>
          <a:bodyPr vert="horz" lIns="91440" tIns="45720" rIns="91440" bIns="45720" rtlCol="0">
            <a:normAutofit/>
          </a:bodyPr>
          <a:lstStyle/>
          <a:p>
            <a:r>
              <a:rPr lang="es-ES" sz="1000"/>
              <a:t>Crecimiento empresarial, Actualizaciones constantes y Flexibilidad tecnológica.</a:t>
            </a:r>
            <a:endParaRPr lang="en-US" sz="1000"/>
          </a:p>
        </p:txBody>
      </p:sp>
      <p:sp>
        <p:nvSpPr>
          <p:cNvPr id="30" name="Marcador de texto 29">
            <a:extLst>
              <a:ext uri="{FF2B5EF4-FFF2-40B4-BE49-F238E27FC236}">
                <a16:creationId xmlns:a16="http://schemas.microsoft.com/office/drawing/2014/main" id="{21C93C56-CB29-AB7F-8DBD-306E426440F6}"/>
              </a:ext>
            </a:extLst>
          </p:cNvPr>
          <p:cNvSpPr>
            <a:spLocks noGrp="1"/>
          </p:cNvSpPr>
          <p:nvPr>
            <p:ph type="body" sz="quarter" idx="33"/>
          </p:nvPr>
        </p:nvSpPr>
        <p:spPr/>
        <p:txBody>
          <a:bodyPr/>
          <a:lstStyle/>
          <a:p>
            <a:pPr lvl="0"/>
            <a:r>
              <a:rPr lang="es-ES"/>
              <a:t>Robustez y escalabilidad del Sistema</a:t>
            </a:r>
            <a:endParaRPr lang="en-US"/>
          </a:p>
        </p:txBody>
      </p:sp>
      <p:sp>
        <p:nvSpPr>
          <p:cNvPr id="31" name="Marcador de texto 30">
            <a:extLst>
              <a:ext uri="{FF2B5EF4-FFF2-40B4-BE49-F238E27FC236}">
                <a16:creationId xmlns:a16="http://schemas.microsoft.com/office/drawing/2014/main" id="{BAA1E716-D90D-8887-D53B-67ABA8CEFF8D}"/>
              </a:ext>
            </a:extLst>
          </p:cNvPr>
          <p:cNvSpPr>
            <a:spLocks noGrp="1"/>
          </p:cNvSpPr>
          <p:nvPr>
            <p:ph type="body" sz="quarter" idx="34"/>
          </p:nvPr>
        </p:nvSpPr>
        <p:spPr>
          <a:xfrm>
            <a:off x="210365" y="4942234"/>
            <a:ext cx="3841749" cy="967888"/>
          </a:xfrm>
        </p:spPr>
        <p:txBody>
          <a:bodyPr vert="horz" lIns="91440" tIns="45720" rIns="91440" bIns="45720" rtlCol="0">
            <a:normAutofit/>
          </a:bodyPr>
          <a:lstStyle/>
          <a:p>
            <a:r>
              <a:rPr lang="es-ES" sz="1000"/>
              <a:t>Centralización en el usuario, Impulso del autoservicio, Simplificación de los procesos, Integración de IA para consultas personalizadas y tareas repetitivas. </a:t>
            </a:r>
            <a:endParaRPr lang="en-US" sz="1000"/>
          </a:p>
        </p:txBody>
      </p:sp>
      <p:sp>
        <p:nvSpPr>
          <p:cNvPr id="32" name="Marcador de texto 31">
            <a:extLst>
              <a:ext uri="{FF2B5EF4-FFF2-40B4-BE49-F238E27FC236}">
                <a16:creationId xmlns:a16="http://schemas.microsoft.com/office/drawing/2014/main" id="{9949EB1F-549F-2C0D-705B-54183E51679D}"/>
              </a:ext>
            </a:extLst>
          </p:cNvPr>
          <p:cNvSpPr>
            <a:spLocks noGrp="1"/>
          </p:cNvSpPr>
          <p:nvPr>
            <p:ph type="body" sz="quarter" idx="35"/>
          </p:nvPr>
        </p:nvSpPr>
        <p:spPr/>
        <p:txBody>
          <a:bodyPr/>
          <a:lstStyle/>
          <a:p>
            <a:pPr lvl="0"/>
            <a:r>
              <a:rPr lang="es-ES"/>
              <a:t>Mejora de UX e IA</a:t>
            </a:r>
            <a:endParaRPr lang="en-US"/>
          </a:p>
        </p:txBody>
      </p:sp>
      <p:sp>
        <p:nvSpPr>
          <p:cNvPr id="33" name="Marcador de texto 32">
            <a:extLst>
              <a:ext uri="{FF2B5EF4-FFF2-40B4-BE49-F238E27FC236}">
                <a16:creationId xmlns:a16="http://schemas.microsoft.com/office/drawing/2014/main" id="{B73C0C0F-2196-372C-81F5-20AF548F2C17}"/>
              </a:ext>
            </a:extLst>
          </p:cNvPr>
          <p:cNvSpPr>
            <a:spLocks noGrp="1"/>
          </p:cNvSpPr>
          <p:nvPr>
            <p:ph type="body" sz="quarter" idx="36"/>
          </p:nvPr>
        </p:nvSpPr>
        <p:spPr>
          <a:xfrm>
            <a:off x="8146249" y="4942234"/>
            <a:ext cx="3841749" cy="967888"/>
          </a:xfrm>
        </p:spPr>
        <p:txBody>
          <a:bodyPr>
            <a:normAutofit/>
          </a:bodyPr>
          <a:lstStyle/>
          <a:p>
            <a:r>
              <a:rPr lang="es-ES" sz="1000" kern="0">
                <a:solidFill>
                  <a:srgbClr val="1A1A1A">
                    <a:alpha val="60000"/>
                  </a:srgbClr>
                </a:solidFill>
                <a:latin typeface="Arial Regular" pitchFamily="34" charset="0"/>
                <a:ea typeface="Arial Regular" pitchFamily="34" charset="-122"/>
                <a:cs typeface="Arial Regular" pitchFamily="34" charset="-120"/>
              </a:rPr>
              <a:t>Sistema seguro y con control de accesos a la información.</a:t>
            </a:r>
            <a:endParaRPr lang="en-US" sz="1000"/>
          </a:p>
        </p:txBody>
      </p:sp>
      <p:sp>
        <p:nvSpPr>
          <p:cNvPr id="34" name="Marcador de texto 33">
            <a:extLst>
              <a:ext uri="{FF2B5EF4-FFF2-40B4-BE49-F238E27FC236}">
                <a16:creationId xmlns:a16="http://schemas.microsoft.com/office/drawing/2014/main" id="{6EFDAD2E-EEAB-C4B0-54BD-08D54EBC31A5}"/>
              </a:ext>
            </a:extLst>
          </p:cNvPr>
          <p:cNvSpPr>
            <a:spLocks noGrp="1"/>
          </p:cNvSpPr>
          <p:nvPr>
            <p:ph type="body" sz="quarter" idx="37"/>
          </p:nvPr>
        </p:nvSpPr>
        <p:spPr/>
        <p:txBody>
          <a:bodyPr/>
          <a:lstStyle/>
          <a:p>
            <a:pPr lvl="0"/>
            <a:r>
              <a:rPr lang="es-ES"/>
              <a:t>Mayor securización de la información</a:t>
            </a:r>
            <a:endParaRPr lang="en-US"/>
          </a:p>
        </p:txBody>
      </p:sp>
      <p:pic>
        <p:nvPicPr>
          <p:cNvPr id="13" name="Gráfico 12" descr="Estadísticas contorno">
            <a:extLst>
              <a:ext uri="{FF2B5EF4-FFF2-40B4-BE49-F238E27FC236}">
                <a16:creationId xmlns:a16="http://schemas.microsoft.com/office/drawing/2014/main" id="{B2C48D90-B282-519E-EE84-7D7D24A8CE5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7620" y="2017812"/>
            <a:ext cx="306000" cy="306000"/>
          </a:xfrm>
          <a:prstGeom prst="rect">
            <a:avLst/>
          </a:prstGeom>
        </p:spPr>
      </p:pic>
      <p:pic>
        <p:nvPicPr>
          <p:cNvPr id="15" name="Gráfico 14" descr="Círculos con líneas contorno">
            <a:extLst>
              <a:ext uri="{FF2B5EF4-FFF2-40B4-BE49-F238E27FC236}">
                <a16:creationId xmlns:a16="http://schemas.microsoft.com/office/drawing/2014/main" id="{B7733AB6-B4C6-51FD-E0A3-3DFB5E8BFA0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4269190" y="2017812"/>
            <a:ext cx="306000" cy="306000"/>
          </a:xfrm>
          <a:prstGeom prst="rect">
            <a:avLst/>
          </a:prstGeom>
        </p:spPr>
      </p:pic>
      <p:pic>
        <p:nvPicPr>
          <p:cNvPr id="19" name="Gráfico 18" descr="Crecimiento empresarial contorno">
            <a:extLst>
              <a:ext uri="{FF2B5EF4-FFF2-40B4-BE49-F238E27FC236}">
                <a16:creationId xmlns:a16="http://schemas.microsoft.com/office/drawing/2014/main" id="{7E4EEE51-9FE0-F461-D49F-1E7B65F2EE3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269190" y="4121667"/>
            <a:ext cx="306000" cy="306000"/>
          </a:xfrm>
          <a:prstGeom prst="rect">
            <a:avLst/>
          </a:prstGeom>
        </p:spPr>
      </p:pic>
      <p:pic>
        <p:nvPicPr>
          <p:cNvPr id="21" name="Gráfico 20" descr="Marca de escudo contorno">
            <a:extLst>
              <a:ext uri="{FF2B5EF4-FFF2-40B4-BE49-F238E27FC236}">
                <a16:creationId xmlns:a16="http://schemas.microsoft.com/office/drawing/2014/main" id="{9D43CC88-3AE3-A342-F1CD-778A1D98D80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220760" y="4121667"/>
            <a:ext cx="306000" cy="306000"/>
          </a:xfrm>
          <a:prstGeom prst="rect">
            <a:avLst/>
          </a:prstGeom>
        </p:spPr>
      </p:pic>
      <p:pic>
        <p:nvPicPr>
          <p:cNvPr id="5" name="Gráfico 4" descr="Inteligencia artificial con relleno sólido">
            <a:extLst>
              <a:ext uri="{FF2B5EF4-FFF2-40B4-BE49-F238E27FC236}">
                <a16:creationId xmlns:a16="http://schemas.microsoft.com/office/drawing/2014/main" id="{91AFBF38-DA52-89B7-2928-F76249EEBCA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193687" y="2017812"/>
            <a:ext cx="315848" cy="315848"/>
          </a:xfrm>
          <a:prstGeom prst="rect">
            <a:avLst/>
          </a:prstGeom>
        </p:spPr>
      </p:pic>
      <p:pic>
        <p:nvPicPr>
          <p:cNvPr id="11" name="Gráfico 10" descr="Procesador contorno">
            <a:extLst>
              <a:ext uri="{FF2B5EF4-FFF2-40B4-BE49-F238E27FC236}">
                <a16:creationId xmlns:a16="http://schemas.microsoft.com/office/drawing/2014/main" id="{F845A84C-DB5B-865D-57D2-836418BE3218}"/>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56081" y="4111819"/>
            <a:ext cx="315848" cy="315848"/>
          </a:xfrm>
          <a:prstGeom prst="rect">
            <a:avLst/>
          </a:prstGeom>
        </p:spPr>
      </p:pic>
      <p:sp>
        <p:nvSpPr>
          <p:cNvPr id="47" name="Marcador de texto 4">
            <a:extLst>
              <a:ext uri="{FF2B5EF4-FFF2-40B4-BE49-F238E27FC236}">
                <a16:creationId xmlns:a16="http://schemas.microsoft.com/office/drawing/2014/main" id="{C99BA59E-58AB-3E14-A078-12D04F08E6C4}"/>
              </a:ext>
            </a:extLst>
          </p:cNvPr>
          <p:cNvSpPr txBox="1">
            <a:spLocks/>
          </p:cNvSpPr>
          <p:nvPr/>
        </p:nvSpPr>
        <p:spPr>
          <a:xfrm>
            <a:off x="84080" y="6251344"/>
            <a:ext cx="5494417" cy="313210"/>
          </a:xfrm>
          <a:prstGeom prst="rect">
            <a:avLst/>
          </a:prstGeom>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00" kern="1200" spc="0">
                <a:solidFill>
                  <a:schemeClr val="tx1">
                    <a:alpha val="30000"/>
                  </a:schemeClr>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pc="-67"/>
              <a:t>Conclusiones Defensas RFI Proyecto HCM</a:t>
            </a:r>
          </a:p>
        </p:txBody>
      </p:sp>
    </p:spTree>
    <p:extLst>
      <p:ext uri="{BB962C8B-B14F-4D97-AF65-F5344CB8AC3E}">
        <p14:creationId xmlns:p14="http://schemas.microsoft.com/office/powerpoint/2010/main" val="31963162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C6379-3AE8-A94D-C415-562CF9FA14CC}"/>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B2726960-185F-95D2-DEB6-9383B8EFA364}"/>
              </a:ext>
            </a:extLst>
          </p:cNvPr>
          <p:cNvSpPr>
            <a:spLocks noGrp="1"/>
          </p:cNvSpPr>
          <p:nvPr>
            <p:ph type="body" sz="quarter" idx="10"/>
          </p:nvPr>
        </p:nvSpPr>
        <p:spPr>
          <a:xfrm>
            <a:off x="84080" y="184382"/>
            <a:ext cx="12107920" cy="806971"/>
          </a:xfrm>
        </p:spPr>
        <p:txBody>
          <a:bodyPr>
            <a:normAutofit/>
          </a:bodyPr>
          <a:lstStyle/>
          <a:p>
            <a:pPr algn="just">
              <a:spcBef>
                <a:spcPts val="200"/>
              </a:spcBef>
              <a:spcAft>
                <a:spcPts val="600"/>
              </a:spcAft>
            </a:pPr>
            <a:r>
              <a:rPr lang="es-ES" sz="4000" b="0" i="0" dirty="0">
                <a:solidFill>
                  <a:srgbClr val="000000"/>
                </a:solidFill>
                <a:effectLst/>
                <a:latin typeface="Segoe UI" panose="020B0502040204020203" pitchFamily="34" charset="0"/>
              </a:rPr>
              <a:t>Informe comparativo – Análisis de propuestas RFP/I</a:t>
            </a:r>
          </a:p>
        </p:txBody>
      </p:sp>
      <p:sp>
        <p:nvSpPr>
          <p:cNvPr id="5" name="Marcador de texto 4">
            <a:extLst>
              <a:ext uri="{FF2B5EF4-FFF2-40B4-BE49-F238E27FC236}">
                <a16:creationId xmlns:a16="http://schemas.microsoft.com/office/drawing/2014/main" id="{68A0FE87-ACAE-456F-87CD-A5BAA4ECD81D}"/>
              </a:ext>
            </a:extLst>
          </p:cNvPr>
          <p:cNvSpPr>
            <a:spLocks noGrp="1"/>
          </p:cNvSpPr>
          <p:nvPr>
            <p:ph type="body" sz="quarter" idx="13"/>
          </p:nvPr>
        </p:nvSpPr>
        <p:spPr/>
        <p:txBody>
          <a:bodyPr/>
          <a:lstStyle/>
          <a:p>
            <a:r>
              <a:rPr lang="es-ES" spc="-67"/>
              <a:t>Conclusiones Defensas RFI Proyecto HCM</a:t>
            </a:r>
          </a:p>
        </p:txBody>
      </p:sp>
      <p:sp>
        <p:nvSpPr>
          <p:cNvPr id="19" name="CuadroTexto 18">
            <a:extLst>
              <a:ext uri="{FF2B5EF4-FFF2-40B4-BE49-F238E27FC236}">
                <a16:creationId xmlns:a16="http://schemas.microsoft.com/office/drawing/2014/main" id="{6AFDA5D2-C9AB-93A5-73D0-9582B9A3BC80}"/>
              </a:ext>
            </a:extLst>
          </p:cNvPr>
          <p:cNvSpPr txBox="1"/>
          <p:nvPr/>
        </p:nvSpPr>
        <p:spPr>
          <a:xfrm>
            <a:off x="173171" y="1639389"/>
            <a:ext cx="11228465" cy="1815882"/>
          </a:xfrm>
          <a:prstGeom prst="rect">
            <a:avLst/>
          </a:prstGeom>
          <a:noFill/>
        </p:spPr>
        <p:txBody>
          <a:bodyPr wrap="square" lIns="91440" tIns="45720" rIns="91440" bIns="45720" rtlCol="0" anchor="t">
            <a:spAutoFit/>
          </a:bodyPr>
          <a:lstStyle/>
          <a:p>
            <a:pPr algn="just">
              <a:spcBef>
                <a:spcPts val="200"/>
              </a:spcBef>
              <a:spcAft>
                <a:spcPts val="600"/>
              </a:spcAft>
            </a:pPr>
            <a:r>
              <a:rPr lang="es-ES" sz="1600" b="0" i="0" dirty="0">
                <a:solidFill>
                  <a:srgbClr val="000000"/>
                </a:solidFill>
                <a:effectLst/>
                <a:latin typeface="Segoe UI" panose="020B0502040204020203" pitchFamily="34" charset="0"/>
              </a:rPr>
              <a:t>El análisis comparativo de las propuestas recibidas para la migración de PeopleSoft a una solución HCM Cloud evidencia que la alternativa presentada por KPMG &amp; Motiva (Oracle HCM Cloud) destaca por ofrecer el equilibrio más sólido entre coste, amplitud funcional y capacidad para transferir conocimiento al equipo interno. Se valora especialmente su enfoque integral y la alineación con los objetivos estratégicos del proyecto. No obstante, se identifican como principales riesgos la falta de detalle en la desagregación de algunos costes y la dependencia significativa de recursos internos para la ejecución de determinadas integraciones. Estos aspectos deberán ser gestionados cuidadosamente para asegurar una implantación exitosa y mitigar posibles desviaciones en el alcance o presupuesto.</a:t>
            </a:r>
            <a:endParaRPr lang="es-ES" sz="1600" kern="0" dirty="0">
              <a:solidFill>
                <a:srgbClr val="1A1A1A">
                  <a:alpha val="60000"/>
                </a:srgbClr>
              </a:solidFill>
              <a:latin typeface="Arial Regular" pitchFamily="34" charset="0"/>
              <a:ea typeface="Arial Regular" pitchFamily="34" charset="-122"/>
            </a:endParaRPr>
          </a:p>
        </p:txBody>
      </p:sp>
      <p:sp>
        <p:nvSpPr>
          <p:cNvPr id="4" name="CuadroTexto 3">
            <a:extLst>
              <a:ext uri="{FF2B5EF4-FFF2-40B4-BE49-F238E27FC236}">
                <a16:creationId xmlns:a16="http://schemas.microsoft.com/office/drawing/2014/main" id="{9F042C7C-094D-24DF-EC16-14AE8234C219}"/>
              </a:ext>
            </a:extLst>
          </p:cNvPr>
          <p:cNvSpPr txBox="1"/>
          <p:nvPr/>
        </p:nvSpPr>
        <p:spPr>
          <a:xfrm>
            <a:off x="173171" y="1130705"/>
            <a:ext cx="6164494" cy="369332"/>
          </a:xfrm>
          <a:prstGeom prst="rect">
            <a:avLst/>
          </a:prstGeom>
          <a:noFill/>
        </p:spPr>
        <p:txBody>
          <a:bodyPr wrap="square">
            <a:spAutoFit/>
          </a:bodyPr>
          <a:lstStyle/>
          <a:p>
            <a:pPr marL="171450" indent="-228600" algn="just">
              <a:spcAft>
                <a:spcPts val="600"/>
              </a:spcAft>
              <a:buNone/>
            </a:pPr>
            <a:r>
              <a:rPr lang="es-ES" sz="1800" b="1" u="sng" kern="100" dirty="0">
                <a:solidFill>
                  <a:srgbClr val="C00000"/>
                </a:solidFill>
                <a:effectLst/>
                <a:latin typeface="Aptos" panose="020B0004020202020204" pitchFamily="34" charset="0"/>
                <a:ea typeface="Times New Roman" panose="02020603050405020304" pitchFamily="18" charset="0"/>
                <a:cs typeface="Times New Roman" panose="02020603050405020304" pitchFamily="18" charset="0"/>
              </a:rPr>
              <a:t>Resumen ejecutivo</a:t>
            </a:r>
          </a:p>
        </p:txBody>
      </p:sp>
    </p:spTree>
    <p:extLst>
      <p:ext uri="{BB962C8B-B14F-4D97-AF65-F5344CB8AC3E}">
        <p14:creationId xmlns:p14="http://schemas.microsoft.com/office/powerpoint/2010/main" val="2549225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AFA81-1921-48A4-3405-E2067ECF26A6}"/>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D0DEB301-5336-D286-A589-E4B2AD8D8B09}"/>
              </a:ext>
            </a:extLst>
          </p:cNvPr>
          <p:cNvSpPr>
            <a:spLocks noGrp="1"/>
          </p:cNvSpPr>
          <p:nvPr>
            <p:ph type="body" sz="quarter" idx="10"/>
          </p:nvPr>
        </p:nvSpPr>
        <p:spPr/>
        <p:txBody>
          <a:bodyPr/>
          <a:lstStyle/>
          <a:p>
            <a:pPr>
              <a:lnSpc>
                <a:spcPts val="4798"/>
              </a:lnSpc>
            </a:pPr>
            <a:r>
              <a:rPr lang="es-ES_tradnl" kern="0" spc="-100" noProof="0" dirty="0">
                <a:latin typeface="Arial Regular" pitchFamily="34" charset="0"/>
                <a:ea typeface="Arial Regular" pitchFamily="34" charset="-122"/>
                <a:cs typeface="Arial Regular" pitchFamily="34" charset="-120"/>
              </a:rPr>
              <a:t>Defensas por </a:t>
            </a:r>
            <a:r>
              <a:rPr lang="es-ES_tradnl" kern="0" spc="-100" dirty="0">
                <a:latin typeface="Arial Regular" pitchFamily="34" charset="0"/>
                <a:ea typeface="Arial Regular" pitchFamily="34" charset="-122"/>
                <a:cs typeface="Arial Regular" pitchFamily="34" charset="-120"/>
              </a:rPr>
              <a:t>producto</a:t>
            </a:r>
            <a:endParaRPr lang="es-ES_tradnl" spc="-100" noProof="0" dirty="0"/>
          </a:p>
        </p:txBody>
      </p:sp>
      <p:sp>
        <p:nvSpPr>
          <p:cNvPr id="5" name="Marcador de texto 4">
            <a:extLst>
              <a:ext uri="{FF2B5EF4-FFF2-40B4-BE49-F238E27FC236}">
                <a16:creationId xmlns:a16="http://schemas.microsoft.com/office/drawing/2014/main" id="{225A80F6-C9DB-F408-D281-72296657AAED}"/>
              </a:ext>
            </a:extLst>
          </p:cNvPr>
          <p:cNvSpPr>
            <a:spLocks noGrp="1"/>
          </p:cNvSpPr>
          <p:nvPr>
            <p:ph type="body" sz="quarter" idx="13"/>
          </p:nvPr>
        </p:nvSpPr>
        <p:spPr/>
        <p:txBody>
          <a:bodyPr/>
          <a:lstStyle/>
          <a:p>
            <a:r>
              <a:rPr lang="es-ES" spc="-67"/>
              <a:t>Conclusiones Defensas RFI Proyecto HCM</a:t>
            </a:r>
          </a:p>
        </p:txBody>
      </p:sp>
      <p:sp>
        <p:nvSpPr>
          <p:cNvPr id="7" name="Rectángulo 6">
            <a:extLst>
              <a:ext uri="{FF2B5EF4-FFF2-40B4-BE49-F238E27FC236}">
                <a16:creationId xmlns:a16="http://schemas.microsoft.com/office/drawing/2014/main" id="{2C33E94E-2952-773B-23C0-6846FAB4B61C}"/>
              </a:ext>
            </a:extLst>
          </p:cNvPr>
          <p:cNvSpPr/>
          <p:nvPr/>
        </p:nvSpPr>
        <p:spPr>
          <a:xfrm>
            <a:off x="235131" y="1574830"/>
            <a:ext cx="11721737" cy="438804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Marcador de texto 15">
            <a:extLst>
              <a:ext uri="{FF2B5EF4-FFF2-40B4-BE49-F238E27FC236}">
                <a16:creationId xmlns:a16="http://schemas.microsoft.com/office/drawing/2014/main" id="{D52700D8-F536-3926-644D-D62A630EE6F1}"/>
              </a:ext>
            </a:extLst>
          </p:cNvPr>
          <p:cNvSpPr txBox="1">
            <a:spLocks/>
          </p:cNvSpPr>
          <p:nvPr/>
        </p:nvSpPr>
        <p:spPr>
          <a:xfrm>
            <a:off x="307805" y="2044919"/>
            <a:ext cx="3755888" cy="3158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800" b="1" kern="0" dirty="0">
                <a:solidFill>
                  <a:srgbClr val="1A1A1A"/>
                </a:solidFill>
                <a:latin typeface="Arial Regular" pitchFamily="34" charset="0"/>
                <a:ea typeface="Arial Regular" pitchFamily="34" charset="-122"/>
              </a:rPr>
              <a:t>Conclusiones</a:t>
            </a:r>
            <a:r>
              <a:rPr lang="es-ES" sz="1200" b="1" kern="0" dirty="0">
                <a:solidFill>
                  <a:srgbClr val="1A1A1A"/>
                </a:solidFill>
                <a:latin typeface="Arial Regular" pitchFamily="34" charset="0"/>
                <a:ea typeface="Arial Regular" pitchFamily="34" charset="-122"/>
              </a:rPr>
              <a:t> </a:t>
            </a:r>
            <a:endParaRPr lang="es-ES" sz="1466" b="1" kern="0" dirty="0">
              <a:solidFill>
                <a:srgbClr val="1A1A1A"/>
              </a:solidFill>
              <a:latin typeface="Arial Regular" pitchFamily="34" charset="0"/>
              <a:ea typeface="Arial Regular" pitchFamily="34" charset="-122"/>
            </a:endParaRPr>
          </a:p>
        </p:txBody>
      </p:sp>
      <p:pic>
        <p:nvPicPr>
          <p:cNvPr id="18" name="ahorro">
            <a:extLst>
              <a:ext uri="{FF2B5EF4-FFF2-40B4-BE49-F238E27FC236}">
                <a16:creationId xmlns:a16="http://schemas.microsoft.com/office/drawing/2014/main" id="{69BB4573-82CD-24E8-1F5D-2A60C54A087B}"/>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491931" y="1658356"/>
            <a:ext cx="304706" cy="304706"/>
          </a:xfrm>
          <a:prstGeom prst="rect">
            <a:avLst/>
          </a:prstGeom>
        </p:spPr>
      </p:pic>
      <p:sp>
        <p:nvSpPr>
          <p:cNvPr id="19" name="CuadroTexto 18">
            <a:extLst>
              <a:ext uri="{FF2B5EF4-FFF2-40B4-BE49-F238E27FC236}">
                <a16:creationId xmlns:a16="http://schemas.microsoft.com/office/drawing/2014/main" id="{3C23439E-2C69-D96B-8248-F127C2545394}"/>
              </a:ext>
            </a:extLst>
          </p:cNvPr>
          <p:cNvSpPr txBox="1"/>
          <p:nvPr/>
        </p:nvSpPr>
        <p:spPr>
          <a:xfrm>
            <a:off x="412550" y="2475548"/>
            <a:ext cx="11404312" cy="2908489"/>
          </a:xfrm>
          <a:prstGeom prst="rect">
            <a:avLst/>
          </a:prstGeom>
          <a:noFill/>
        </p:spPr>
        <p:txBody>
          <a:bodyPr wrap="square" rtlCol="0">
            <a:spAutoFit/>
          </a:bodyPr>
          <a:lstStyle/>
          <a:p>
            <a:pPr algn="just">
              <a:spcBef>
                <a:spcPts val="600"/>
              </a:spcBef>
              <a:spcAft>
                <a:spcPts val="600"/>
              </a:spcAft>
            </a:pPr>
            <a:r>
              <a:rPr lang="es-ES" sz="1300" b="0" i="0" dirty="0">
                <a:solidFill>
                  <a:srgbClr val="000000"/>
                </a:solidFill>
                <a:effectLst/>
                <a:latin typeface="Segoe UI" panose="020B0502040204020203" pitchFamily="34" charset="0"/>
              </a:rPr>
              <a:t>    La propuesta de </a:t>
            </a:r>
            <a:r>
              <a:rPr lang="es-ES" sz="1300" b="0" i="0" dirty="0">
                <a:solidFill>
                  <a:srgbClr val="C00000"/>
                </a:solidFill>
                <a:effectLst/>
                <a:latin typeface="Segoe UI" panose="020B0502040204020203" pitchFamily="34" charset="0"/>
              </a:rPr>
              <a:t>Oracle Cloud HCM </a:t>
            </a:r>
            <a:r>
              <a:rPr lang="es-ES" sz="1300" b="0" i="0" dirty="0">
                <a:solidFill>
                  <a:srgbClr val="000000"/>
                </a:solidFill>
                <a:effectLst/>
                <a:latin typeface="Segoe UI" panose="020B0502040204020203" pitchFamily="34" charset="0"/>
              </a:rPr>
              <a:t>se presenta como una </a:t>
            </a:r>
            <a:r>
              <a:rPr lang="es-ES" sz="1300" b="0" i="0" dirty="0">
                <a:solidFill>
                  <a:srgbClr val="C00000"/>
                </a:solidFill>
                <a:effectLst/>
                <a:latin typeface="Segoe UI" panose="020B0502040204020203" pitchFamily="34" charset="0"/>
              </a:rPr>
              <a:t>evolución natural de nuestra solución actual </a:t>
            </a:r>
            <a:r>
              <a:rPr lang="es-ES" sz="1300" b="0" i="0" dirty="0">
                <a:solidFill>
                  <a:srgbClr val="000000"/>
                </a:solidFill>
                <a:effectLst/>
                <a:latin typeface="Segoe UI" panose="020B0502040204020203" pitchFamily="34" charset="0"/>
              </a:rPr>
              <a:t>(PeopleSoft), lo que permite una transición progresiva, sin disrupciones, y con una menor curva de adaptación para los equipos de RRHH.</a:t>
            </a:r>
          </a:p>
          <a:p>
            <a:pPr algn="just">
              <a:spcBef>
                <a:spcPts val="600"/>
              </a:spcBef>
              <a:spcAft>
                <a:spcPts val="600"/>
              </a:spcAft>
            </a:pPr>
            <a:r>
              <a:rPr lang="es-ES" sz="1300" b="0" i="0" dirty="0">
                <a:solidFill>
                  <a:srgbClr val="000000"/>
                </a:solidFill>
                <a:effectLst/>
                <a:latin typeface="Segoe UI" panose="020B0502040204020203" pitchFamily="34" charset="0"/>
              </a:rPr>
              <a:t>Su </a:t>
            </a:r>
            <a:r>
              <a:rPr lang="es-ES" sz="1300" b="0" i="0" dirty="0">
                <a:solidFill>
                  <a:srgbClr val="C00000"/>
                </a:solidFill>
                <a:effectLst/>
                <a:latin typeface="Segoe UI" panose="020B0502040204020203" pitchFamily="34" charset="0"/>
              </a:rPr>
              <a:t>cobertura funcional es completa y madura</a:t>
            </a:r>
            <a:r>
              <a:rPr lang="es-ES" sz="1300" b="0" i="0" dirty="0">
                <a:solidFill>
                  <a:srgbClr val="000000"/>
                </a:solidFill>
                <a:effectLst/>
                <a:latin typeface="Segoe UI" panose="020B0502040204020203" pitchFamily="34" charset="0"/>
              </a:rPr>
              <a:t>, permite una implantación gradual, activando solo los módulos necesarios en cada fase, y manteniendo PeopleSoft como sistema de apoyo durante el proceso de cambio. Esta estrategia no solo reduce el esfuerzo inicial, sino que también permite ajustar la inversión de forma controlada gracias a un modelo de licenciamiento flexible y por módulo.</a:t>
            </a:r>
          </a:p>
          <a:p>
            <a:pPr algn="just">
              <a:spcBef>
                <a:spcPts val="600"/>
              </a:spcBef>
              <a:spcAft>
                <a:spcPts val="600"/>
              </a:spcAft>
            </a:pPr>
            <a:r>
              <a:rPr lang="es-ES" sz="1300" dirty="0">
                <a:solidFill>
                  <a:srgbClr val="000000"/>
                </a:solidFill>
                <a:latin typeface="Segoe UI" panose="020B0502040204020203" pitchFamily="34" charset="0"/>
              </a:rPr>
              <a:t>    O</a:t>
            </a:r>
            <a:r>
              <a:rPr lang="es-ES" sz="1300" b="0" i="0" dirty="0">
                <a:solidFill>
                  <a:srgbClr val="000000"/>
                </a:solidFill>
                <a:effectLst/>
                <a:latin typeface="Segoe UI" panose="020B0502040204020203" pitchFamily="34" charset="0"/>
              </a:rPr>
              <a:t>racle pone a disposición </a:t>
            </a:r>
            <a:r>
              <a:rPr lang="es-ES" sz="1300" b="0" i="0" dirty="0">
                <a:solidFill>
                  <a:srgbClr val="C00000"/>
                </a:solidFill>
                <a:effectLst/>
                <a:latin typeface="Segoe UI" panose="020B0502040204020203" pitchFamily="34" charset="0"/>
              </a:rPr>
              <a:t>herramientas propias de migración que aceleran la implantación</a:t>
            </a:r>
            <a:r>
              <a:rPr lang="es-ES" sz="1300" b="0" i="0" dirty="0">
                <a:solidFill>
                  <a:srgbClr val="000000"/>
                </a:solidFill>
                <a:effectLst/>
                <a:latin typeface="Segoe UI" panose="020B0502040204020203" pitchFamily="34" charset="0"/>
              </a:rPr>
              <a:t>, minimizan riesgos técnicos </a:t>
            </a:r>
            <a:r>
              <a:rPr lang="es-ES" sz="1300" b="0" i="0" dirty="0">
                <a:solidFill>
                  <a:srgbClr val="C00000"/>
                </a:solidFill>
                <a:effectLst/>
                <a:latin typeface="Segoe UI" panose="020B0502040204020203" pitchFamily="34" charset="0"/>
              </a:rPr>
              <a:t>y facilitan el traslado de datos históricos.</a:t>
            </a:r>
          </a:p>
          <a:p>
            <a:pPr algn="just">
              <a:spcBef>
                <a:spcPts val="600"/>
              </a:spcBef>
              <a:spcAft>
                <a:spcPts val="600"/>
              </a:spcAft>
            </a:pPr>
            <a:r>
              <a:rPr lang="es-ES" sz="1300" b="0" i="0" dirty="0">
                <a:solidFill>
                  <a:srgbClr val="C00000"/>
                </a:solidFill>
                <a:effectLst/>
                <a:latin typeface="Segoe UI" panose="020B0502040204020203" pitchFamily="34" charset="0"/>
              </a:rPr>
              <a:t>     La interfaz está al nivel de los mejores productos del mercado</a:t>
            </a:r>
            <a:r>
              <a:rPr lang="es-ES" sz="1300" b="0" i="0" dirty="0">
                <a:solidFill>
                  <a:srgbClr val="000000"/>
                </a:solidFill>
                <a:effectLst/>
                <a:latin typeface="Segoe UI" panose="020B0502040204020203" pitchFamily="34" charset="0"/>
              </a:rPr>
              <a:t>, combinando accesibilidad y diseño funcional, con foco en productividad y consistencia. Así lo avala su posicionamiento</a:t>
            </a:r>
            <a:r>
              <a:rPr lang="es-ES" sz="1300" b="0" i="0" dirty="0">
                <a:solidFill>
                  <a:srgbClr val="C00000"/>
                </a:solidFill>
                <a:effectLst/>
                <a:latin typeface="Segoe UI" panose="020B0502040204020203" pitchFamily="34" charset="0"/>
              </a:rPr>
              <a:t>: líder en el Cuadrante Mágico de Gartner durante nueve años consecutivos en soluciones HCM</a:t>
            </a:r>
            <a:r>
              <a:rPr lang="es-ES" sz="1300" b="0" i="0" dirty="0">
                <a:solidFill>
                  <a:srgbClr val="000000"/>
                </a:solidFill>
                <a:effectLst/>
                <a:latin typeface="Segoe UI" panose="020B0502040204020203" pitchFamily="34" charset="0"/>
              </a:rPr>
              <a:t>.</a:t>
            </a:r>
          </a:p>
          <a:p>
            <a:pPr algn="just">
              <a:spcBef>
                <a:spcPts val="600"/>
              </a:spcBef>
              <a:spcAft>
                <a:spcPts val="600"/>
              </a:spcAft>
            </a:pPr>
            <a:r>
              <a:rPr lang="es-ES" sz="1300" b="0" i="0" dirty="0">
                <a:solidFill>
                  <a:srgbClr val="000000"/>
                </a:solidFill>
                <a:effectLst/>
                <a:latin typeface="Segoe UI" panose="020B0502040204020203" pitchFamily="34" charset="0"/>
              </a:rPr>
              <a:t>     Para sacar todo su potencial, será clave acompañar el proyecto con un plan sólido de gestión del cambio que ayude a adoptar nuevas prácticas y evite replicar estructuras heredadas.</a:t>
            </a:r>
            <a:endParaRPr lang="es-ES" sz="1300" kern="0" dirty="0">
              <a:solidFill>
                <a:srgbClr val="1A1A1A">
                  <a:alpha val="60000"/>
                </a:srgbClr>
              </a:solidFill>
              <a:latin typeface="Arial Regular" pitchFamily="34" charset="0"/>
              <a:ea typeface="Arial Regular" pitchFamily="34" charset="-122"/>
            </a:endParaRPr>
          </a:p>
        </p:txBody>
      </p:sp>
      <p:pic>
        <p:nvPicPr>
          <p:cNvPr id="26" name="Picture 4" descr="Comprar acciones de Oracle este 2024: Lo que necesitas saber - The Investor  U">
            <a:extLst>
              <a:ext uri="{FF2B5EF4-FFF2-40B4-BE49-F238E27FC236}">
                <a16:creationId xmlns:a16="http://schemas.microsoft.com/office/drawing/2014/main" id="{5CD5FDC9-1447-F226-5B05-696F7578EB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5131" y="894567"/>
            <a:ext cx="1464964" cy="8240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22543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D96AE-92D1-C6A4-D351-34F77124F950}"/>
            </a:ext>
          </a:extLst>
        </p:cNvPr>
        <p:cNvGrpSpPr/>
        <p:nvPr/>
      </p:nvGrpSpPr>
      <p:grpSpPr>
        <a:xfrm>
          <a:off x="0" y="0"/>
          <a:ext cx="0" cy="0"/>
          <a:chOff x="0" y="0"/>
          <a:chExt cx="0" cy="0"/>
        </a:xfrm>
      </p:grpSpPr>
      <p:sp>
        <p:nvSpPr>
          <p:cNvPr id="12" name="Rectángulo 11">
            <a:extLst>
              <a:ext uri="{FF2B5EF4-FFF2-40B4-BE49-F238E27FC236}">
                <a16:creationId xmlns:a16="http://schemas.microsoft.com/office/drawing/2014/main" id="{6A25B229-BAE9-6D78-C204-A32A2E523465}"/>
              </a:ext>
            </a:extLst>
          </p:cNvPr>
          <p:cNvSpPr/>
          <p:nvPr/>
        </p:nvSpPr>
        <p:spPr>
          <a:xfrm>
            <a:off x="8256503" y="1571625"/>
            <a:ext cx="3211598" cy="23300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6">
            <a:extLst>
              <a:ext uri="{FF2B5EF4-FFF2-40B4-BE49-F238E27FC236}">
                <a16:creationId xmlns:a16="http://schemas.microsoft.com/office/drawing/2014/main" id="{1C7EDF4F-EB5B-51F1-95E4-53901B285CCB}"/>
              </a:ext>
            </a:extLst>
          </p:cNvPr>
          <p:cNvSpPr/>
          <p:nvPr/>
        </p:nvSpPr>
        <p:spPr>
          <a:xfrm>
            <a:off x="4363472" y="1557372"/>
            <a:ext cx="3480477" cy="2344336"/>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Rectángulo 10">
            <a:extLst>
              <a:ext uri="{FF2B5EF4-FFF2-40B4-BE49-F238E27FC236}">
                <a16:creationId xmlns:a16="http://schemas.microsoft.com/office/drawing/2014/main" id="{D796159F-7D97-132C-4134-41B0874810F1}"/>
              </a:ext>
            </a:extLst>
          </p:cNvPr>
          <p:cNvSpPr/>
          <p:nvPr/>
        </p:nvSpPr>
        <p:spPr>
          <a:xfrm>
            <a:off x="310472" y="1542256"/>
            <a:ext cx="3480477" cy="2359452"/>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Marcador de texto 1">
            <a:extLst>
              <a:ext uri="{FF2B5EF4-FFF2-40B4-BE49-F238E27FC236}">
                <a16:creationId xmlns:a16="http://schemas.microsoft.com/office/drawing/2014/main" id="{B1B28AAF-9D60-E7C5-7E30-6217BB0F09F3}"/>
              </a:ext>
            </a:extLst>
          </p:cNvPr>
          <p:cNvSpPr>
            <a:spLocks noGrp="1"/>
          </p:cNvSpPr>
          <p:nvPr>
            <p:ph type="body" sz="quarter" idx="10"/>
          </p:nvPr>
        </p:nvSpPr>
        <p:spPr>
          <a:xfrm>
            <a:off x="84080" y="184382"/>
            <a:ext cx="11946958" cy="806971"/>
          </a:xfrm>
        </p:spPr>
        <p:txBody>
          <a:bodyPr>
            <a:normAutofit/>
          </a:bodyPr>
          <a:lstStyle/>
          <a:p>
            <a:pPr>
              <a:lnSpc>
                <a:spcPts val="4798"/>
              </a:lnSpc>
            </a:pPr>
            <a:r>
              <a:rPr lang="es-ES" sz="3600" kern="0" spc="-100" noProof="0">
                <a:latin typeface="Arial Regular" pitchFamily="34" charset="0"/>
                <a:ea typeface="Arial Regular" pitchFamily="34" charset="-122"/>
                <a:cs typeface="Arial Regular" pitchFamily="34" charset="-120"/>
              </a:rPr>
              <a:t>Comparación Cobertura Funcionalidades y costes</a:t>
            </a:r>
            <a:endParaRPr lang="es-ES" sz="3600" spc="-100" noProof="0"/>
          </a:p>
        </p:txBody>
      </p:sp>
      <p:sp>
        <p:nvSpPr>
          <p:cNvPr id="3" name="Marcador de texto 2">
            <a:extLst>
              <a:ext uri="{FF2B5EF4-FFF2-40B4-BE49-F238E27FC236}">
                <a16:creationId xmlns:a16="http://schemas.microsoft.com/office/drawing/2014/main" id="{DA0CB804-6E66-36B5-3C0E-F969316003BC}"/>
              </a:ext>
            </a:extLst>
          </p:cNvPr>
          <p:cNvSpPr>
            <a:spLocks noGrp="1"/>
          </p:cNvSpPr>
          <p:nvPr>
            <p:ph type="body" sz="quarter" idx="12"/>
          </p:nvPr>
        </p:nvSpPr>
        <p:spPr>
          <a:xfrm>
            <a:off x="84080" y="1092768"/>
            <a:ext cx="5236857" cy="381204"/>
          </a:xfrm>
        </p:spPr>
        <p:txBody>
          <a:bodyPr>
            <a:normAutofit fontScale="92500"/>
          </a:bodyPr>
          <a:lstStyle/>
          <a:p>
            <a:pPr>
              <a:lnSpc>
                <a:spcPts val="1942"/>
              </a:lnSpc>
            </a:pPr>
            <a:r>
              <a:rPr lang="es-ES_tradnl" sz="1599" kern="0" noProof="0">
                <a:latin typeface="Arial Regular" pitchFamily="34" charset="0"/>
                <a:ea typeface="Arial Regular" pitchFamily="34" charset="-122"/>
                <a:cs typeface="Arial Regular" pitchFamily="34" charset="-120"/>
              </a:rPr>
              <a:t>Porcentaje Real de Complimiento con módulos valorables</a:t>
            </a:r>
            <a:endParaRPr lang="es-ES_tradnl" sz="1599" noProof="0"/>
          </a:p>
        </p:txBody>
      </p:sp>
      <p:sp>
        <p:nvSpPr>
          <p:cNvPr id="5" name="Marcador de texto 4">
            <a:extLst>
              <a:ext uri="{FF2B5EF4-FFF2-40B4-BE49-F238E27FC236}">
                <a16:creationId xmlns:a16="http://schemas.microsoft.com/office/drawing/2014/main" id="{C43BDC72-63B8-AD04-92EA-FF8243751D64}"/>
              </a:ext>
            </a:extLst>
          </p:cNvPr>
          <p:cNvSpPr>
            <a:spLocks noGrp="1"/>
          </p:cNvSpPr>
          <p:nvPr>
            <p:ph type="body" sz="quarter" idx="13"/>
          </p:nvPr>
        </p:nvSpPr>
        <p:spPr/>
        <p:txBody>
          <a:bodyPr/>
          <a:lstStyle/>
          <a:p>
            <a:r>
              <a:rPr lang="es-ES" spc="-67"/>
              <a:t>Conclusiones Defensas RFI Proyecto HCM</a:t>
            </a:r>
          </a:p>
        </p:txBody>
      </p:sp>
      <p:graphicFrame>
        <p:nvGraphicFramePr>
          <p:cNvPr id="8" name="Gráfico 7">
            <a:extLst>
              <a:ext uri="{FF2B5EF4-FFF2-40B4-BE49-F238E27FC236}">
                <a16:creationId xmlns:a16="http://schemas.microsoft.com/office/drawing/2014/main" id="{9DBC81A8-565D-BD36-CE7E-26147724465D}"/>
              </a:ext>
            </a:extLst>
          </p:cNvPr>
          <p:cNvGraphicFramePr>
            <a:graphicFrameLocks/>
          </p:cNvGraphicFramePr>
          <p:nvPr>
            <p:extLst>
              <p:ext uri="{D42A27DB-BD31-4B8C-83A1-F6EECF244321}">
                <p14:modId xmlns:p14="http://schemas.microsoft.com/office/powerpoint/2010/main" val="3247650391"/>
              </p:ext>
            </p:extLst>
          </p:nvPr>
        </p:nvGraphicFramePr>
        <p:xfrm>
          <a:off x="276225" y="1436617"/>
          <a:ext cx="3674694" cy="255718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Gráfico 8">
            <a:extLst>
              <a:ext uri="{FF2B5EF4-FFF2-40B4-BE49-F238E27FC236}">
                <a16:creationId xmlns:a16="http://schemas.microsoft.com/office/drawing/2014/main" id="{E60975B9-29AB-E42B-F31F-263272081D72}"/>
              </a:ext>
            </a:extLst>
          </p:cNvPr>
          <p:cNvGraphicFramePr>
            <a:graphicFrameLocks/>
          </p:cNvGraphicFramePr>
          <p:nvPr>
            <p:extLst>
              <p:ext uri="{D42A27DB-BD31-4B8C-83A1-F6EECF244321}">
                <p14:modId xmlns:p14="http://schemas.microsoft.com/office/powerpoint/2010/main" val="684532983"/>
              </p:ext>
            </p:extLst>
          </p:nvPr>
        </p:nvGraphicFramePr>
        <p:xfrm>
          <a:off x="4164322" y="1571625"/>
          <a:ext cx="3768868" cy="242218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Gráfico 9">
            <a:extLst>
              <a:ext uri="{FF2B5EF4-FFF2-40B4-BE49-F238E27FC236}">
                <a16:creationId xmlns:a16="http://schemas.microsoft.com/office/drawing/2014/main" id="{A4152251-F69D-CB9C-324E-28F32DDC9C07}"/>
              </a:ext>
            </a:extLst>
          </p:cNvPr>
          <p:cNvGraphicFramePr>
            <a:graphicFrameLocks/>
          </p:cNvGraphicFramePr>
          <p:nvPr>
            <p:extLst>
              <p:ext uri="{D42A27DB-BD31-4B8C-83A1-F6EECF244321}">
                <p14:modId xmlns:p14="http://schemas.microsoft.com/office/powerpoint/2010/main" val="1172777026"/>
              </p:ext>
            </p:extLst>
          </p:nvPr>
        </p:nvGraphicFramePr>
        <p:xfrm>
          <a:off x="7933190" y="1557372"/>
          <a:ext cx="3674694" cy="2422180"/>
        </p:xfrm>
        <a:graphic>
          <a:graphicData uri="http://schemas.openxmlformats.org/drawingml/2006/chart">
            <c:chart xmlns:c="http://schemas.openxmlformats.org/drawingml/2006/chart" xmlns:r="http://schemas.openxmlformats.org/officeDocument/2006/relationships" r:id="rId5"/>
          </a:graphicData>
        </a:graphic>
      </p:graphicFrame>
      <p:sp>
        <p:nvSpPr>
          <p:cNvPr id="4" name="Marcador de texto 2">
            <a:extLst>
              <a:ext uri="{FF2B5EF4-FFF2-40B4-BE49-F238E27FC236}">
                <a16:creationId xmlns:a16="http://schemas.microsoft.com/office/drawing/2014/main" id="{EE7AC0F8-B39A-D410-90A4-684FB5E4207B}"/>
              </a:ext>
            </a:extLst>
          </p:cNvPr>
          <p:cNvSpPr txBox="1">
            <a:spLocks/>
          </p:cNvSpPr>
          <p:nvPr/>
        </p:nvSpPr>
        <p:spPr>
          <a:xfrm>
            <a:off x="238125" y="4140377"/>
            <a:ext cx="3895837" cy="381204"/>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0"/>
              </a:spcBef>
              <a:buFont typeface="Arial" panose="020B0604020202020204" pitchFamily="34" charset="0"/>
              <a:buNone/>
              <a:defRPr sz="1506" kern="1200">
                <a:solidFill>
                  <a:schemeClr val="tx1">
                    <a:lumMod val="50000"/>
                    <a:lumOff val="50000"/>
                  </a:schemeClr>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942"/>
              </a:lnSpc>
            </a:pPr>
            <a:r>
              <a:rPr lang="es-ES_tradnl" sz="1599" kern="0">
                <a:latin typeface="Arial Regular" pitchFamily="34" charset="0"/>
                <a:ea typeface="Arial Regular" pitchFamily="34" charset="-122"/>
                <a:cs typeface="Arial Regular" pitchFamily="34" charset="-120"/>
              </a:rPr>
              <a:t>Coste Licencias anual primer año</a:t>
            </a:r>
            <a:endParaRPr lang="es-ES_tradnl" sz="1599"/>
          </a:p>
        </p:txBody>
      </p:sp>
      <p:pic>
        <p:nvPicPr>
          <p:cNvPr id="13" name="Picture 4" descr="Qué es SAP y para qué sirve | sapfi.eu">
            <a:extLst>
              <a:ext uri="{FF2B5EF4-FFF2-40B4-BE49-F238E27FC236}">
                <a16:creationId xmlns:a16="http://schemas.microsoft.com/office/drawing/2014/main" id="{BF9FE574-2C29-44BA-898F-97828D2703E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35408" y="2756977"/>
            <a:ext cx="575246" cy="575246"/>
          </a:xfrm>
          <a:prstGeom prst="rect">
            <a:avLst/>
          </a:prstGeom>
          <a:noFill/>
          <a:extLst>
            <a:ext uri="{909E8E84-426E-40DD-AFC4-6F175D3DCCD1}">
              <a14:hiddenFill xmlns:a14="http://schemas.microsoft.com/office/drawing/2010/main">
                <a:solidFill>
                  <a:srgbClr val="FFFFFF"/>
                </a:solidFill>
              </a14:hiddenFill>
            </a:ext>
          </a:extLst>
        </p:spPr>
      </p:pic>
      <p:sp>
        <p:nvSpPr>
          <p:cNvPr id="14" name="Rectángulo 13">
            <a:extLst>
              <a:ext uri="{FF2B5EF4-FFF2-40B4-BE49-F238E27FC236}">
                <a16:creationId xmlns:a16="http://schemas.microsoft.com/office/drawing/2014/main" id="{FEF926A5-C0FD-EE94-6D44-1245B696DAF0}"/>
              </a:ext>
            </a:extLst>
          </p:cNvPr>
          <p:cNvSpPr/>
          <p:nvPr/>
        </p:nvSpPr>
        <p:spPr>
          <a:xfrm>
            <a:off x="310472" y="4655451"/>
            <a:ext cx="3480477" cy="1320586"/>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6" name="Picture 2" descr="Workday at Wake Forest - Workday">
            <a:extLst>
              <a:ext uri="{FF2B5EF4-FFF2-40B4-BE49-F238E27FC236}">
                <a16:creationId xmlns:a16="http://schemas.microsoft.com/office/drawing/2014/main" id="{62C2A471-1906-990D-9932-0E1049B349B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13331" y="2828466"/>
            <a:ext cx="788195" cy="30652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Comprar acciones de Oracle este 2024: Lo que necesitas saber - The Investor  U">
            <a:extLst>
              <a:ext uri="{FF2B5EF4-FFF2-40B4-BE49-F238E27FC236}">
                <a16:creationId xmlns:a16="http://schemas.microsoft.com/office/drawing/2014/main" id="{D8A285FF-901B-036A-04B7-ACC970C300F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92038" y="2687343"/>
            <a:ext cx="875718" cy="492591"/>
          </a:xfrm>
          <a:prstGeom prst="rect">
            <a:avLst/>
          </a:prstGeom>
          <a:noFill/>
          <a:extLst>
            <a:ext uri="{909E8E84-426E-40DD-AFC4-6F175D3DCCD1}">
              <a14:hiddenFill xmlns:a14="http://schemas.microsoft.com/office/drawing/2010/main">
                <a:solidFill>
                  <a:srgbClr val="FFFFFF"/>
                </a:solidFill>
              </a14:hiddenFill>
            </a:ext>
          </a:extLst>
        </p:spPr>
      </p:pic>
      <p:sp>
        <p:nvSpPr>
          <p:cNvPr id="19" name="name_907K">
            <a:extLst>
              <a:ext uri="{FF2B5EF4-FFF2-40B4-BE49-F238E27FC236}">
                <a16:creationId xmlns:a16="http://schemas.microsoft.com/office/drawing/2014/main" id="{ABB04DB7-282A-5C03-657F-C9AC5DFF1628}"/>
              </a:ext>
            </a:extLst>
          </p:cNvPr>
          <p:cNvSpPr/>
          <p:nvPr/>
        </p:nvSpPr>
        <p:spPr>
          <a:xfrm>
            <a:off x="484116" y="5061522"/>
            <a:ext cx="1553690" cy="457200"/>
          </a:xfrm>
          <a:prstGeom prst="rect">
            <a:avLst/>
          </a:prstGeom>
          <a:noFill/>
          <a:ln/>
        </p:spPr>
        <p:txBody>
          <a:bodyPr wrap="square" lIns="0" tIns="0" rIns="0" bIns="0" rtlCol="0" anchor="ctr"/>
          <a:lstStyle/>
          <a:p>
            <a:pPr>
              <a:lnSpc>
                <a:spcPts val="3600"/>
              </a:lnSpc>
            </a:pPr>
            <a:r>
              <a:rPr lang="en-US" sz="3300" kern="0" spc="-75">
                <a:solidFill>
                  <a:srgbClr val="1A1A1A"/>
                </a:solidFill>
                <a:latin typeface="Arial Regular" pitchFamily="34" charset="0"/>
                <a:ea typeface="Arial Regular" pitchFamily="34" charset="-122"/>
                <a:cs typeface="Arial Regular" pitchFamily="34" charset="-120"/>
              </a:rPr>
              <a:t>269,</a:t>
            </a:r>
            <a:r>
              <a:rPr lang="en-US" sz="2400" kern="0" spc="-75">
                <a:solidFill>
                  <a:srgbClr val="1A1A1A"/>
                </a:solidFill>
                <a:latin typeface="Arial Regular" pitchFamily="34" charset="0"/>
                <a:ea typeface="Arial Regular" pitchFamily="34" charset="-122"/>
                <a:cs typeface="Arial Regular" pitchFamily="34" charset="-120"/>
              </a:rPr>
              <a:t>04 </a:t>
            </a:r>
            <a:r>
              <a:rPr lang="en-US" sz="3300" kern="0" spc="-75">
                <a:solidFill>
                  <a:srgbClr val="1A1A1A"/>
                </a:solidFill>
                <a:latin typeface="Arial Regular" pitchFamily="34" charset="0"/>
                <a:ea typeface="Arial Regular" pitchFamily="34" charset="-122"/>
                <a:cs typeface="Arial Regular" pitchFamily="34" charset="-120"/>
              </a:rPr>
              <a:t>K</a:t>
            </a:r>
            <a:endParaRPr lang="en-US" sz="3300" spc="-75"/>
          </a:p>
        </p:txBody>
      </p:sp>
      <p:sp>
        <p:nvSpPr>
          <p:cNvPr id="20" name="Total asegurados">
            <a:extLst>
              <a:ext uri="{FF2B5EF4-FFF2-40B4-BE49-F238E27FC236}">
                <a16:creationId xmlns:a16="http://schemas.microsoft.com/office/drawing/2014/main" id="{9EB67142-A812-901F-714C-F82A6D0926C0}"/>
              </a:ext>
            </a:extLst>
          </p:cNvPr>
          <p:cNvSpPr/>
          <p:nvPr/>
        </p:nvSpPr>
        <p:spPr>
          <a:xfrm>
            <a:off x="482981" y="5617756"/>
            <a:ext cx="3088894" cy="185436"/>
          </a:xfrm>
          <a:prstGeom prst="rect">
            <a:avLst/>
          </a:prstGeom>
          <a:noFill/>
          <a:ln/>
        </p:spPr>
        <p:txBody>
          <a:bodyPr wrap="square" lIns="0" tIns="0" rIns="0" bIns="0" rtlCol="0" anchor="ctr"/>
          <a:lstStyle/>
          <a:p>
            <a:pPr>
              <a:lnSpc>
                <a:spcPts val="1457"/>
              </a:lnSpc>
            </a:pPr>
            <a:r>
              <a:rPr lang="es-ES_tradnl" sz="1000" kern="0" noProof="0">
                <a:solidFill>
                  <a:srgbClr val="1A1A1A">
                    <a:alpha val="65000"/>
                  </a:srgbClr>
                </a:solidFill>
                <a:latin typeface="Arial Regular" pitchFamily="34" charset="0"/>
                <a:ea typeface="Arial Regular" pitchFamily="34" charset="-122"/>
                <a:cs typeface="Arial Regular" pitchFamily="34" charset="-120"/>
              </a:rPr>
              <a:t>Total coste de todas las licencias por usuario activo</a:t>
            </a:r>
            <a:endParaRPr lang="es-ES_tradnl" sz="1000" noProof="0"/>
          </a:p>
        </p:txBody>
      </p:sp>
      <p:pic>
        <p:nvPicPr>
          <p:cNvPr id="21" name="Picture 4" descr="Comprar acciones de Oracle este 2024: Lo que necesitas saber - The Investor  U">
            <a:extLst>
              <a:ext uri="{FF2B5EF4-FFF2-40B4-BE49-F238E27FC236}">
                <a16:creationId xmlns:a16="http://schemas.microsoft.com/office/drawing/2014/main" id="{2D9E9BB6-9484-2382-1A82-F49939DA1A4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67756" y="4999441"/>
            <a:ext cx="875718" cy="492591"/>
          </a:xfrm>
          <a:prstGeom prst="rect">
            <a:avLst/>
          </a:prstGeom>
          <a:noFill/>
          <a:extLst>
            <a:ext uri="{909E8E84-426E-40DD-AFC4-6F175D3DCCD1}">
              <a14:hiddenFill xmlns:a14="http://schemas.microsoft.com/office/drawing/2010/main">
                <a:solidFill>
                  <a:srgbClr val="FFFFFF"/>
                </a:solidFill>
              </a14:hiddenFill>
            </a:ext>
          </a:extLst>
        </p:spPr>
      </p:pic>
      <p:sp>
        <p:nvSpPr>
          <p:cNvPr id="22" name="Rectángulo 21">
            <a:extLst>
              <a:ext uri="{FF2B5EF4-FFF2-40B4-BE49-F238E27FC236}">
                <a16:creationId xmlns:a16="http://schemas.microsoft.com/office/drawing/2014/main" id="{99497E59-DFF3-D282-1735-15A1BFF0EA3E}"/>
              </a:ext>
            </a:extLst>
          </p:cNvPr>
          <p:cNvSpPr/>
          <p:nvPr/>
        </p:nvSpPr>
        <p:spPr>
          <a:xfrm>
            <a:off x="4363472" y="4655451"/>
            <a:ext cx="3480477" cy="1320586"/>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 name="name_907K">
            <a:extLst>
              <a:ext uri="{FF2B5EF4-FFF2-40B4-BE49-F238E27FC236}">
                <a16:creationId xmlns:a16="http://schemas.microsoft.com/office/drawing/2014/main" id="{CD20DB26-17C1-0440-EC5B-7E9F7FA297EB}"/>
              </a:ext>
            </a:extLst>
          </p:cNvPr>
          <p:cNvSpPr/>
          <p:nvPr/>
        </p:nvSpPr>
        <p:spPr>
          <a:xfrm>
            <a:off x="4499259" y="5061522"/>
            <a:ext cx="1675023" cy="457200"/>
          </a:xfrm>
          <a:prstGeom prst="rect">
            <a:avLst/>
          </a:prstGeom>
          <a:noFill/>
          <a:ln/>
        </p:spPr>
        <p:txBody>
          <a:bodyPr wrap="square" lIns="0" tIns="0" rIns="0" bIns="0" rtlCol="0" anchor="ctr"/>
          <a:lstStyle/>
          <a:p>
            <a:pPr>
              <a:lnSpc>
                <a:spcPts val="3600"/>
              </a:lnSpc>
            </a:pPr>
            <a:r>
              <a:rPr lang="en-US" sz="3300" kern="0" spc="-75">
                <a:solidFill>
                  <a:srgbClr val="1A1A1A"/>
                </a:solidFill>
                <a:latin typeface="Arial Regular" pitchFamily="34" charset="0"/>
                <a:ea typeface="Arial Regular" pitchFamily="34" charset="-122"/>
                <a:cs typeface="Arial Regular" pitchFamily="34" charset="-120"/>
              </a:rPr>
              <a:t>501,</a:t>
            </a:r>
            <a:r>
              <a:rPr lang="en-US" sz="2400" kern="0" spc="-75">
                <a:solidFill>
                  <a:srgbClr val="1A1A1A"/>
                </a:solidFill>
                <a:latin typeface="Arial Regular" pitchFamily="34" charset="0"/>
                <a:ea typeface="Arial Regular" pitchFamily="34" charset="-122"/>
                <a:cs typeface="Arial Regular" pitchFamily="34" charset="-120"/>
              </a:rPr>
              <a:t>37</a:t>
            </a:r>
            <a:r>
              <a:rPr lang="en-US" sz="3300" kern="0" spc="-75">
                <a:solidFill>
                  <a:srgbClr val="1A1A1A"/>
                </a:solidFill>
                <a:latin typeface="Arial Regular" pitchFamily="34" charset="0"/>
                <a:ea typeface="Arial Regular" pitchFamily="34" charset="-122"/>
                <a:cs typeface="Arial Regular" pitchFamily="34" charset="-120"/>
              </a:rPr>
              <a:t> K</a:t>
            </a:r>
            <a:endParaRPr lang="en-US" sz="3300" spc="-75"/>
          </a:p>
        </p:txBody>
      </p:sp>
      <p:pic>
        <p:nvPicPr>
          <p:cNvPr id="27" name="Picture 2" descr="Workday at Wake Forest - Workday">
            <a:extLst>
              <a:ext uri="{FF2B5EF4-FFF2-40B4-BE49-F238E27FC236}">
                <a16:creationId xmlns:a16="http://schemas.microsoft.com/office/drawing/2014/main" id="{5981D938-DB7C-13F6-AA7B-942D4D63324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46806" y="5092476"/>
            <a:ext cx="788195" cy="306520"/>
          </a:xfrm>
          <a:prstGeom prst="rect">
            <a:avLst/>
          </a:prstGeom>
          <a:noFill/>
          <a:extLst>
            <a:ext uri="{909E8E84-426E-40DD-AFC4-6F175D3DCCD1}">
              <a14:hiddenFill xmlns:a14="http://schemas.microsoft.com/office/drawing/2010/main">
                <a:solidFill>
                  <a:srgbClr val="FFFFFF"/>
                </a:solidFill>
              </a14:hiddenFill>
            </a:ext>
          </a:extLst>
        </p:spPr>
      </p:pic>
      <p:sp>
        <p:nvSpPr>
          <p:cNvPr id="28" name="Rectángulo 27">
            <a:extLst>
              <a:ext uri="{FF2B5EF4-FFF2-40B4-BE49-F238E27FC236}">
                <a16:creationId xmlns:a16="http://schemas.microsoft.com/office/drawing/2014/main" id="{E54F890B-84CE-D5D2-F25E-319EAE8058E1}"/>
              </a:ext>
            </a:extLst>
          </p:cNvPr>
          <p:cNvSpPr/>
          <p:nvPr/>
        </p:nvSpPr>
        <p:spPr>
          <a:xfrm>
            <a:off x="8256504" y="4655451"/>
            <a:ext cx="3211598" cy="1320586"/>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name_907K">
            <a:extLst>
              <a:ext uri="{FF2B5EF4-FFF2-40B4-BE49-F238E27FC236}">
                <a16:creationId xmlns:a16="http://schemas.microsoft.com/office/drawing/2014/main" id="{7F6EB65A-4244-3444-DAFB-65F048B066CB}"/>
              </a:ext>
            </a:extLst>
          </p:cNvPr>
          <p:cNvSpPr/>
          <p:nvPr/>
        </p:nvSpPr>
        <p:spPr>
          <a:xfrm>
            <a:off x="8392291" y="5061522"/>
            <a:ext cx="1834992" cy="457200"/>
          </a:xfrm>
          <a:prstGeom prst="rect">
            <a:avLst/>
          </a:prstGeom>
          <a:noFill/>
          <a:ln/>
        </p:spPr>
        <p:txBody>
          <a:bodyPr wrap="square" lIns="0" tIns="0" rIns="0" bIns="0" rtlCol="0" anchor="ctr"/>
          <a:lstStyle/>
          <a:p>
            <a:pPr>
              <a:lnSpc>
                <a:spcPts val="3600"/>
              </a:lnSpc>
            </a:pPr>
            <a:r>
              <a:rPr lang="en-US" sz="3300" kern="0" spc="-75">
                <a:solidFill>
                  <a:srgbClr val="1A1A1A"/>
                </a:solidFill>
                <a:latin typeface="Arial Regular" pitchFamily="34" charset="0"/>
                <a:ea typeface="Arial Regular" pitchFamily="34" charset="-122"/>
                <a:cs typeface="Arial Regular" pitchFamily="34" charset="-120"/>
              </a:rPr>
              <a:t>239,</a:t>
            </a:r>
            <a:r>
              <a:rPr lang="en-US" sz="2400" kern="0" spc="-75">
                <a:solidFill>
                  <a:srgbClr val="1A1A1A"/>
                </a:solidFill>
                <a:latin typeface="Arial Regular" pitchFamily="34" charset="0"/>
                <a:ea typeface="Arial Regular" pitchFamily="34" charset="-122"/>
                <a:cs typeface="Arial Regular" pitchFamily="34" charset="-120"/>
              </a:rPr>
              <a:t>40</a:t>
            </a:r>
            <a:r>
              <a:rPr lang="en-US" sz="3300" kern="0" spc="-75">
                <a:solidFill>
                  <a:srgbClr val="1A1A1A"/>
                </a:solidFill>
                <a:latin typeface="Arial Regular" pitchFamily="34" charset="0"/>
                <a:ea typeface="Arial Regular" pitchFamily="34" charset="-122"/>
                <a:cs typeface="Arial Regular" pitchFamily="34" charset="-120"/>
              </a:rPr>
              <a:t> K</a:t>
            </a:r>
            <a:endParaRPr lang="en-US" sz="3300" spc="-75"/>
          </a:p>
        </p:txBody>
      </p:sp>
      <p:pic>
        <p:nvPicPr>
          <p:cNvPr id="33" name="Picture 4" descr="Qué es SAP y para qué sirve | sapfi.eu">
            <a:extLst>
              <a:ext uri="{FF2B5EF4-FFF2-40B4-BE49-F238E27FC236}">
                <a16:creationId xmlns:a16="http://schemas.microsoft.com/office/drawing/2014/main" id="{DC5969E5-F81C-1A53-8DD1-1567F62D355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60069" y="4969450"/>
            <a:ext cx="575246" cy="575246"/>
          </a:xfrm>
          <a:prstGeom prst="rect">
            <a:avLst/>
          </a:prstGeom>
          <a:noFill/>
          <a:extLst>
            <a:ext uri="{909E8E84-426E-40DD-AFC4-6F175D3DCCD1}">
              <a14:hiddenFill xmlns:a14="http://schemas.microsoft.com/office/drawing/2010/main">
                <a:solidFill>
                  <a:srgbClr val="FFFFFF"/>
                </a:solidFill>
              </a14:hiddenFill>
            </a:ext>
          </a:extLst>
        </p:spPr>
      </p:pic>
      <p:pic>
        <p:nvPicPr>
          <p:cNvPr id="35" name="Gráfico 34" descr="Impuestos con relleno sólido">
            <a:extLst>
              <a:ext uri="{FF2B5EF4-FFF2-40B4-BE49-F238E27FC236}">
                <a16:creationId xmlns:a16="http://schemas.microsoft.com/office/drawing/2014/main" id="{45E08332-B2E5-7E6C-FEFA-4ECF9784537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77603" y="4725919"/>
            <a:ext cx="246295" cy="246295"/>
          </a:xfrm>
          <a:prstGeom prst="rect">
            <a:avLst/>
          </a:prstGeom>
        </p:spPr>
      </p:pic>
      <p:pic>
        <p:nvPicPr>
          <p:cNvPr id="36" name="Gráfico 35" descr="Impuestos con relleno sólido">
            <a:extLst>
              <a:ext uri="{FF2B5EF4-FFF2-40B4-BE49-F238E27FC236}">
                <a16:creationId xmlns:a16="http://schemas.microsoft.com/office/drawing/2014/main" id="{5C256951-DB27-8C23-8DF5-CDC2C57D617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499259" y="4725919"/>
            <a:ext cx="246295" cy="246295"/>
          </a:xfrm>
          <a:prstGeom prst="rect">
            <a:avLst/>
          </a:prstGeom>
        </p:spPr>
      </p:pic>
      <p:pic>
        <p:nvPicPr>
          <p:cNvPr id="37" name="Gráfico 36" descr="Impuestos con relleno sólido">
            <a:extLst>
              <a:ext uri="{FF2B5EF4-FFF2-40B4-BE49-F238E27FC236}">
                <a16:creationId xmlns:a16="http://schemas.microsoft.com/office/drawing/2014/main" id="{DEAE44F4-A70C-0C14-6D9D-B70C4288BC7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392291" y="4723155"/>
            <a:ext cx="246295" cy="246295"/>
          </a:xfrm>
          <a:prstGeom prst="rect">
            <a:avLst/>
          </a:prstGeom>
        </p:spPr>
      </p:pic>
      <p:sp>
        <p:nvSpPr>
          <p:cNvPr id="38" name="Total asegurados">
            <a:extLst>
              <a:ext uri="{FF2B5EF4-FFF2-40B4-BE49-F238E27FC236}">
                <a16:creationId xmlns:a16="http://schemas.microsoft.com/office/drawing/2014/main" id="{BE269D96-F094-6B2D-BB7A-FF0B90944ADA}"/>
              </a:ext>
            </a:extLst>
          </p:cNvPr>
          <p:cNvSpPr/>
          <p:nvPr/>
        </p:nvSpPr>
        <p:spPr>
          <a:xfrm>
            <a:off x="8392291" y="5619509"/>
            <a:ext cx="3088894" cy="185436"/>
          </a:xfrm>
          <a:prstGeom prst="rect">
            <a:avLst/>
          </a:prstGeom>
          <a:noFill/>
          <a:ln/>
        </p:spPr>
        <p:txBody>
          <a:bodyPr wrap="square" lIns="0" tIns="0" rIns="0" bIns="0" rtlCol="0" anchor="ctr"/>
          <a:lstStyle/>
          <a:p>
            <a:pPr>
              <a:lnSpc>
                <a:spcPts val="1457"/>
              </a:lnSpc>
            </a:pPr>
            <a:r>
              <a:rPr lang="es-ES_tradnl" sz="1000" kern="0" noProof="0">
                <a:solidFill>
                  <a:srgbClr val="1A1A1A">
                    <a:alpha val="65000"/>
                  </a:srgbClr>
                </a:solidFill>
                <a:latin typeface="Arial Regular" pitchFamily="34" charset="0"/>
                <a:ea typeface="Arial Regular" pitchFamily="34" charset="-122"/>
                <a:cs typeface="Arial Regular" pitchFamily="34" charset="-120"/>
              </a:rPr>
              <a:t>Total coste de todas las licencias por usuario activo</a:t>
            </a:r>
            <a:endParaRPr lang="es-ES_tradnl" sz="1000" noProof="0"/>
          </a:p>
        </p:txBody>
      </p:sp>
      <p:sp>
        <p:nvSpPr>
          <p:cNvPr id="39" name="Total asegurados">
            <a:extLst>
              <a:ext uri="{FF2B5EF4-FFF2-40B4-BE49-F238E27FC236}">
                <a16:creationId xmlns:a16="http://schemas.microsoft.com/office/drawing/2014/main" id="{A45EA8C6-86FE-38AF-CD96-9A5C191F30BD}"/>
              </a:ext>
            </a:extLst>
          </p:cNvPr>
          <p:cNvSpPr/>
          <p:nvPr/>
        </p:nvSpPr>
        <p:spPr>
          <a:xfrm>
            <a:off x="4513112" y="5607875"/>
            <a:ext cx="3088894" cy="185436"/>
          </a:xfrm>
          <a:prstGeom prst="rect">
            <a:avLst/>
          </a:prstGeom>
          <a:noFill/>
          <a:ln/>
        </p:spPr>
        <p:txBody>
          <a:bodyPr wrap="square" lIns="0" tIns="0" rIns="0" bIns="0" rtlCol="0" anchor="ctr"/>
          <a:lstStyle/>
          <a:p>
            <a:pPr>
              <a:lnSpc>
                <a:spcPts val="1457"/>
              </a:lnSpc>
            </a:pPr>
            <a:r>
              <a:rPr lang="es-ES_tradnl" sz="1000" kern="0" noProof="0">
                <a:solidFill>
                  <a:srgbClr val="1A1A1A">
                    <a:alpha val="65000"/>
                  </a:srgbClr>
                </a:solidFill>
                <a:latin typeface="Arial Regular" pitchFamily="34" charset="0"/>
                <a:ea typeface="Arial Regular" pitchFamily="34" charset="-122"/>
                <a:cs typeface="Arial Regular" pitchFamily="34" charset="-120"/>
              </a:rPr>
              <a:t>Total coste de todas las licencias por usuario activo</a:t>
            </a:r>
            <a:endParaRPr lang="es-ES_tradnl" sz="1000" noProof="0"/>
          </a:p>
        </p:txBody>
      </p:sp>
    </p:spTree>
    <p:extLst>
      <p:ext uri="{BB962C8B-B14F-4D97-AF65-F5344CB8AC3E}">
        <p14:creationId xmlns:p14="http://schemas.microsoft.com/office/powerpoint/2010/main" val="3990248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E5333-6264-7129-E50B-06FC013E3FC1}"/>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4E180618-9E07-D3EF-A818-C0F577D17BB1}"/>
              </a:ext>
            </a:extLst>
          </p:cNvPr>
          <p:cNvSpPr>
            <a:spLocks noGrp="1"/>
          </p:cNvSpPr>
          <p:nvPr>
            <p:ph type="body" sz="quarter" idx="10"/>
          </p:nvPr>
        </p:nvSpPr>
        <p:spPr>
          <a:xfrm>
            <a:off x="84080" y="184382"/>
            <a:ext cx="9667087" cy="806971"/>
          </a:xfrm>
        </p:spPr>
        <p:txBody>
          <a:bodyPr>
            <a:noAutofit/>
          </a:bodyPr>
          <a:lstStyle/>
          <a:p>
            <a:pPr>
              <a:lnSpc>
                <a:spcPts val="4798"/>
              </a:lnSpc>
            </a:pPr>
            <a:r>
              <a:rPr lang="es-ES" sz="4400" kern="0" spc="-100" noProof="0">
                <a:latin typeface="Arial Regular" pitchFamily="34" charset="0"/>
                <a:ea typeface="Arial Regular" pitchFamily="34" charset="-122"/>
                <a:cs typeface="Arial Regular" pitchFamily="34" charset="-120"/>
              </a:rPr>
              <a:t>Anexo de licencias</a:t>
            </a:r>
            <a:r>
              <a:rPr lang="es-ES" sz="4400" kern="0" spc="-100">
                <a:latin typeface="Arial Regular" pitchFamily="34" charset="0"/>
                <a:ea typeface="Arial Regular" pitchFamily="34" charset="-122"/>
                <a:cs typeface="Arial Regular" pitchFamily="34" charset="-120"/>
              </a:rPr>
              <a:t> Producto Completo</a:t>
            </a:r>
            <a:endParaRPr lang="es-ES" sz="4400" spc="-100" noProof="0"/>
          </a:p>
        </p:txBody>
      </p:sp>
      <p:sp>
        <p:nvSpPr>
          <p:cNvPr id="5" name="Marcador de texto 4">
            <a:extLst>
              <a:ext uri="{FF2B5EF4-FFF2-40B4-BE49-F238E27FC236}">
                <a16:creationId xmlns:a16="http://schemas.microsoft.com/office/drawing/2014/main" id="{50921AF0-FFF5-103F-F32A-B23536D3E2A8}"/>
              </a:ext>
            </a:extLst>
          </p:cNvPr>
          <p:cNvSpPr>
            <a:spLocks noGrp="1"/>
          </p:cNvSpPr>
          <p:nvPr>
            <p:ph type="body" sz="quarter" idx="13"/>
          </p:nvPr>
        </p:nvSpPr>
        <p:spPr/>
        <p:txBody>
          <a:bodyPr/>
          <a:lstStyle/>
          <a:p>
            <a:r>
              <a:rPr lang="es-ES" spc="-67"/>
              <a:t>Conclusiones Defensas RFI Proyecto HCM</a:t>
            </a:r>
          </a:p>
        </p:txBody>
      </p:sp>
      <p:sp>
        <p:nvSpPr>
          <p:cNvPr id="11" name="Rectángulo 10">
            <a:extLst>
              <a:ext uri="{FF2B5EF4-FFF2-40B4-BE49-F238E27FC236}">
                <a16:creationId xmlns:a16="http://schemas.microsoft.com/office/drawing/2014/main" id="{A688E3E5-D9ED-9B49-60B8-100307FC348D}"/>
              </a:ext>
            </a:extLst>
          </p:cNvPr>
          <p:cNvSpPr/>
          <p:nvPr/>
        </p:nvSpPr>
        <p:spPr>
          <a:xfrm>
            <a:off x="499440" y="957075"/>
            <a:ext cx="3480477"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name_907K">
            <a:extLst>
              <a:ext uri="{FF2B5EF4-FFF2-40B4-BE49-F238E27FC236}">
                <a16:creationId xmlns:a16="http://schemas.microsoft.com/office/drawing/2014/main" id="{002B4FA3-58F9-7153-0CAD-C3A322211BE4}"/>
              </a:ext>
            </a:extLst>
          </p:cNvPr>
          <p:cNvSpPr/>
          <p:nvPr/>
        </p:nvSpPr>
        <p:spPr>
          <a:xfrm>
            <a:off x="650591" y="1098439"/>
            <a:ext cx="1553690" cy="457200"/>
          </a:xfrm>
          <a:prstGeom prst="rect">
            <a:avLst/>
          </a:prstGeom>
          <a:noFill/>
          <a:ln/>
        </p:spPr>
        <p:txBody>
          <a:bodyPr wrap="square" lIns="0" tIns="0" rIns="0" bIns="0" rtlCol="0" anchor="ctr"/>
          <a:lstStyle/>
          <a:p>
            <a:pPr>
              <a:lnSpc>
                <a:spcPts val="3600"/>
              </a:lnSpc>
            </a:pPr>
            <a:r>
              <a:rPr lang="en-US" sz="3300" kern="0" spc="-75">
                <a:solidFill>
                  <a:srgbClr val="1A1A1A"/>
                </a:solidFill>
                <a:latin typeface="Arial Regular" pitchFamily="34" charset="0"/>
                <a:ea typeface="Arial Regular" pitchFamily="34" charset="-122"/>
                <a:cs typeface="Arial Regular" pitchFamily="34" charset="-120"/>
              </a:rPr>
              <a:t>807</a:t>
            </a:r>
            <a:r>
              <a:rPr lang="en-US" sz="2400" kern="0" spc="-75">
                <a:solidFill>
                  <a:srgbClr val="1A1A1A"/>
                </a:solidFill>
                <a:latin typeface="Arial Regular" pitchFamily="34" charset="0"/>
                <a:ea typeface="Arial Regular" pitchFamily="34" charset="-122"/>
                <a:cs typeface="Arial Regular" pitchFamily="34" charset="-120"/>
              </a:rPr>
              <a:t> </a:t>
            </a:r>
            <a:r>
              <a:rPr lang="en-US" sz="3300" kern="0" spc="-75">
                <a:solidFill>
                  <a:srgbClr val="1A1A1A"/>
                </a:solidFill>
                <a:latin typeface="Arial Regular" pitchFamily="34" charset="0"/>
                <a:ea typeface="Arial Regular" pitchFamily="34" charset="-122"/>
                <a:cs typeface="Arial Regular" pitchFamily="34" charset="-120"/>
              </a:rPr>
              <a:t>K</a:t>
            </a:r>
            <a:endParaRPr lang="en-US" sz="3300" spc="-75"/>
          </a:p>
        </p:txBody>
      </p:sp>
      <p:pic>
        <p:nvPicPr>
          <p:cNvPr id="14" name="Picture 4" descr="Comprar acciones de Oracle este 2024: Lo que necesitas saber - The Investor  U">
            <a:extLst>
              <a:ext uri="{FF2B5EF4-FFF2-40B4-BE49-F238E27FC236}">
                <a16:creationId xmlns:a16="http://schemas.microsoft.com/office/drawing/2014/main" id="{830A80CA-7A51-AD82-35F0-506E5EDF19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9019" y="910692"/>
            <a:ext cx="875718" cy="492591"/>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a:extLst>
              <a:ext uri="{FF2B5EF4-FFF2-40B4-BE49-F238E27FC236}">
                <a16:creationId xmlns:a16="http://schemas.microsoft.com/office/drawing/2014/main" id="{9E92428A-C152-AA94-890E-BD68F213A6F2}"/>
              </a:ext>
            </a:extLst>
          </p:cNvPr>
          <p:cNvSpPr/>
          <p:nvPr/>
        </p:nvSpPr>
        <p:spPr>
          <a:xfrm>
            <a:off x="4552440" y="957075"/>
            <a:ext cx="3480477"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name_907K">
            <a:extLst>
              <a:ext uri="{FF2B5EF4-FFF2-40B4-BE49-F238E27FC236}">
                <a16:creationId xmlns:a16="http://schemas.microsoft.com/office/drawing/2014/main" id="{FEF1BCD5-670D-AC73-AAD0-82DFEB85EB04}"/>
              </a:ext>
            </a:extLst>
          </p:cNvPr>
          <p:cNvSpPr/>
          <p:nvPr/>
        </p:nvSpPr>
        <p:spPr>
          <a:xfrm>
            <a:off x="4701736" y="1094934"/>
            <a:ext cx="2187940" cy="457200"/>
          </a:xfrm>
          <a:prstGeom prst="rect">
            <a:avLst/>
          </a:prstGeom>
          <a:noFill/>
          <a:ln/>
        </p:spPr>
        <p:txBody>
          <a:bodyPr wrap="square" lIns="0" tIns="0" rIns="0" bIns="0" rtlCol="0" anchor="ctr"/>
          <a:lstStyle/>
          <a:p>
            <a:pPr>
              <a:lnSpc>
                <a:spcPts val="3600"/>
              </a:lnSpc>
            </a:pPr>
            <a:r>
              <a:rPr lang="en-US" sz="3300" kern="0" spc="-75">
                <a:solidFill>
                  <a:srgbClr val="1A1A1A"/>
                </a:solidFill>
                <a:latin typeface="Arial Regular" pitchFamily="34" charset="0"/>
                <a:ea typeface="Arial Regular" pitchFamily="34" charset="-122"/>
                <a:cs typeface="Arial Regular" pitchFamily="34" charset="-120"/>
              </a:rPr>
              <a:t>1.534</a:t>
            </a:r>
            <a:r>
              <a:rPr lang="en-US" sz="2400" kern="0" spc="-75">
                <a:solidFill>
                  <a:srgbClr val="1A1A1A"/>
                </a:solidFill>
                <a:latin typeface="Arial Regular" pitchFamily="34" charset="0"/>
                <a:ea typeface="Arial Regular" pitchFamily="34" charset="-122"/>
                <a:cs typeface="Arial Regular" pitchFamily="34" charset="-120"/>
              </a:rPr>
              <a:t> </a:t>
            </a:r>
            <a:r>
              <a:rPr lang="en-US" sz="3300" kern="0" spc="-75">
                <a:solidFill>
                  <a:srgbClr val="1A1A1A"/>
                </a:solidFill>
                <a:latin typeface="Arial Regular" pitchFamily="34" charset="0"/>
                <a:ea typeface="Arial Regular" pitchFamily="34" charset="-122"/>
                <a:cs typeface="Arial Regular" pitchFamily="34" charset="-120"/>
              </a:rPr>
              <a:t>K</a:t>
            </a:r>
            <a:endParaRPr lang="en-US" sz="3300" spc="-75"/>
          </a:p>
        </p:txBody>
      </p:sp>
      <p:pic>
        <p:nvPicPr>
          <p:cNvPr id="18" name="Picture 2" descr="Workday at Wake Forest - Workday">
            <a:extLst>
              <a:ext uri="{FF2B5EF4-FFF2-40B4-BE49-F238E27FC236}">
                <a16:creationId xmlns:a16="http://schemas.microsoft.com/office/drawing/2014/main" id="{21016C2D-F07F-2148-B49B-CBE7F070C5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35724" y="1024420"/>
            <a:ext cx="788195" cy="306520"/>
          </a:xfrm>
          <a:prstGeom prst="rect">
            <a:avLst/>
          </a:prstGeom>
          <a:noFill/>
          <a:extLst>
            <a:ext uri="{909E8E84-426E-40DD-AFC4-6F175D3DCCD1}">
              <a14:hiddenFill xmlns:a14="http://schemas.microsoft.com/office/drawing/2010/main">
                <a:solidFill>
                  <a:srgbClr val="FFFFFF"/>
                </a:solidFill>
              </a14:hiddenFill>
            </a:ext>
          </a:extLst>
        </p:spPr>
      </p:pic>
      <p:sp>
        <p:nvSpPr>
          <p:cNvPr id="19" name="Rectángulo 18">
            <a:extLst>
              <a:ext uri="{FF2B5EF4-FFF2-40B4-BE49-F238E27FC236}">
                <a16:creationId xmlns:a16="http://schemas.microsoft.com/office/drawing/2014/main" id="{32A9D978-9FBE-FFB5-C5D6-C85BCE4982FA}"/>
              </a:ext>
            </a:extLst>
          </p:cNvPr>
          <p:cNvSpPr/>
          <p:nvPr/>
        </p:nvSpPr>
        <p:spPr>
          <a:xfrm>
            <a:off x="8445472" y="957075"/>
            <a:ext cx="3476404"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name_907K">
            <a:extLst>
              <a:ext uri="{FF2B5EF4-FFF2-40B4-BE49-F238E27FC236}">
                <a16:creationId xmlns:a16="http://schemas.microsoft.com/office/drawing/2014/main" id="{CA11637E-C45F-DBE2-35FF-ECD14E327E3A}"/>
              </a:ext>
            </a:extLst>
          </p:cNvPr>
          <p:cNvSpPr/>
          <p:nvPr/>
        </p:nvSpPr>
        <p:spPr>
          <a:xfrm>
            <a:off x="8625508" y="1094934"/>
            <a:ext cx="1834992" cy="457200"/>
          </a:xfrm>
          <a:prstGeom prst="rect">
            <a:avLst/>
          </a:prstGeom>
          <a:noFill/>
          <a:ln/>
        </p:spPr>
        <p:txBody>
          <a:bodyPr wrap="square" lIns="0" tIns="0" rIns="0" bIns="0" rtlCol="0" anchor="ctr"/>
          <a:lstStyle/>
          <a:p>
            <a:pPr>
              <a:lnSpc>
                <a:spcPts val="3600"/>
              </a:lnSpc>
            </a:pPr>
            <a:r>
              <a:rPr lang="en-US" sz="3300" kern="0" spc="-75">
                <a:solidFill>
                  <a:srgbClr val="1A1A1A"/>
                </a:solidFill>
                <a:latin typeface="Arial Regular" pitchFamily="34" charset="0"/>
                <a:ea typeface="Arial Regular" pitchFamily="34" charset="-122"/>
                <a:cs typeface="Arial Regular" pitchFamily="34" charset="-120"/>
              </a:rPr>
              <a:t>879</a:t>
            </a:r>
            <a:r>
              <a:rPr lang="en-US" sz="2400" kern="0" spc="-75">
                <a:solidFill>
                  <a:srgbClr val="1A1A1A"/>
                </a:solidFill>
                <a:latin typeface="Arial Regular" pitchFamily="34" charset="0"/>
                <a:ea typeface="Arial Regular" pitchFamily="34" charset="-122"/>
                <a:cs typeface="Arial Regular" pitchFamily="34" charset="-120"/>
              </a:rPr>
              <a:t> </a:t>
            </a:r>
            <a:r>
              <a:rPr lang="en-US" sz="3300" kern="0" spc="-75">
                <a:solidFill>
                  <a:srgbClr val="1A1A1A"/>
                </a:solidFill>
                <a:latin typeface="Arial Regular" pitchFamily="34" charset="0"/>
                <a:ea typeface="Arial Regular" pitchFamily="34" charset="-122"/>
                <a:cs typeface="Arial Regular" pitchFamily="34" charset="-120"/>
              </a:rPr>
              <a:t>K</a:t>
            </a:r>
            <a:endParaRPr lang="en-US" sz="3300" spc="-75"/>
          </a:p>
        </p:txBody>
      </p:sp>
      <p:pic>
        <p:nvPicPr>
          <p:cNvPr id="22" name="Picture 4" descr="Qué es SAP y para qué sirve | sapfi.eu">
            <a:extLst>
              <a:ext uri="{FF2B5EF4-FFF2-40B4-BE49-F238E27FC236}">
                <a16:creationId xmlns:a16="http://schemas.microsoft.com/office/drawing/2014/main" id="{9641B927-2C83-4DE0-41ED-43585AF33C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53786" y="890057"/>
            <a:ext cx="575246" cy="575246"/>
          </a:xfrm>
          <a:prstGeom prst="rect">
            <a:avLst/>
          </a:prstGeom>
          <a:noFill/>
          <a:extLst>
            <a:ext uri="{909E8E84-426E-40DD-AFC4-6F175D3DCCD1}">
              <a14:hiddenFill xmlns:a14="http://schemas.microsoft.com/office/drawing/2010/main">
                <a:solidFill>
                  <a:srgbClr val="FFFFFF"/>
                </a:solidFill>
              </a14:hiddenFill>
            </a:ext>
          </a:extLst>
        </p:spPr>
      </p:pic>
      <p:pic>
        <p:nvPicPr>
          <p:cNvPr id="23" name="Gráfico 22" descr="Impuestos con relleno sólido">
            <a:extLst>
              <a:ext uri="{FF2B5EF4-FFF2-40B4-BE49-F238E27FC236}">
                <a16:creationId xmlns:a16="http://schemas.microsoft.com/office/drawing/2014/main" id="{AC32A236-D6E6-9354-7BDE-669F4AD5695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609157" y="1245576"/>
            <a:ext cx="385528" cy="385528"/>
          </a:xfrm>
          <a:prstGeom prst="rect">
            <a:avLst/>
          </a:prstGeom>
        </p:spPr>
      </p:pic>
      <p:sp>
        <p:nvSpPr>
          <p:cNvPr id="26" name="Rectángulo 25">
            <a:extLst>
              <a:ext uri="{FF2B5EF4-FFF2-40B4-BE49-F238E27FC236}">
                <a16:creationId xmlns:a16="http://schemas.microsoft.com/office/drawing/2014/main" id="{609C23B3-205E-F49F-D5C8-4266724E8CFA}"/>
              </a:ext>
            </a:extLst>
          </p:cNvPr>
          <p:cNvSpPr/>
          <p:nvPr/>
        </p:nvSpPr>
        <p:spPr>
          <a:xfrm>
            <a:off x="499440" y="1862681"/>
            <a:ext cx="3480477"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9" name="Total asegurados">
            <a:extLst>
              <a:ext uri="{FF2B5EF4-FFF2-40B4-BE49-F238E27FC236}">
                <a16:creationId xmlns:a16="http://schemas.microsoft.com/office/drawing/2014/main" id="{9B27938D-F168-682E-FC05-E18CEA4906F4}"/>
              </a:ext>
            </a:extLst>
          </p:cNvPr>
          <p:cNvSpPr/>
          <p:nvPr/>
        </p:nvSpPr>
        <p:spPr>
          <a:xfrm>
            <a:off x="679476" y="1862681"/>
            <a:ext cx="3300441" cy="1374378"/>
          </a:xfrm>
          <a:prstGeom prst="rect">
            <a:avLst/>
          </a:prstGeom>
          <a:noFill/>
          <a:ln/>
        </p:spPr>
        <p:txBody>
          <a:bodyPr wrap="square" lIns="0" tIns="0" rIns="0" bIns="0" rtlCol="0" anchor="ctr"/>
          <a:lstStyle/>
          <a:p>
            <a:pPr>
              <a:lnSpc>
                <a:spcPts val="1457"/>
              </a:lnSpc>
            </a:pPr>
            <a:r>
              <a:rPr lang="es-ES_tradnl" sz="1125" b="1" kern="0" noProof="0">
                <a:solidFill>
                  <a:schemeClr val="tx1">
                    <a:alpha val="65000"/>
                  </a:schemeClr>
                </a:solidFill>
                <a:latin typeface="Arial Regular" pitchFamily="34" charset="0"/>
                <a:ea typeface="Arial Regular" pitchFamily="34" charset="-122"/>
                <a:cs typeface="Arial Regular" pitchFamily="34" charset="-120"/>
              </a:rPr>
              <a:t>Primer año</a:t>
            </a:r>
          </a:p>
          <a:p>
            <a:pPr>
              <a:lnSpc>
                <a:spcPts val="1457"/>
              </a:lnSpc>
            </a:pPr>
            <a:endParaRPr lang="es-ES_tradnl" sz="1125" b="1" kern="0" noProof="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Producto Completo</a:t>
            </a:r>
            <a:endParaRPr lang="es-ES_tradnl" sz="1125" kern="0" noProof="0">
              <a:solidFill>
                <a:schemeClr val="tx1">
                  <a:alpha val="65000"/>
                </a:schemeClr>
              </a:solidFill>
              <a:latin typeface="Arial Regular" pitchFamily="34" charset="0"/>
              <a:ea typeface="Arial Regular" pitchFamily="34" charset="-122"/>
              <a:cs typeface="Arial Regular" pitchFamily="34" charset="-120"/>
            </a:endParaRPr>
          </a:p>
          <a:p>
            <a:pPr>
              <a:lnSpc>
                <a:spcPts val="1457"/>
              </a:lnSpc>
            </a:pPr>
            <a:endParaRPr lang="es-ES_tradnl" sz="1125" kern="0">
              <a:solidFill>
                <a:srgbClr val="1A1A1A">
                  <a:alpha val="65000"/>
                </a:srgbClr>
              </a:solidFill>
              <a:latin typeface="Arial Regular" pitchFamily="34" charset="0"/>
              <a:ea typeface="Arial Regular" pitchFamily="34" charset="-122"/>
            </a:endParaRPr>
          </a:p>
          <a:p>
            <a:pPr>
              <a:lnSpc>
                <a:spcPts val="1457"/>
              </a:lnSpc>
            </a:pPr>
            <a:endParaRPr lang="es-ES_tradnl" sz="1125" noProof="0"/>
          </a:p>
        </p:txBody>
      </p:sp>
      <p:sp>
        <p:nvSpPr>
          <p:cNvPr id="30" name="name_907K">
            <a:extLst>
              <a:ext uri="{FF2B5EF4-FFF2-40B4-BE49-F238E27FC236}">
                <a16:creationId xmlns:a16="http://schemas.microsoft.com/office/drawing/2014/main" id="{4E53DAA6-CB34-61FD-0D68-AACADFFE0C12}"/>
              </a:ext>
            </a:extLst>
          </p:cNvPr>
          <p:cNvSpPr/>
          <p:nvPr/>
        </p:nvSpPr>
        <p:spPr>
          <a:xfrm>
            <a:off x="3040719" y="2610155"/>
            <a:ext cx="839310" cy="457200"/>
          </a:xfrm>
          <a:prstGeom prst="rect">
            <a:avLst/>
          </a:prstGeom>
          <a:noFill/>
          <a:ln/>
        </p:spPr>
        <p:txBody>
          <a:bodyPr wrap="square" lIns="0" tIns="0" rIns="0" bIns="0" rtlCol="0" anchor="ctr"/>
          <a:lstStyle/>
          <a:p>
            <a:pPr>
              <a:lnSpc>
                <a:spcPts val="3600"/>
              </a:lnSpc>
            </a:pPr>
            <a:r>
              <a:rPr lang="en-US" sz="2400" kern="0" spc="-75">
                <a:solidFill>
                  <a:srgbClr val="1A1A1A"/>
                </a:solidFill>
                <a:latin typeface="Arial Regular" pitchFamily="34" charset="0"/>
                <a:ea typeface="Arial Regular" pitchFamily="34" charset="-122"/>
                <a:cs typeface="Arial Regular" pitchFamily="34" charset="-120"/>
              </a:rPr>
              <a:t>269 K</a:t>
            </a:r>
            <a:endParaRPr lang="en-US" sz="2400" spc="-75"/>
          </a:p>
        </p:txBody>
      </p:sp>
      <p:sp>
        <p:nvSpPr>
          <p:cNvPr id="31" name="Rectángulo 30">
            <a:extLst>
              <a:ext uri="{FF2B5EF4-FFF2-40B4-BE49-F238E27FC236}">
                <a16:creationId xmlns:a16="http://schemas.microsoft.com/office/drawing/2014/main" id="{E45D9FB4-AE36-F914-3532-A1DFD8620A4A}"/>
              </a:ext>
            </a:extLst>
          </p:cNvPr>
          <p:cNvSpPr/>
          <p:nvPr/>
        </p:nvSpPr>
        <p:spPr>
          <a:xfrm>
            <a:off x="499440" y="3270126"/>
            <a:ext cx="3480477"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2" name="Total asegurados">
            <a:extLst>
              <a:ext uri="{FF2B5EF4-FFF2-40B4-BE49-F238E27FC236}">
                <a16:creationId xmlns:a16="http://schemas.microsoft.com/office/drawing/2014/main" id="{46E080F8-6B0C-A1EF-9249-D3EEC3533F11}"/>
              </a:ext>
            </a:extLst>
          </p:cNvPr>
          <p:cNvSpPr/>
          <p:nvPr/>
        </p:nvSpPr>
        <p:spPr>
          <a:xfrm>
            <a:off x="679476" y="3582612"/>
            <a:ext cx="1959221" cy="1061892"/>
          </a:xfrm>
          <a:prstGeom prst="rect">
            <a:avLst/>
          </a:prstGeom>
          <a:noFill/>
          <a:ln/>
        </p:spPr>
        <p:txBody>
          <a:bodyPr wrap="square" lIns="0" tIns="0" rIns="0" bIns="0" rtlCol="0" anchor="ctr"/>
          <a:lstStyle/>
          <a:p>
            <a:pPr>
              <a:lnSpc>
                <a:spcPts val="1457"/>
              </a:lnSpc>
            </a:pPr>
            <a:r>
              <a:rPr lang="es-ES_tradnl" sz="1125" b="1" kern="0" noProof="0">
                <a:solidFill>
                  <a:schemeClr val="tx1">
                    <a:alpha val="65000"/>
                  </a:schemeClr>
                </a:solidFill>
                <a:latin typeface="Arial Regular" pitchFamily="34" charset="0"/>
                <a:ea typeface="Arial Regular" pitchFamily="34" charset="-122"/>
                <a:cs typeface="Arial Regular" pitchFamily="34" charset="-120"/>
              </a:rPr>
              <a:t>Segundo año</a:t>
            </a:r>
          </a:p>
          <a:p>
            <a:pPr>
              <a:lnSpc>
                <a:spcPts val="1457"/>
              </a:lnSpc>
            </a:pPr>
            <a:endParaRPr lang="es-ES_tradnl" sz="1125" b="1" kern="0" noProof="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Producto Completo</a:t>
            </a:r>
            <a:endParaRPr lang="es-ES_tradnl" sz="1125" kern="0" noProof="0">
              <a:solidFill>
                <a:schemeClr val="tx1">
                  <a:alpha val="65000"/>
                </a:schemeClr>
              </a:solidFill>
              <a:latin typeface="Arial Regular" pitchFamily="34" charset="0"/>
              <a:ea typeface="Arial Regular" pitchFamily="34" charset="-122"/>
              <a:cs typeface="Arial Regular" pitchFamily="34" charset="-120"/>
            </a:endParaRPr>
          </a:p>
          <a:p>
            <a:pPr>
              <a:lnSpc>
                <a:spcPts val="1457"/>
              </a:lnSpc>
            </a:pPr>
            <a:endParaRPr lang="es-ES_tradnl" sz="1125" kern="0">
              <a:solidFill>
                <a:srgbClr val="1A1A1A">
                  <a:alpha val="65000"/>
                </a:srgbClr>
              </a:solidFill>
              <a:latin typeface="Arial Regular" pitchFamily="34" charset="0"/>
              <a:ea typeface="Arial Regular" pitchFamily="34" charset="-122"/>
            </a:endParaRPr>
          </a:p>
          <a:p>
            <a:pPr>
              <a:lnSpc>
                <a:spcPts val="1457"/>
              </a:lnSpc>
            </a:pPr>
            <a:endParaRPr lang="es-ES_tradnl" sz="1125" noProof="0"/>
          </a:p>
        </p:txBody>
      </p:sp>
      <p:sp>
        <p:nvSpPr>
          <p:cNvPr id="36" name="Rectángulo 35">
            <a:extLst>
              <a:ext uri="{FF2B5EF4-FFF2-40B4-BE49-F238E27FC236}">
                <a16:creationId xmlns:a16="http://schemas.microsoft.com/office/drawing/2014/main" id="{0256BF0C-40A1-0FC3-35C5-57C55FB3DE5A}"/>
              </a:ext>
            </a:extLst>
          </p:cNvPr>
          <p:cNvSpPr/>
          <p:nvPr/>
        </p:nvSpPr>
        <p:spPr>
          <a:xfrm>
            <a:off x="499440" y="4686158"/>
            <a:ext cx="3480477"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7" name="Total asegurados">
            <a:extLst>
              <a:ext uri="{FF2B5EF4-FFF2-40B4-BE49-F238E27FC236}">
                <a16:creationId xmlns:a16="http://schemas.microsoft.com/office/drawing/2014/main" id="{2FB78195-8F22-AA67-B24E-411434C67AB6}"/>
              </a:ext>
            </a:extLst>
          </p:cNvPr>
          <p:cNvSpPr/>
          <p:nvPr/>
        </p:nvSpPr>
        <p:spPr>
          <a:xfrm>
            <a:off x="679476" y="4998644"/>
            <a:ext cx="1959221" cy="1061892"/>
          </a:xfrm>
          <a:prstGeom prst="rect">
            <a:avLst/>
          </a:prstGeom>
          <a:noFill/>
          <a:ln/>
        </p:spPr>
        <p:txBody>
          <a:bodyPr wrap="square" lIns="0" tIns="0" rIns="0" bIns="0" rtlCol="0" anchor="ctr"/>
          <a:lstStyle/>
          <a:p>
            <a:pPr>
              <a:lnSpc>
                <a:spcPts val="1457"/>
              </a:lnSpc>
            </a:pPr>
            <a:r>
              <a:rPr lang="es-ES_tradnl" sz="1125" b="1" kern="0" noProof="0">
                <a:solidFill>
                  <a:schemeClr val="tx1">
                    <a:alpha val="65000"/>
                  </a:schemeClr>
                </a:solidFill>
                <a:latin typeface="Arial Regular" pitchFamily="34" charset="0"/>
                <a:ea typeface="Arial Regular" pitchFamily="34" charset="-122"/>
                <a:cs typeface="Arial Regular" pitchFamily="34" charset="-120"/>
              </a:rPr>
              <a:t>Tercer año</a:t>
            </a:r>
          </a:p>
          <a:p>
            <a:pPr>
              <a:lnSpc>
                <a:spcPts val="1457"/>
              </a:lnSpc>
            </a:pPr>
            <a:endParaRPr lang="es-ES_tradnl" sz="1125" b="1" kern="0" noProof="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Producto Completo</a:t>
            </a:r>
            <a:endParaRPr lang="es-ES_tradnl" sz="1125" kern="0" noProof="0">
              <a:solidFill>
                <a:schemeClr val="tx1">
                  <a:alpha val="65000"/>
                </a:schemeClr>
              </a:solidFill>
              <a:latin typeface="Arial Regular" pitchFamily="34" charset="0"/>
              <a:ea typeface="Arial Regular" pitchFamily="34" charset="-122"/>
              <a:cs typeface="Arial Regular" pitchFamily="34" charset="-120"/>
            </a:endParaRPr>
          </a:p>
          <a:p>
            <a:pPr>
              <a:lnSpc>
                <a:spcPts val="1457"/>
              </a:lnSpc>
            </a:pPr>
            <a:endParaRPr lang="es-ES_tradnl" sz="1125" kern="0">
              <a:solidFill>
                <a:schemeClr val="tx1">
                  <a:alpha val="65000"/>
                </a:schemeClr>
              </a:solidFill>
              <a:latin typeface="Arial Regular" pitchFamily="34" charset="0"/>
              <a:ea typeface="Arial Regular" pitchFamily="34" charset="-122"/>
              <a:cs typeface="Arial Regular" pitchFamily="34" charset="-120"/>
            </a:endParaRPr>
          </a:p>
          <a:p>
            <a:pPr>
              <a:lnSpc>
                <a:spcPts val="1457"/>
              </a:lnSpc>
            </a:pPr>
            <a:endParaRPr lang="es-ES_tradnl" sz="1125" kern="0">
              <a:solidFill>
                <a:srgbClr val="1A1A1A">
                  <a:alpha val="65000"/>
                </a:srgbClr>
              </a:solidFill>
              <a:latin typeface="Arial Regular" pitchFamily="34" charset="0"/>
              <a:ea typeface="Arial Regular" pitchFamily="34" charset="-122"/>
            </a:endParaRPr>
          </a:p>
          <a:p>
            <a:pPr>
              <a:lnSpc>
                <a:spcPts val="1457"/>
              </a:lnSpc>
            </a:pPr>
            <a:endParaRPr lang="es-ES_tradnl" sz="1125" noProof="0"/>
          </a:p>
        </p:txBody>
      </p:sp>
      <p:sp>
        <p:nvSpPr>
          <p:cNvPr id="39" name="Rectángulo 38">
            <a:extLst>
              <a:ext uri="{FF2B5EF4-FFF2-40B4-BE49-F238E27FC236}">
                <a16:creationId xmlns:a16="http://schemas.microsoft.com/office/drawing/2014/main" id="{18C15A3D-1C7D-F5AE-277F-9F648D5701BB}"/>
              </a:ext>
            </a:extLst>
          </p:cNvPr>
          <p:cNvSpPr/>
          <p:nvPr/>
        </p:nvSpPr>
        <p:spPr>
          <a:xfrm>
            <a:off x="4552440" y="1862681"/>
            <a:ext cx="3480477"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0" name="Total asegurados">
            <a:extLst>
              <a:ext uri="{FF2B5EF4-FFF2-40B4-BE49-F238E27FC236}">
                <a16:creationId xmlns:a16="http://schemas.microsoft.com/office/drawing/2014/main" id="{3BD63DD5-9EBD-36FB-F405-346697CD6295}"/>
              </a:ext>
            </a:extLst>
          </p:cNvPr>
          <p:cNvSpPr/>
          <p:nvPr/>
        </p:nvSpPr>
        <p:spPr>
          <a:xfrm>
            <a:off x="4732477" y="2175167"/>
            <a:ext cx="1959222" cy="1061892"/>
          </a:xfrm>
          <a:prstGeom prst="rect">
            <a:avLst/>
          </a:prstGeom>
          <a:noFill/>
          <a:ln/>
        </p:spPr>
        <p:txBody>
          <a:bodyPr wrap="square" lIns="0" tIns="0" rIns="0" bIns="0" rtlCol="0" anchor="ctr"/>
          <a:lstStyle/>
          <a:p>
            <a:pPr>
              <a:lnSpc>
                <a:spcPts val="1457"/>
              </a:lnSpc>
            </a:pPr>
            <a:r>
              <a:rPr lang="es-ES_tradnl" sz="1125" b="1" kern="0" noProof="0">
                <a:solidFill>
                  <a:schemeClr val="tx1">
                    <a:alpha val="65000"/>
                  </a:schemeClr>
                </a:solidFill>
                <a:latin typeface="Arial Regular" pitchFamily="34" charset="0"/>
                <a:ea typeface="Arial Regular" pitchFamily="34" charset="-122"/>
                <a:cs typeface="Arial Regular" pitchFamily="34" charset="-120"/>
              </a:rPr>
              <a:t>Primer año</a:t>
            </a:r>
          </a:p>
          <a:p>
            <a:pPr>
              <a:lnSpc>
                <a:spcPts val="1457"/>
              </a:lnSpc>
            </a:pPr>
            <a:endParaRPr lang="es-ES_tradnl" sz="1125" b="1" kern="0" noProof="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Producto Completo</a:t>
            </a:r>
            <a:endParaRPr lang="es-ES_tradnl" sz="1125" kern="0" noProof="0">
              <a:solidFill>
                <a:schemeClr val="tx1">
                  <a:alpha val="65000"/>
                </a:schemeClr>
              </a:solidFill>
              <a:latin typeface="Arial Regular" pitchFamily="34" charset="0"/>
              <a:ea typeface="Arial Regular" pitchFamily="34" charset="-122"/>
              <a:cs typeface="Arial Regular" pitchFamily="34" charset="-120"/>
            </a:endParaRPr>
          </a:p>
          <a:p>
            <a:pPr>
              <a:lnSpc>
                <a:spcPts val="1457"/>
              </a:lnSpc>
            </a:pPr>
            <a:endParaRPr lang="es-ES_tradnl" sz="1125" kern="0">
              <a:solidFill>
                <a:srgbClr val="1A1A1A">
                  <a:alpha val="65000"/>
                </a:srgbClr>
              </a:solidFill>
              <a:latin typeface="Arial Regular" pitchFamily="34" charset="0"/>
              <a:ea typeface="Arial Regular" pitchFamily="34" charset="-122"/>
            </a:endParaRPr>
          </a:p>
          <a:p>
            <a:pPr>
              <a:lnSpc>
                <a:spcPts val="1457"/>
              </a:lnSpc>
            </a:pPr>
            <a:endParaRPr lang="es-ES_tradnl" sz="1125" noProof="0"/>
          </a:p>
        </p:txBody>
      </p:sp>
      <p:sp>
        <p:nvSpPr>
          <p:cNvPr id="42" name="Rectángulo 41">
            <a:extLst>
              <a:ext uri="{FF2B5EF4-FFF2-40B4-BE49-F238E27FC236}">
                <a16:creationId xmlns:a16="http://schemas.microsoft.com/office/drawing/2014/main" id="{2C335116-2B62-4776-23AC-46A8C278DEDD}"/>
              </a:ext>
            </a:extLst>
          </p:cNvPr>
          <p:cNvSpPr/>
          <p:nvPr/>
        </p:nvSpPr>
        <p:spPr>
          <a:xfrm>
            <a:off x="4552440" y="3270126"/>
            <a:ext cx="3480477"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3" name="Total asegurados">
            <a:extLst>
              <a:ext uri="{FF2B5EF4-FFF2-40B4-BE49-F238E27FC236}">
                <a16:creationId xmlns:a16="http://schemas.microsoft.com/office/drawing/2014/main" id="{76FBEAC3-A345-1F6F-C3F1-FD91BB949432}"/>
              </a:ext>
            </a:extLst>
          </p:cNvPr>
          <p:cNvSpPr/>
          <p:nvPr/>
        </p:nvSpPr>
        <p:spPr>
          <a:xfrm>
            <a:off x="4732476" y="2928135"/>
            <a:ext cx="2860414" cy="1716369"/>
          </a:xfrm>
          <a:prstGeom prst="rect">
            <a:avLst/>
          </a:prstGeom>
          <a:noFill/>
          <a:ln/>
        </p:spPr>
        <p:txBody>
          <a:bodyPr wrap="square" lIns="0" tIns="0" rIns="0" bIns="0" rtlCol="0" anchor="ctr"/>
          <a:lstStyle/>
          <a:p>
            <a:pPr>
              <a:lnSpc>
                <a:spcPts val="1457"/>
              </a:lnSpc>
            </a:pPr>
            <a:r>
              <a:rPr lang="es-ES_tradnl" sz="1125" b="1" kern="0" noProof="0">
                <a:solidFill>
                  <a:schemeClr val="tx1">
                    <a:alpha val="65000"/>
                  </a:schemeClr>
                </a:solidFill>
                <a:latin typeface="Arial Regular" pitchFamily="34" charset="0"/>
                <a:ea typeface="Arial Regular" pitchFamily="34" charset="-122"/>
                <a:cs typeface="Arial Regular" pitchFamily="34" charset="-120"/>
              </a:rPr>
              <a:t>Segundo año</a:t>
            </a:r>
          </a:p>
          <a:p>
            <a:pPr>
              <a:lnSpc>
                <a:spcPts val="1457"/>
              </a:lnSpc>
            </a:pPr>
            <a:endParaRPr lang="es-ES_tradnl" sz="1125" b="1" kern="0" noProof="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Producto Completo + 5% Innovación</a:t>
            </a:r>
            <a:endParaRPr lang="es-ES_tradnl" sz="1125" kern="0" noProof="0">
              <a:solidFill>
                <a:schemeClr val="tx1">
                  <a:alpha val="65000"/>
                </a:schemeClr>
              </a:solidFill>
              <a:latin typeface="Arial Regular" pitchFamily="34" charset="0"/>
              <a:ea typeface="Arial Regular" pitchFamily="34" charset="-122"/>
              <a:cs typeface="Arial Regular" pitchFamily="34" charset="-120"/>
            </a:endParaRPr>
          </a:p>
          <a:p>
            <a:pPr>
              <a:lnSpc>
                <a:spcPts val="1457"/>
              </a:lnSpc>
            </a:pPr>
            <a:endParaRPr lang="es-ES_tradnl" sz="1125" noProof="0"/>
          </a:p>
        </p:txBody>
      </p:sp>
      <p:sp>
        <p:nvSpPr>
          <p:cNvPr id="45" name="Rectángulo 44">
            <a:extLst>
              <a:ext uri="{FF2B5EF4-FFF2-40B4-BE49-F238E27FC236}">
                <a16:creationId xmlns:a16="http://schemas.microsoft.com/office/drawing/2014/main" id="{6DEAAA56-E9F6-E9EC-4D56-C54DF734BC6D}"/>
              </a:ext>
            </a:extLst>
          </p:cNvPr>
          <p:cNvSpPr/>
          <p:nvPr/>
        </p:nvSpPr>
        <p:spPr>
          <a:xfrm>
            <a:off x="4552440" y="4675884"/>
            <a:ext cx="3480477"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6" name="Total asegurados">
            <a:extLst>
              <a:ext uri="{FF2B5EF4-FFF2-40B4-BE49-F238E27FC236}">
                <a16:creationId xmlns:a16="http://schemas.microsoft.com/office/drawing/2014/main" id="{1B4AE2DC-5CF5-3FEA-737A-C1E158D15B72}"/>
              </a:ext>
            </a:extLst>
          </p:cNvPr>
          <p:cNvSpPr/>
          <p:nvPr/>
        </p:nvSpPr>
        <p:spPr>
          <a:xfrm>
            <a:off x="4736100" y="4661270"/>
            <a:ext cx="2675191" cy="1061892"/>
          </a:xfrm>
          <a:prstGeom prst="rect">
            <a:avLst/>
          </a:prstGeom>
          <a:noFill/>
          <a:ln/>
        </p:spPr>
        <p:txBody>
          <a:bodyPr wrap="square" lIns="0" tIns="0" rIns="0" bIns="0" rtlCol="0" anchor="ctr"/>
          <a:lstStyle/>
          <a:p>
            <a:pPr>
              <a:lnSpc>
                <a:spcPts val="1457"/>
              </a:lnSpc>
            </a:pPr>
            <a:r>
              <a:rPr lang="es-ES_tradnl" sz="1125" b="1" kern="0" noProof="0">
                <a:solidFill>
                  <a:schemeClr val="tx1">
                    <a:alpha val="65000"/>
                  </a:schemeClr>
                </a:solidFill>
                <a:latin typeface="Arial Regular" pitchFamily="34" charset="0"/>
                <a:ea typeface="Arial Regular" pitchFamily="34" charset="-122"/>
                <a:cs typeface="Arial Regular" pitchFamily="34" charset="-120"/>
              </a:rPr>
              <a:t>Tercer año</a:t>
            </a:r>
          </a:p>
          <a:p>
            <a:pPr>
              <a:lnSpc>
                <a:spcPts val="1457"/>
              </a:lnSpc>
            </a:pPr>
            <a:endParaRPr lang="es-ES_tradnl" sz="1125" b="1" kern="0" noProof="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Producto Completo + 5% Innovación</a:t>
            </a:r>
            <a:endParaRPr lang="es-ES_tradnl" sz="1125" kern="0">
              <a:solidFill>
                <a:srgbClr val="1A1A1A">
                  <a:alpha val="65000"/>
                </a:srgbClr>
              </a:solidFill>
              <a:latin typeface="Arial Regular" pitchFamily="34" charset="0"/>
              <a:ea typeface="Arial Regular" pitchFamily="34" charset="-122"/>
            </a:endParaRPr>
          </a:p>
          <a:p>
            <a:pPr>
              <a:lnSpc>
                <a:spcPts val="1457"/>
              </a:lnSpc>
            </a:pPr>
            <a:endParaRPr lang="es-ES_tradnl" sz="1125" noProof="0"/>
          </a:p>
        </p:txBody>
      </p:sp>
      <p:sp>
        <p:nvSpPr>
          <p:cNvPr id="48" name="Rectángulo 47">
            <a:extLst>
              <a:ext uri="{FF2B5EF4-FFF2-40B4-BE49-F238E27FC236}">
                <a16:creationId xmlns:a16="http://schemas.microsoft.com/office/drawing/2014/main" id="{CA85FDF3-E16E-136E-6066-9DAC28C39FF8}"/>
              </a:ext>
            </a:extLst>
          </p:cNvPr>
          <p:cNvSpPr/>
          <p:nvPr/>
        </p:nvSpPr>
        <p:spPr>
          <a:xfrm>
            <a:off x="8445472" y="1862681"/>
            <a:ext cx="3480477"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9" name="Total asegurados">
            <a:extLst>
              <a:ext uri="{FF2B5EF4-FFF2-40B4-BE49-F238E27FC236}">
                <a16:creationId xmlns:a16="http://schemas.microsoft.com/office/drawing/2014/main" id="{FF57AF6F-AC33-E823-8155-3A66E6E6244A}"/>
              </a:ext>
            </a:extLst>
          </p:cNvPr>
          <p:cNvSpPr/>
          <p:nvPr/>
        </p:nvSpPr>
        <p:spPr>
          <a:xfrm>
            <a:off x="8625509" y="2175167"/>
            <a:ext cx="1834992" cy="1061892"/>
          </a:xfrm>
          <a:prstGeom prst="rect">
            <a:avLst/>
          </a:prstGeom>
          <a:noFill/>
          <a:ln/>
        </p:spPr>
        <p:txBody>
          <a:bodyPr wrap="square" lIns="0" tIns="0" rIns="0" bIns="0" rtlCol="0" anchor="ctr"/>
          <a:lstStyle/>
          <a:p>
            <a:pPr>
              <a:lnSpc>
                <a:spcPts val="1457"/>
              </a:lnSpc>
            </a:pPr>
            <a:r>
              <a:rPr lang="es-ES_tradnl" sz="1125" b="1" kern="0" noProof="0">
                <a:solidFill>
                  <a:schemeClr val="tx1">
                    <a:alpha val="65000"/>
                  </a:schemeClr>
                </a:solidFill>
                <a:latin typeface="Arial Regular" pitchFamily="34" charset="0"/>
                <a:ea typeface="Arial Regular" pitchFamily="34" charset="-122"/>
                <a:cs typeface="Arial Regular" pitchFamily="34" charset="-120"/>
              </a:rPr>
              <a:t>Primer año</a:t>
            </a:r>
          </a:p>
          <a:p>
            <a:pPr>
              <a:lnSpc>
                <a:spcPts val="1457"/>
              </a:lnSpc>
            </a:pPr>
            <a:endParaRPr lang="es-ES_tradnl" sz="1125" b="1" kern="0" noProof="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Producto Completo</a:t>
            </a:r>
            <a:endParaRPr lang="es-ES_tradnl" sz="1125" kern="0" noProof="0">
              <a:solidFill>
                <a:schemeClr val="tx1">
                  <a:alpha val="65000"/>
                </a:schemeClr>
              </a:solidFill>
              <a:latin typeface="Arial Regular" pitchFamily="34" charset="0"/>
              <a:ea typeface="Arial Regular" pitchFamily="34" charset="-122"/>
              <a:cs typeface="Arial Regular" pitchFamily="34" charset="-120"/>
            </a:endParaRPr>
          </a:p>
          <a:p>
            <a:pPr>
              <a:lnSpc>
                <a:spcPts val="1457"/>
              </a:lnSpc>
            </a:pPr>
            <a:endParaRPr lang="es-ES_tradnl" sz="1125" kern="0">
              <a:solidFill>
                <a:srgbClr val="1A1A1A">
                  <a:alpha val="65000"/>
                </a:srgbClr>
              </a:solidFill>
              <a:latin typeface="Arial Regular" pitchFamily="34" charset="0"/>
              <a:ea typeface="Arial Regular" pitchFamily="34" charset="-122"/>
            </a:endParaRPr>
          </a:p>
          <a:p>
            <a:pPr>
              <a:lnSpc>
                <a:spcPts val="1457"/>
              </a:lnSpc>
            </a:pPr>
            <a:endParaRPr lang="es-ES_tradnl" sz="1125" noProof="0"/>
          </a:p>
        </p:txBody>
      </p:sp>
      <p:sp>
        <p:nvSpPr>
          <p:cNvPr id="51" name="Rectángulo 50">
            <a:extLst>
              <a:ext uri="{FF2B5EF4-FFF2-40B4-BE49-F238E27FC236}">
                <a16:creationId xmlns:a16="http://schemas.microsoft.com/office/drawing/2014/main" id="{E7188A99-FDCB-ECA4-52B7-981A57087756}"/>
              </a:ext>
            </a:extLst>
          </p:cNvPr>
          <p:cNvSpPr/>
          <p:nvPr/>
        </p:nvSpPr>
        <p:spPr>
          <a:xfrm>
            <a:off x="8445472" y="3270126"/>
            <a:ext cx="3480477"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2" name="Total asegurados">
            <a:extLst>
              <a:ext uri="{FF2B5EF4-FFF2-40B4-BE49-F238E27FC236}">
                <a16:creationId xmlns:a16="http://schemas.microsoft.com/office/drawing/2014/main" id="{FECC8DAE-8FD0-F8EF-294B-BBE71F0A37F4}"/>
              </a:ext>
            </a:extLst>
          </p:cNvPr>
          <p:cNvSpPr/>
          <p:nvPr/>
        </p:nvSpPr>
        <p:spPr>
          <a:xfrm>
            <a:off x="8625509" y="3387406"/>
            <a:ext cx="1834992" cy="1061892"/>
          </a:xfrm>
          <a:prstGeom prst="rect">
            <a:avLst/>
          </a:prstGeom>
          <a:noFill/>
          <a:ln/>
        </p:spPr>
        <p:txBody>
          <a:bodyPr wrap="square" lIns="0" tIns="0" rIns="0" bIns="0" rtlCol="0" anchor="ctr"/>
          <a:lstStyle/>
          <a:p>
            <a:pPr>
              <a:lnSpc>
                <a:spcPts val="1457"/>
              </a:lnSpc>
            </a:pPr>
            <a:r>
              <a:rPr lang="es-ES_tradnl" sz="1125" b="1" kern="0" noProof="0">
                <a:solidFill>
                  <a:schemeClr val="tx1">
                    <a:alpha val="65000"/>
                  </a:schemeClr>
                </a:solidFill>
                <a:latin typeface="Arial Regular" pitchFamily="34" charset="0"/>
                <a:ea typeface="Arial Regular" pitchFamily="34" charset="-122"/>
                <a:cs typeface="Arial Regular" pitchFamily="34" charset="-120"/>
              </a:rPr>
              <a:t>Segundo año</a:t>
            </a:r>
          </a:p>
          <a:p>
            <a:pPr>
              <a:lnSpc>
                <a:spcPts val="1457"/>
              </a:lnSpc>
            </a:pPr>
            <a:endParaRPr lang="es-ES_tradnl" sz="1125" b="1" kern="0" noProof="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Producto Completo</a:t>
            </a:r>
            <a:endParaRPr lang="es-ES_tradnl" sz="1125" kern="0" noProof="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endParaRPr lang="es-ES_tradnl" sz="1125" kern="0">
              <a:solidFill>
                <a:schemeClr val="tx1">
                  <a:alpha val="65000"/>
                </a:schemeClr>
              </a:solidFill>
              <a:latin typeface="Arial Regular" pitchFamily="34" charset="0"/>
              <a:ea typeface="Arial Regular" pitchFamily="34" charset="-122"/>
              <a:cs typeface="Arial Regular" pitchFamily="34" charset="-120"/>
            </a:endParaRPr>
          </a:p>
        </p:txBody>
      </p:sp>
      <p:sp>
        <p:nvSpPr>
          <p:cNvPr id="54" name="Rectángulo 53">
            <a:extLst>
              <a:ext uri="{FF2B5EF4-FFF2-40B4-BE49-F238E27FC236}">
                <a16:creationId xmlns:a16="http://schemas.microsoft.com/office/drawing/2014/main" id="{D989BEE1-C8DA-C1F1-3F10-66874C1F56A8}"/>
              </a:ext>
            </a:extLst>
          </p:cNvPr>
          <p:cNvSpPr/>
          <p:nvPr/>
        </p:nvSpPr>
        <p:spPr>
          <a:xfrm>
            <a:off x="8445472" y="4686158"/>
            <a:ext cx="3480477"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5" name="Total asegurados">
            <a:extLst>
              <a:ext uri="{FF2B5EF4-FFF2-40B4-BE49-F238E27FC236}">
                <a16:creationId xmlns:a16="http://schemas.microsoft.com/office/drawing/2014/main" id="{92815C55-23F9-4EDA-0461-0643FF3EF4F7}"/>
              </a:ext>
            </a:extLst>
          </p:cNvPr>
          <p:cNvSpPr/>
          <p:nvPr/>
        </p:nvSpPr>
        <p:spPr>
          <a:xfrm>
            <a:off x="8625509" y="4721243"/>
            <a:ext cx="1834992" cy="1061892"/>
          </a:xfrm>
          <a:prstGeom prst="rect">
            <a:avLst/>
          </a:prstGeom>
          <a:noFill/>
          <a:ln/>
        </p:spPr>
        <p:txBody>
          <a:bodyPr wrap="square" lIns="0" tIns="0" rIns="0" bIns="0" rtlCol="0" anchor="ctr"/>
          <a:lstStyle/>
          <a:p>
            <a:pPr>
              <a:lnSpc>
                <a:spcPts val="1457"/>
              </a:lnSpc>
            </a:pPr>
            <a:r>
              <a:rPr lang="es-ES_tradnl" sz="1125" b="1" kern="0" noProof="0">
                <a:solidFill>
                  <a:schemeClr val="tx1">
                    <a:alpha val="65000"/>
                  </a:schemeClr>
                </a:solidFill>
                <a:latin typeface="Arial Regular" pitchFamily="34" charset="0"/>
                <a:ea typeface="Arial Regular" pitchFamily="34" charset="-122"/>
                <a:cs typeface="Arial Regular" pitchFamily="34" charset="-120"/>
              </a:rPr>
              <a:t>Tercer año</a:t>
            </a:r>
          </a:p>
          <a:p>
            <a:pPr>
              <a:lnSpc>
                <a:spcPts val="1457"/>
              </a:lnSpc>
            </a:pPr>
            <a:endParaRPr lang="es-ES_tradnl" sz="1125" b="1" kern="0" noProof="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Producto Completo</a:t>
            </a:r>
            <a:endParaRPr lang="es-ES_tradnl" sz="1125" kern="0" noProof="0">
              <a:solidFill>
                <a:schemeClr val="tx1">
                  <a:alpha val="65000"/>
                </a:schemeClr>
              </a:solidFill>
              <a:latin typeface="Arial Regular" pitchFamily="34" charset="0"/>
              <a:ea typeface="Arial Regular" pitchFamily="34" charset="-122"/>
              <a:cs typeface="Arial Regular" pitchFamily="34" charset="-120"/>
            </a:endParaRPr>
          </a:p>
          <a:p>
            <a:pPr>
              <a:lnSpc>
                <a:spcPts val="1457"/>
              </a:lnSpc>
            </a:pPr>
            <a:endParaRPr lang="es-ES_tradnl" sz="1125" kern="0">
              <a:solidFill>
                <a:srgbClr val="1A1A1A">
                  <a:alpha val="65000"/>
                </a:srgbClr>
              </a:solidFill>
              <a:latin typeface="Arial Regular" pitchFamily="34" charset="0"/>
              <a:ea typeface="Arial Regular" pitchFamily="34" charset="-122"/>
            </a:endParaRPr>
          </a:p>
          <a:p>
            <a:pPr>
              <a:lnSpc>
                <a:spcPts val="1457"/>
              </a:lnSpc>
            </a:pPr>
            <a:endParaRPr lang="es-ES_tradnl" sz="1125" noProof="0"/>
          </a:p>
        </p:txBody>
      </p:sp>
      <p:pic>
        <p:nvPicPr>
          <p:cNvPr id="57" name="Gráfico 56" descr="Impuestos con relleno sólido">
            <a:extLst>
              <a:ext uri="{FF2B5EF4-FFF2-40B4-BE49-F238E27FC236}">
                <a16:creationId xmlns:a16="http://schemas.microsoft.com/office/drawing/2014/main" id="{860DFEEE-5711-D5B1-D5ED-AE519DD9FFDA}"/>
              </a:ext>
            </a:extLst>
          </p:cNvPr>
          <p:cNvPicPr>
            <a:picLocks noChangeAspect="1"/>
          </p:cNvPicPr>
          <p:nvPr/>
        </p:nvPicPr>
        <p:blipFill>
          <a:blip r:embed="rId6">
            <a:extLst>
              <a:ext uri="{96DAC541-7B7A-43D3-8B79-37D633B846F1}">
                <asvg:svgBlip xmlns:asvg="http://schemas.microsoft.com/office/drawing/2016/SVG/main" r:embed="rId8"/>
              </a:ext>
            </a:extLst>
          </a:blip>
          <a:stretch>
            <a:fillRect/>
          </a:stretch>
        </p:blipFill>
        <p:spPr>
          <a:xfrm>
            <a:off x="7592890" y="1245575"/>
            <a:ext cx="385528" cy="385528"/>
          </a:xfrm>
          <a:prstGeom prst="rect">
            <a:avLst/>
          </a:prstGeom>
        </p:spPr>
      </p:pic>
      <p:pic>
        <p:nvPicPr>
          <p:cNvPr id="58" name="Gráfico 57" descr="Impuestos con relleno sólido">
            <a:extLst>
              <a:ext uri="{FF2B5EF4-FFF2-40B4-BE49-F238E27FC236}">
                <a16:creationId xmlns:a16="http://schemas.microsoft.com/office/drawing/2014/main" id="{9BC9BC25-0A98-6324-AAFF-BD7A6025B512}"/>
              </a:ext>
            </a:extLst>
          </p:cNvPr>
          <p:cNvPicPr>
            <a:picLocks noChangeAspect="1"/>
          </p:cNvPicPr>
          <p:nvPr/>
        </p:nvPicPr>
        <p:blipFill>
          <a:blip r:embed="rId6">
            <a:extLst>
              <a:ext uri="{96DAC541-7B7A-43D3-8B79-37D633B846F1}">
                <asvg:svgBlip xmlns:asvg="http://schemas.microsoft.com/office/drawing/2016/SVG/main" r:embed="rId8"/>
              </a:ext>
            </a:extLst>
          </a:blip>
          <a:stretch>
            <a:fillRect/>
          </a:stretch>
        </p:blipFill>
        <p:spPr>
          <a:xfrm>
            <a:off x="11529158" y="1239748"/>
            <a:ext cx="385528" cy="385528"/>
          </a:xfrm>
          <a:prstGeom prst="rect">
            <a:avLst/>
          </a:prstGeom>
        </p:spPr>
      </p:pic>
      <p:sp>
        <p:nvSpPr>
          <p:cNvPr id="59" name="name_907K">
            <a:extLst>
              <a:ext uri="{FF2B5EF4-FFF2-40B4-BE49-F238E27FC236}">
                <a16:creationId xmlns:a16="http://schemas.microsoft.com/office/drawing/2014/main" id="{4284AD43-D768-7278-5DA5-4451ED32EF83}"/>
              </a:ext>
            </a:extLst>
          </p:cNvPr>
          <p:cNvSpPr/>
          <p:nvPr/>
        </p:nvSpPr>
        <p:spPr>
          <a:xfrm>
            <a:off x="3083227" y="3979531"/>
            <a:ext cx="839310" cy="534749"/>
          </a:xfrm>
          <a:prstGeom prst="rect">
            <a:avLst/>
          </a:prstGeom>
          <a:noFill/>
          <a:ln/>
        </p:spPr>
        <p:txBody>
          <a:bodyPr wrap="square" lIns="0" tIns="0" rIns="0" bIns="0" rtlCol="0" anchor="ctr"/>
          <a:lstStyle/>
          <a:p>
            <a:pPr>
              <a:lnSpc>
                <a:spcPts val="3600"/>
              </a:lnSpc>
            </a:pPr>
            <a:r>
              <a:rPr lang="en-US" sz="2400" kern="0" spc="-75">
                <a:solidFill>
                  <a:srgbClr val="1A1A1A"/>
                </a:solidFill>
                <a:latin typeface="Arial Regular" pitchFamily="34" charset="0"/>
                <a:ea typeface="Arial Regular" pitchFamily="34" charset="-122"/>
                <a:cs typeface="Arial Regular" pitchFamily="34" charset="-120"/>
              </a:rPr>
              <a:t>269 K</a:t>
            </a:r>
            <a:endParaRPr lang="en-US" sz="2400" spc="-75"/>
          </a:p>
        </p:txBody>
      </p:sp>
      <p:sp>
        <p:nvSpPr>
          <p:cNvPr id="60" name="name_907K">
            <a:extLst>
              <a:ext uri="{FF2B5EF4-FFF2-40B4-BE49-F238E27FC236}">
                <a16:creationId xmlns:a16="http://schemas.microsoft.com/office/drawing/2014/main" id="{6DCEF8FB-8030-9172-55A8-B8636B179CA2}"/>
              </a:ext>
            </a:extLst>
          </p:cNvPr>
          <p:cNvSpPr/>
          <p:nvPr/>
        </p:nvSpPr>
        <p:spPr>
          <a:xfrm>
            <a:off x="3036317" y="5443725"/>
            <a:ext cx="839310" cy="457200"/>
          </a:xfrm>
          <a:prstGeom prst="rect">
            <a:avLst/>
          </a:prstGeom>
          <a:noFill/>
          <a:ln/>
        </p:spPr>
        <p:txBody>
          <a:bodyPr wrap="square" lIns="0" tIns="0" rIns="0" bIns="0" rtlCol="0" anchor="ctr"/>
          <a:lstStyle/>
          <a:p>
            <a:pPr>
              <a:lnSpc>
                <a:spcPts val="3600"/>
              </a:lnSpc>
            </a:pPr>
            <a:r>
              <a:rPr lang="en-US" sz="2400" kern="0" spc="-75">
                <a:solidFill>
                  <a:srgbClr val="1A1A1A"/>
                </a:solidFill>
                <a:latin typeface="Arial Regular" pitchFamily="34" charset="0"/>
                <a:ea typeface="Arial Regular" pitchFamily="34" charset="-122"/>
                <a:cs typeface="Arial Regular" pitchFamily="34" charset="-120"/>
              </a:rPr>
              <a:t>269 K</a:t>
            </a:r>
            <a:endParaRPr lang="en-US" sz="2400" spc="-75"/>
          </a:p>
        </p:txBody>
      </p:sp>
      <p:sp>
        <p:nvSpPr>
          <p:cNvPr id="61" name="name_907K">
            <a:extLst>
              <a:ext uri="{FF2B5EF4-FFF2-40B4-BE49-F238E27FC236}">
                <a16:creationId xmlns:a16="http://schemas.microsoft.com/office/drawing/2014/main" id="{4919E5F5-8DB3-BE3F-80EC-E88C9A7A5970}"/>
              </a:ext>
            </a:extLst>
          </p:cNvPr>
          <p:cNvSpPr/>
          <p:nvPr/>
        </p:nvSpPr>
        <p:spPr>
          <a:xfrm>
            <a:off x="7104254" y="2610155"/>
            <a:ext cx="839310" cy="457200"/>
          </a:xfrm>
          <a:prstGeom prst="rect">
            <a:avLst/>
          </a:prstGeom>
          <a:noFill/>
          <a:ln/>
        </p:spPr>
        <p:txBody>
          <a:bodyPr wrap="square" lIns="0" tIns="0" rIns="0" bIns="0" rtlCol="0" anchor="ctr"/>
          <a:lstStyle/>
          <a:p>
            <a:pPr>
              <a:lnSpc>
                <a:spcPts val="3600"/>
              </a:lnSpc>
            </a:pPr>
            <a:r>
              <a:rPr lang="en-US" sz="2400" kern="0" spc="-75">
                <a:solidFill>
                  <a:srgbClr val="1A1A1A"/>
                </a:solidFill>
                <a:latin typeface="Arial Regular" pitchFamily="34" charset="0"/>
                <a:ea typeface="Arial Regular" pitchFamily="34" charset="-122"/>
                <a:cs typeface="Arial Regular" pitchFamily="34" charset="-120"/>
              </a:rPr>
              <a:t>501 K</a:t>
            </a:r>
            <a:endParaRPr lang="en-US" sz="2400" spc="-75"/>
          </a:p>
        </p:txBody>
      </p:sp>
      <p:sp>
        <p:nvSpPr>
          <p:cNvPr id="62" name="name_907K">
            <a:extLst>
              <a:ext uri="{FF2B5EF4-FFF2-40B4-BE49-F238E27FC236}">
                <a16:creationId xmlns:a16="http://schemas.microsoft.com/office/drawing/2014/main" id="{CFDB7DEA-4C6E-55F9-8996-3DEE2222DEAC}"/>
              </a:ext>
            </a:extLst>
          </p:cNvPr>
          <p:cNvSpPr/>
          <p:nvPr/>
        </p:nvSpPr>
        <p:spPr>
          <a:xfrm>
            <a:off x="7139108" y="4063649"/>
            <a:ext cx="839310" cy="457200"/>
          </a:xfrm>
          <a:prstGeom prst="rect">
            <a:avLst/>
          </a:prstGeom>
          <a:noFill/>
          <a:ln/>
        </p:spPr>
        <p:txBody>
          <a:bodyPr wrap="square" lIns="0" tIns="0" rIns="0" bIns="0" rtlCol="0" anchor="ctr"/>
          <a:lstStyle/>
          <a:p>
            <a:pPr>
              <a:lnSpc>
                <a:spcPts val="3600"/>
              </a:lnSpc>
            </a:pPr>
            <a:r>
              <a:rPr lang="en-US" sz="2400" kern="0" spc="-75">
                <a:solidFill>
                  <a:srgbClr val="1A1A1A"/>
                </a:solidFill>
                <a:latin typeface="Arial Regular" pitchFamily="34" charset="0"/>
                <a:ea typeface="Arial Regular" pitchFamily="34" charset="-122"/>
                <a:cs typeface="Arial Regular" pitchFamily="34" charset="-120"/>
              </a:rPr>
              <a:t>511 K</a:t>
            </a:r>
            <a:endParaRPr lang="en-US" sz="2400" spc="-75"/>
          </a:p>
        </p:txBody>
      </p:sp>
      <p:sp>
        <p:nvSpPr>
          <p:cNvPr id="63" name="name_907K">
            <a:extLst>
              <a:ext uri="{FF2B5EF4-FFF2-40B4-BE49-F238E27FC236}">
                <a16:creationId xmlns:a16="http://schemas.microsoft.com/office/drawing/2014/main" id="{990D4810-371A-5ECF-47C4-3073192A5537}"/>
              </a:ext>
            </a:extLst>
          </p:cNvPr>
          <p:cNvSpPr/>
          <p:nvPr/>
        </p:nvSpPr>
        <p:spPr>
          <a:xfrm>
            <a:off x="7160061" y="5443725"/>
            <a:ext cx="839310" cy="457200"/>
          </a:xfrm>
          <a:prstGeom prst="rect">
            <a:avLst/>
          </a:prstGeom>
          <a:noFill/>
          <a:ln/>
        </p:spPr>
        <p:txBody>
          <a:bodyPr wrap="square" lIns="0" tIns="0" rIns="0" bIns="0" rtlCol="0" anchor="ctr"/>
          <a:lstStyle/>
          <a:p>
            <a:pPr>
              <a:lnSpc>
                <a:spcPts val="3600"/>
              </a:lnSpc>
            </a:pPr>
            <a:r>
              <a:rPr lang="en-US" sz="2400" kern="0" spc="-75">
                <a:solidFill>
                  <a:srgbClr val="1A1A1A"/>
                </a:solidFill>
                <a:latin typeface="Arial Regular" pitchFamily="34" charset="0"/>
                <a:ea typeface="Arial Regular" pitchFamily="34" charset="-122"/>
                <a:cs typeface="Arial Regular" pitchFamily="34" charset="-120"/>
              </a:rPr>
              <a:t>521 K</a:t>
            </a:r>
            <a:endParaRPr lang="en-US" sz="2400" spc="-75"/>
          </a:p>
        </p:txBody>
      </p:sp>
      <p:sp>
        <p:nvSpPr>
          <p:cNvPr id="64" name="name_907K">
            <a:extLst>
              <a:ext uri="{FF2B5EF4-FFF2-40B4-BE49-F238E27FC236}">
                <a16:creationId xmlns:a16="http://schemas.microsoft.com/office/drawing/2014/main" id="{D2C3CC66-4813-3A4F-4970-D27BDD8EE6E6}"/>
              </a:ext>
            </a:extLst>
          </p:cNvPr>
          <p:cNvSpPr/>
          <p:nvPr/>
        </p:nvSpPr>
        <p:spPr>
          <a:xfrm>
            <a:off x="10989722" y="2610155"/>
            <a:ext cx="839310" cy="457200"/>
          </a:xfrm>
          <a:prstGeom prst="rect">
            <a:avLst/>
          </a:prstGeom>
          <a:noFill/>
          <a:ln/>
        </p:spPr>
        <p:txBody>
          <a:bodyPr wrap="square" lIns="0" tIns="0" rIns="0" bIns="0" rtlCol="0" anchor="ctr"/>
          <a:lstStyle/>
          <a:p>
            <a:pPr>
              <a:lnSpc>
                <a:spcPts val="3600"/>
              </a:lnSpc>
            </a:pPr>
            <a:r>
              <a:rPr lang="en-US" sz="2400" kern="0" spc="-75">
                <a:solidFill>
                  <a:srgbClr val="1A1A1A"/>
                </a:solidFill>
                <a:latin typeface="Arial Regular" pitchFamily="34" charset="0"/>
                <a:ea typeface="Arial Regular" pitchFamily="34" charset="-122"/>
                <a:cs typeface="Arial Regular" pitchFamily="34" charset="-120"/>
              </a:rPr>
              <a:t>293 K</a:t>
            </a:r>
            <a:endParaRPr lang="en-US" sz="2400" spc="-75"/>
          </a:p>
        </p:txBody>
      </p:sp>
      <p:sp>
        <p:nvSpPr>
          <p:cNvPr id="65" name="name_907K">
            <a:extLst>
              <a:ext uri="{FF2B5EF4-FFF2-40B4-BE49-F238E27FC236}">
                <a16:creationId xmlns:a16="http://schemas.microsoft.com/office/drawing/2014/main" id="{A08FB4A0-7A8D-6824-C69C-6F4B67857C16}"/>
              </a:ext>
            </a:extLst>
          </p:cNvPr>
          <p:cNvSpPr/>
          <p:nvPr/>
        </p:nvSpPr>
        <p:spPr>
          <a:xfrm>
            <a:off x="10991532" y="4063649"/>
            <a:ext cx="839310" cy="457200"/>
          </a:xfrm>
          <a:prstGeom prst="rect">
            <a:avLst/>
          </a:prstGeom>
          <a:noFill/>
          <a:ln/>
        </p:spPr>
        <p:txBody>
          <a:bodyPr wrap="square" lIns="0" tIns="0" rIns="0" bIns="0" rtlCol="0" anchor="ctr"/>
          <a:lstStyle/>
          <a:p>
            <a:pPr>
              <a:lnSpc>
                <a:spcPts val="3600"/>
              </a:lnSpc>
            </a:pPr>
            <a:r>
              <a:rPr lang="en-US" sz="2400" kern="0" spc="-75">
                <a:solidFill>
                  <a:srgbClr val="1A1A1A"/>
                </a:solidFill>
                <a:latin typeface="Arial Regular" pitchFamily="34" charset="0"/>
                <a:ea typeface="Arial Regular" pitchFamily="34" charset="-122"/>
                <a:cs typeface="Arial Regular" pitchFamily="34" charset="-120"/>
              </a:rPr>
              <a:t>293 K</a:t>
            </a:r>
            <a:endParaRPr lang="en-US" sz="2400" spc="-75"/>
          </a:p>
        </p:txBody>
      </p:sp>
      <p:sp>
        <p:nvSpPr>
          <p:cNvPr id="66" name="name_907K">
            <a:extLst>
              <a:ext uri="{FF2B5EF4-FFF2-40B4-BE49-F238E27FC236}">
                <a16:creationId xmlns:a16="http://schemas.microsoft.com/office/drawing/2014/main" id="{95F4FC7B-9DC0-44DE-4C3A-389C0D1DA539}"/>
              </a:ext>
            </a:extLst>
          </p:cNvPr>
          <p:cNvSpPr/>
          <p:nvPr/>
        </p:nvSpPr>
        <p:spPr>
          <a:xfrm>
            <a:off x="10987057" y="5449223"/>
            <a:ext cx="839310" cy="457200"/>
          </a:xfrm>
          <a:prstGeom prst="rect">
            <a:avLst/>
          </a:prstGeom>
          <a:noFill/>
          <a:ln/>
        </p:spPr>
        <p:txBody>
          <a:bodyPr wrap="square" lIns="0" tIns="0" rIns="0" bIns="0" rtlCol="0" anchor="ctr"/>
          <a:lstStyle/>
          <a:p>
            <a:pPr>
              <a:lnSpc>
                <a:spcPts val="3600"/>
              </a:lnSpc>
            </a:pPr>
            <a:r>
              <a:rPr lang="en-US" sz="2400" kern="0" spc="-75">
                <a:solidFill>
                  <a:srgbClr val="1A1A1A"/>
                </a:solidFill>
                <a:latin typeface="Arial Regular" pitchFamily="34" charset="0"/>
                <a:ea typeface="Arial Regular" pitchFamily="34" charset="-122"/>
                <a:cs typeface="Arial Regular" pitchFamily="34" charset="-120"/>
              </a:rPr>
              <a:t>293 K</a:t>
            </a:r>
            <a:endParaRPr lang="en-US" sz="2400" spc="-75"/>
          </a:p>
        </p:txBody>
      </p:sp>
      <p:sp>
        <p:nvSpPr>
          <p:cNvPr id="67" name="Total asegurados">
            <a:extLst>
              <a:ext uri="{FF2B5EF4-FFF2-40B4-BE49-F238E27FC236}">
                <a16:creationId xmlns:a16="http://schemas.microsoft.com/office/drawing/2014/main" id="{2672D4F9-4736-9C30-E0F8-C31728469980}"/>
              </a:ext>
            </a:extLst>
          </p:cNvPr>
          <p:cNvSpPr/>
          <p:nvPr/>
        </p:nvSpPr>
        <p:spPr>
          <a:xfrm>
            <a:off x="3117108" y="1384421"/>
            <a:ext cx="801154" cy="155766"/>
          </a:xfrm>
          <a:prstGeom prst="rect">
            <a:avLst/>
          </a:prstGeom>
          <a:noFill/>
          <a:ln/>
        </p:spPr>
        <p:txBody>
          <a:bodyPr wrap="square" lIns="0" tIns="0" rIns="0" bIns="0" rtlCol="0" anchor="ctr"/>
          <a:lstStyle/>
          <a:p>
            <a:pPr>
              <a:lnSpc>
                <a:spcPts val="1457"/>
              </a:lnSpc>
            </a:pPr>
            <a:r>
              <a:rPr lang="es-ES_tradnl" sz="1125" i="1" kern="0" noProof="0">
                <a:solidFill>
                  <a:srgbClr val="1A1A1A">
                    <a:alpha val="65000"/>
                  </a:srgbClr>
                </a:solidFill>
                <a:latin typeface="Arial Regular" pitchFamily="34" charset="0"/>
                <a:ea typeface="Arial Regular" pitchFamily="34" charset="-122"/>
                <a:cs typeface="Arial Regular" pitchFamily="34" charset="-120"/>
              </a:rPr>
              <a:t>Total 3 años</a:t>
            </a:r>
            <a:endParaRPr lang="es-ES_tradnl" sz="1125" i="1" noProof="0"/>
          </a:p>
        </p:txBody>
      </p:sp>
      <p:sp>
        <p:nvSpPr>
          <p:cNvPr id="68" name="Total asegurados">
            <a:extLst>
              <a:ext uri="{FF2B5EF4-FFF2-40B4-BE49-F238E27FC236}">
                <a16:creationId xmlns:a16="http://schemas.microsoft.com/office/drawing/2014/main" id="{475A7DA6-7205-A282-6E8F-F31A8F792953}"/>
              </a:ext>
            </a:extLst>
          </p:cNvPr>
          <p:cNvSpPr/>
          <p:nvPr/>
        </p:nvSpPr>
        <p:spPr>
          <a:xfrm>
            <a:off x="7090349" y="1396329"/>
            <a:ext cx="801154" cy="155766"/>
          </a:xfrm>
          <a:prstGeom prst="rect">
            <a:avLst/>
          </a:prstGeom>
          <a:noFill/>
          <a:ln/>
        </p:spPr>
        <p:txBody>
          <a:bodyPr wrap="square" lIns="0" tIns="0" rIns="0" bIns="0" rtlCol="0" anchor="ctr"/>
          <a:lstStyle/>
          <a:p>
            <a:pPr>
              <a:lnSpc>
                <a:spcPts val="1457"/>
              </a:lnSpc>
            </a:pPr>
            <a:r>
              <a:rPr lang="es-ES_tradnl" sz="1125" i="1" kern="0" noProof="0">
                <a:solidFill>
                  <a:srgbClr val="1A1A1A">
                    <a:alpha val="65000"/>
                  </a:srgbClr>
                </a:solidFill>
                <a:latin typeface="Arial Regular" pitchFamily="34" charset="0"/>
                <a:ea typeface="Arial Regular" pitchFamily="34" charset="-122"/>
                <a:cs typeface="Arial Regular" pitchFamily="34" charset="-120"/>
              </a:rPr>
              <a:t>Total 3 años</a:t>
            </a:r>
            <a:endParaRPr lang="es-ES_tradnl" sz="1125" i="1" noProof="0"/>
          </a:p>
        </p:txBody>
      </p:sp>
      <p:sp>
        <p:nvSpPr>
          <p:cNvPr id="69" name="Total asegurados">
            <a:extLst>
              <a:ext uri="{FF2B5EF4-FFF2-40B4-BE49-F238E27FC236}">
                <a16:creationId xmlns:a16="http://schemas.microsoft.com/office/drawing/2014/main" id="{EECCA472-0A8A-8BF2-96CD-4781B69353DB}"/>
              </a:ext>
            </a:extLst>
          </p:cNvPr>
          <p:cNvSpPr/>
          <p:nvPr/>
        </p:nvSpPr>
        <p:spPr>
          <a:xfrm>
            <a:off x="11061955" y="1383218"/>
            <a:ext cx="801154" cy="155766"/>
          </a:xfrm>
          <a:prstGeom prst="rect">
            <a:avLst/>
          </a:prstGeom>
          <a:noFill/>
          <a:ln/>
        </p:spPr>
        <p:txBody>
          <a:bodyPr wrap="square" lIns="0" tIns="0" rIns="0" bIns="0" rtlCol="0" anchor="ctr"/>
          <a:lstStyle/>
          <a:p>
            <a:pPr>
              <a:lnSpc>
                <a:spcPts val="1457"/>
              </a:lnSpc>
            </a:pPr>
            <a:r>
              <a:rPr lang="es-ES_tradnl" sz="1125" i="1" kern="0" noProof="0">
                <a:solidFill>
                  <a:srgbClr val="1A1A1A">
                    <a:alpha val="65000"/>
                  </a:srgbClr>
                </a:solidFill>
                <a:latin typeface="Arial Regular" pitchFamily="34" charset="0"/>
                <a:ea typeface="Arial Regular" pitchFamily="34" charset="-122"/>
                <a:cs typeface="Arial Regular" pitchFamily="34" charset="-120"/>
              </a:rPr>
              <a:t>Total 3 años</a:t>
            </a:r>
            <a:endParaRPr lang="es-ES_tradnl" sz="1125" i="1" noProof="0"/>
          </a:p>
        </p:txBody>
      </p:sp>
      <p:sp>
        <p:nvSpPr>
          <p:cNvPr id="3" name="Rectángulo 2">
            <a:extLst>
              <a:ext uri="{FF2B5EF4-FFF2-40B4-BE49-F238E27FC236}">
                <a16:creationId xmlns:a16="http://schemas.microsoft.com/office/drawing/2014/main" id="{47F4C895-8AFD-EC9F-1183-3F41F8467F29}"/>
              </a:ext>
            </a:extLst>
          </p:cNvPr>
          <p:cNvSpPr/>
          <p:nvPr/>
        </p:nvSpPr>
        <p:spPr>
          <a:xfrm rot="21340932">
            <a:off x="9764134" y="239403"/>
            <a:ext cx="1476686" cy="400110"/>
          </a:xfrm>
          <a:prstGeom prst="rect">
            <a:avLst/>
          </a:prstGeom>
          <a:noFill/>
          <a:ln w="19050">
            <a:solidFill>
              <a:srgbClr val="C00000"/>
            </a:solidFill>
          </a:ln>
          <a:effectLst>
            <a:outerShdw blurRad="50800" dist="38100" dir="5400000" algn="t" rotWithShape="0">
              <a:prstClr val="black">
                <a:alpha val="40000"/>
              </a:prstClr>
            </a:outerShdw>
          </a:effectLst>
        </p:spPr>
        <p:txBody>
          <a:bodyPr wrap="none" lIns="91440" tIns="45720" rIns="91440" bIns="45720">
            <a:spAutoFit/>
          </a:bodyPr>
          <a:lstStyle/>
          <a:p>
            <a:pPr algn="ctr"/>
            <a:r>
              <a:rPr lang="es-ES" sz="2000" b="0" cap="none" spc="0">
                <a:ln w="0"/>
                <a:solidFill>
                  <a:schemeClr val="tx1"/>
                </a:solidFill>
                <a:effectLst>
                  <a:outerShdw blurRad="38100" dist="19050" dir="2700000" algn="tl" rotWithShape="0">
                    <a:schemeClr val="dk1">
                      <a:alpha val="40000"/>
                    </a:schemeClr>
                  </a:outerShdw>
                </a:effectLst>
              </a:rPr>
              <a:t>Escenario 1</a:t>
            </a:r>
          </a:p>
        </p:txBody>
      </p:sp>
    </p:spTree>
    <p:extLst>
      <p:ext uri="{BB962C8B-B14F-4D97-AF65-F5344CB8AC3E}">
        <p14:creationId xmlns:p14="http://schemas.microsoft.com/office/powerpoint/2010/main" val="20674317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221F2-5A3F-1CF2-3F0D-35D00B4FB9C9}"/>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2FC3C3E8-DAF9-8CD5-179C-05AB082199B6}"/>
              </a:ext>
            </a:extLst>
          </p:cNvPr>
          <p:cNvSpPr>
            <a:spLocks noGrp="1"/>
          </p:cNvSpPr>
          <p:nvPr>
            <p:ph type="body" sz="quarter" idx="10"/>
          </p:nvPr>
        </p:nvSpPr>
        <p:spPr/>
        <p:txBody>
          <a:bodyPr>
            <a:normAutofit/>
          </a:bodyPr>
          <a:lstStyle/>
          <a:p>
            <a:pPr>
              <a:lnSpc>
                <a:spcPts val="4798"/>
              </a:lnSpc>
            </a:pPr>
            <a:r>
              <a:rPr lang="es-ES" kern="0" spc="-100" noProof="0">
                <a:latin typeface="Arial Regular" pitchFamily="34" charset="0"/>
                <a:ea typeface="Arial Regular" pitchFamily="34" charset="-122"/>
                <a:cs typeface="Arial Regular" pitchFamily="34" charset="-120"/>
              </a:rPr>
              <a:t>Anexo de licencias por Módulos</a:t>
            </a:r>
            <a:endParaRPr lang="es-ES" spc="-100" noProof="0"/>
          </a:p>
        </p:txBody>
      </p:sp>
      <p:sp>
        <p:nvSpPr>
          <p:cNvPr id="5" name="Marcador de texto 4">
            <a:extLst>
              <a:ext uri="{FF2B5EF4-FFF2-40B4-BE49-F238E27FC236}">
                <a16:creationId xmlns:a16="http://schemas.microsoft.com/office/drawing/2014/main" id="{E9839DA4-0C1D-FF68-2412-A901BC94E293}"/>
              </a:ext>
            </a:extLst>
          </p:cNvPr>
          <p:cNvSpPr>
            <a:spLocks noGrp="1"/>
          </p:cNvSpPr>
          <p:nvPr>
            <p:ph type="body" sz="quarter" idx="13"/>
          </p:nvPr>
        </p:nvSpPr>
        <p:spPr/>
        <p:txBody>
          <a:bodyPr/>
          <a:lstStyle/>
          <a:p>
            <a:r>
              <a:rPr lang="es-ES" spc="-67" dirty="0"/>
              <a:t>Conclusiones Defensas RFI Proyecto HCM</a:t>
            </a:r>
          </a:p>
        </p:txBody>
      </p:sp>
      <p:sp>
        <p:nvSpPr>
          <p:cNvPr id="11" name="Rectángulo 10">
            <a:extLst>
              <a:ext uri="{FF2B5EF4-FFF2-40B4-BE49-F238E27FC236}">
                <a16:creationId xmlns:a16="http://schemas.microsoft.com/office/drawing/2014/main" id="{3F7538E2-AE6E-CC11-D8A7-E14A84353340}"/>
              </a:ext>
            </a:extLst>
          </p:cNvPr>
          <p:cNvSpPr/>
          <p:nvPr/>
        </p:nvSpPr>
        <p:spPr>
          <a:xfrm>
            <a:off x="499440" y="957075"/>
            <a:ext cx="3480477"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name_907K">
            <a:extLst>
              <a:ext uri="{FF2B5EF4-FFF2-40B4-BE49-F238E27FC236}">
                <a16:creationId xmlns:a16="http://schemas.microsoft.com/office/drawing/2014/main" id="{7298A618-AEDF-7E52-890F-B9FD38D25C61}"/>
              </a:ext>
            </a:extLst>
          </p:cNvPr>
          <p:cNvSpPr/>
          <p:nvPr/>
        </p:nvSpPr>
        <p:spPr>
          <a:xfrm>
            <a:off x="650591" y="1098439"/>
            <a:ext cx="1553690" cy="457200"/>
          </a:xfrm>
          <a:prstGeom prst="rect">
            <a:avLst/>
          </a:prstGeom>
          <a:noFill/>
          <a:ln/>
        </p:spPr>
        <p:txBody>
          <a:bodyPr wrap="square" lIns="0" tIns="0" rIns="0" bIns="0" rtlCol="0" anchor="ctr"/>
          <a:lstStyle/>
          <a:p>
            <a:pPr>
              <a:lnSpc>
                <a:spcPts val="3600"/>
              </a:lnSpc>
            </a:pPr>
            <a:r>
              <a:rPr lang="en-US" sz="3300" kern="0" spc="-75">
                <a:solidFill>
                  <a:srgbClr val="1A1A1A"/>
                </a:solidFill>
                <a:latin typeface="Arial Regular" pitchFamily="34" charset="0"/>
                <a:ea typeface="Arial Regular" pitchFamily="34" charset="-122"/>
                <a:cs typeface="Arial Regular" pitchFamily="34" charset="-120"/>
              </a:rPr>
              <a:t>574</a:t>
            </a:r>
            <a:r>
              <a:rPr lang="en-US" sz="2400" kern="0" spc="-75">
                <a:solidFill>
                  <a:srgbClr val="1A1A1A"/>
                </a:solidFill>
                <a:latin typeface="Arial Regular" pitchFamily="34" charset="0"/>
                <a:ea typeface="Arial Regular" pitchFamily="34" charset="-122"/>
                <a:cs typeface="Arial Regular" pitchFamily="34" charset="-120"/>
              </a:rPr>
              <a:t> </a:t>
            </a:r>
            <a:r>
              <a:rPr lang="en-US" sz="3300" kern="0" spc="-75">
                <a:solidFill>
                  <a:srgbClr val="1A1A1A"/>
                </a:solidFill>
                <a:latin typeface="Arial Regular" pitchFamily="34" charset="0"/>
                <a:ea typeface="Arial Regular" pitchFamily="34" charset="-122"/>
                <a:cs typeface="Arial Regular" pitchFamily="34" charset="-120"/>
              </a:rPr>
              <a:t>K</a:t>
            </a:r>
            <a:endParaRPr lang="en-US" sz="3300" spc="-75"/>
          </a:p>
        </p:txBody>
      </p:sp>
      <p:pic>
        <p:nvPicPr>
          <p:cNvPr id="14" name="Picture 4" descr="Comprar acciones de Oracle este 2024: Lo que necesitas saber - The Investor  U">
            <a:extLst>
              <a:ext uri="{FF2B5EF4-FFF2-40B4-BE49-F238E27FC236}">
                <a16:creationId xmlns:a16="http://schemas.microsoft.com/office/drawing/2014/main" id="{04F2DD88-653B-A8EE-BCBE-ADA28AB84D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9019" y="910692"/>
            <a:ext cx="875718" cy="492591"/>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a:extLst>
              <a:ext uri="{FF2B5EF4-FFF2-40B4-BE49-F238E27FC236}">
                <a16:creationId xmlns:a16="http://schemas.microsoft.com/office/drawing/2014/main" id="{28284872-960A-4FB6-7FD6-CC9D9035F5E1}"/>
              </a:ext>
            </a:extLst>
          </p:cNvPr>
          <p:cNvSpPr/>
          <p:nvPr/>
        </p:nvSpPr>
        <p:spPr>
          <a:xfrm>
            <a:off x="4552440" y="957075"/>
            <a:ext cx="3480477"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name_907K">
            <a:extLst>
              <a:ext uri="{FF2B5EF4-FFF2-40B4-BE49-F238E27FC236}">
                <a16:creationId xmlns:a16="http://schemas.microsoft.com/office/drawing/2014/main" id="{4EC62891-ECDD-F201-2261-FBFF85AB8E06}"/>
              </a:ext>
            </a:extLst>
          </p:cNvPr>
          <p:cNvSpPr/>
          <p:nvPr/>
        </p:nvSpPr>
        <p:spPr>
          <a:xfrm>
            <a:off x="4701736" y="1094934"/>
            <a:ext cx="2187940" cy="457200"/>
          </a:xfrm>
          <a:prstGeom prst="rect">
            <a:avLst/>
          </a:prstGeom>
          <a:noFill/>
          <a:ln/>
        </p:spPr>
        <p:txBody>
          <a:bodyPr wrap="square" lIns="0" tIns="0" rIns="0" bIns="0" rtlCol="0" anchor="ctr"/>
          <a:lstStyle/>
          <a:p>
            <a:pPr>
              <a:lnSpc>
                <a:spcPts val="3600"/>
              </a:lnSpc>
            </a:pPr>
            <a:r>
              <a:rPr lang="en-US" sz="3300" kern="0" spc="-75">
                <a:solidFill>
                  <a:srgbClr val="1A1A1A"/>
                </a:solidFill>
                <a:latin typeface="Arial Regular" pitchFamily="34" charset="0"/>
                <a:ea typeface="Arial Regular" pitchFamily="34" charset="-122"/>
                <a:cs typeface="Arial Regular" pitchFamily="34" charset="-120"/>
              </a:rPr>
              <a:t>1.534</a:t>
            </a:r>
            <a:r>
              <a:rPr lang="en-US" sz="2400" kern="0" spc="-75">
                <a:solidFill>
                  <a:srgbClr val="1A1A1A"/>
                </a:solidFill>
                <a:latin typeface="Arial Regular" pitchFamily="34" charset="0"/>
                <a:ea typeface="Arial Regular" pitchFamily="34" charset="-122"/>
                <a:cs typeface="Arial Regular" pitchFamily="34" charset="-120"/>
              </a:rPr>
              <a:t> </a:t>
            </a:r>
            <a:r>
              <a:rPr lang="en-US" sz="3300" kern="0" spc="-75">
                <a:solidFill>
                  <a:srgbClr val="1A1A1A"/>
                </a:solidFill>
                <a:latin typeface="Arial Regular" pitchFamily="34" charset="0"/>
                <a:ea typeface="Arial Regular" pitchFamily="34" charset="-122"/>
                <a:cs typeface="Arial Regular" pitchFamily="34" charset="-120"/>
              </a:rPr>
              <a:t>K</a:t>
            </a:r>
            <a:endParaRPr lang="en-US" sz="3300" spc="-75"/>
          </a:p>
        </p:txBody>
      </p:sp>
      <p:pic>
        <p:nvPicPr>
          <p:cNvPr id="18" name="Picture 2" descr="Workday at Wake Forest - Workday">
            <a:extLst>
              <a:ext uri="{FF2B5EF4-FFF2-40B4-BE49-F238E27FC236}">
                <a16:creationId xmlns:a16="http://schemas.microsoft.com/office/drawing/2014/main" id="{6CDF0653-B0EE-573A-5FD5-D49350DFDC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35724" y="1024420"/>
            <a:ext cx="788195" cy="306520"/>
          </a:xfrm>
          <a:prstGeom prst="rect">
            <a:avLst/>
          </a:prstGeom>
          <a:noFill/>
          <a:extLst>
            <a:ext uri="{909E8E84-426E-40DD-AFC4-6F175D3DCCD1}">
              <a14:hiddenFill xmlns:a14="http://schemas.microsoft.com/office/drawing/2010/main">
                <a:solidFill>
                  <a:srgbClr val="FFFFFF"/>
                </a:solidFill>
              </a14:hiddenFill>
            </a:ext>
          </a:extLst>
        </p:spPr>
      </p:pic>
      <p:sp>
        <p:nvSpPr>
          <p:cNvPr id="19" name="Rectángulo 18">
            <a:extLst>
              <a:ext uri="{FF2B5EF4-FFF2-40B4-BE49-F238E27FC236}">
                <a16:creationId xmlns:a16="http://schemas.microsoft.com/office/drawing/2014/main" id="{395FFF95-5404-616E-B503-AD205F66C25C}"/>
              </a:ext>
            </a:extLst>
          </p:cNvPr>
          <p:cNvSpPr/>
          <p:nvPr/>
        </p:nvSpPr>
        <p:spPr>
          <a:xfrm>
            <a:off x="8445472" y="957075"/>
            <a:ext cx="3476404"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name_907K">
            <a:extLst>
              <a:ext uri="{FF2B5EF4-FFF2-40B4-BE49-F238E27FC236}">
                <a16:creationId xmlns:a16="http://schemas.microsoft.com/office/drawing/2014/main" id="{307113FA-BE53-12AE-CBC9-FAD22FA5CED0}"/>
              </a:ext>
            </a:extLst>
          </p:cNvPr>
          <p:cNvSpPr/>
          <p:nvPr/>
        </p:nvSpPr>
        <p:spPr>
          <a:xfrm>
            <a:off x="8625508" y="1094934"/>
            <a:ext cx="1834992" cy="457200"/>
          </a:xfrm>
          <a:prstGeom prst="rect">
            <a:avLst/>
          </a:prstGeom>
          <a:noFill/>
          <a:ln/>
        </p:spPr>
        <p:txBody>
          <a:bodyPr wrap="square" lIns="0" tIns="0" rIns="0" bIns="0" rtlCol="0" anchor="ctr"/>
          <a:lstStyle/>
          <a:p>
            <a:pPr>
              <a:lnSpc>
                <a:spcPts val="3600"/>
              </a:lnSpc>
            </a:pPr>
            <a:r>
              <a:rPr lang="en-US" sz="3300" kern="0" spc="-75">
                <a:solidFill>
                  <a:srgbClr val="1A1A1A"/>
                </a:solidFill>
                <a:latin typeface="Arial Regular" pitchFamily="34" charset="0"/>
                <a:ea typeface="Arial Regular" pitchFamily="34" charset="-122"/>
                <a:cs typeface="Arial Regular" pitchFamily="34" charset="-120"/>
              </a:rPr>
              <a:t>686</a:t>
            </a:r>
            <a:r>
              <a:rPr lang="en-US" sz="2400" kern="0" spc="-75">
                <a:solidFill>
                  <a:srgbClr val="1A1A1A"/>
                </a:solidFill>
                <a:latin typeface="Arial Regular" pitchFamily="34" charset="0"/>
                <a:ea typeface="Arial Regular" pitchFamily="34" charset="-122"/>
                <a:cs typeface="Arial Regular" pitchFamily="34" charset="-120"/>
              </a:rPr>
              <a:t> </a:t>
            </a:r>
            <a:r>
              <a:rPr lang="en-US" sz="3300" kern="0" spc="-75">
                <a:solidFill>
                  <a:srgbClr val="1A1A1A"/>
                </a:solidFill>
                <a:latin typeface="Arial Regular" pitchFamily="34" charset="0"/>
                <a:ea typeface="Arial Regular" pitchFamily="34" charset="-122"/>
                <a:cs typeface="Arial Regular" pitchFamily="34" charset="-120"/>
              </a:rPr>
              <a:t>K</a:t>
            </a:r>
            <a:endParaRPr lang="en-US" sz="3300" spc="-75"/>
          </a:p>
        </p:txBody>
      </p:sp>
      <p:pic>
        <p:nvPicPr>
          <p:cNvPr id="22" name="Picture 4" descr="Qué es SAP y para qué sirve | sapfi.eu">
            <a:extLst>
              <a:ext uri="{FF2B5EF4-FFF2-40B4-BE49-F238E27FC236}">
                <a16:creationId xmlns:a16="http://schemas.microsoft.com/office/drawing/2014/main" id="{568B886E-135F-E95B-7A3A-8790ABA3E3A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53786" y="890057"/>
            <a:ext cx="575246" cy="575246"/>
          </a:xfrm>
          <a:prstGeom prst="rect">
            <a:avLst/>
          </a:prstGeom>
          <a:noFill/>
          <a:extLst>
            <a:ext uri="{909E8E84-426E-40DD-AFC4-6F175D3DCCD1}">
              <a14:hiddenFill xmlns:a14="http://schemas.microsoft.com/office/drawing/2010/main">
                <a:solidFill>
                  <a:srgbClr val="FFFFFF"/>
                </a:solidFill>
              </a14:hiddenFill>
            </a:ext>
          </a:extLst>
        </p:spPr>
      </p:pic>
      <p:pic>
        <p:nvPicPr>
          <p:cNvPr id="23" name="Gráfico 22" descr="Impuestos con relleno sólido">
            <a:extLst>
              <a:ext uri="{FF2B5EF4-FFF2-40B4-BE49-F238E27FC236}">
                <a16:creationId xmlns:a16="http://schemas.microsoft.com/office/drawing/2014/main" id="{C8F0575E-39FD-1655-1FC7-1DF22301625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609157" y="1245576"/>
            <a:ext cx="385528" cy="385528"/>
          </a:xfrm>
          <a:prstGeom prst="rect">
            <a:avLst/>
          </a:prstGeom>
        </p:spPr>
      </p:pic>
      <p:sp>
        <p:nvSpPr>
          <p:cNvPr id="26" name="Rectángulo 25">
            <a:extLst>
              <a:ext uri="{FF2B5EF4-FFF2-40B4-BE49-F238E27FC236}">
                <a16:creationId xmlns:a16="http://schemas.microsoft.com/office/drawing/2014/main" id="{0E6C71D8-F244-DF00-4C1A-17F5F2AA04D3}"/>
              </a:ext>
            </a:extLst>
          </p:cNvPr>
          <p:cNvSpPr/>
          <p:nvPr/>
        </p:nvSpPr>
        <p:spPr>
          <a:xfrm>
            <a:off x="499440" y="1862681"/>
            <a:ext cx="3480477"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9" name="Total asegurados">
            <a:extLst>
              <a:ext uri="{FF2B5EF4-FFF2-40B4-BE49-F238E27FC236}">
                <a16:creationId xmlns:a16="http://schemas.microsoft.com/office/drawing/2014/main" id="{E93BDF75-C66C-B329-F632-AF6D70808DC0}"/>
              </a:ext>
            </a:extLst>
          </p:cNvPr>
          <p:cNvSpPr/>
          <p:nvPr/>
        </p:nvSpPr>
        <p:spPr>
          <a:xfrm>
            <a:off x="679476" y="1862681"/>
            <a:ext cx="3300441" cy="1374378"/>
          </a:xfrm>
          <a:prstGeom prst="rect">
            <a:avLst/>
          </a:prstGeom>
          <a:noFill/>
          <a:ln/>
        </p:spPr>
        <p:txBody>
          <a:bodyPr wrap="square" lIns="0" tIns="0" rIns="0" bIns="0" rtlCol="0" anchor="ctr"/>
          <a:lstStyle/>
          <a:p>
            <a:pPr>
              <a:lnSpc>
                <a:spcPts val="1457"/>
              </a:lnSpc>
            </a:pPr>
            <a:r>
              <a:rPr lang="es-ES_tradnl" sz="1125" b="1" kern="0" noProof="0">
                <a:solidFill>
                  <a:schemeClr val="tx1">
                    <a:alpha val="65000"/>
                  </a:schemeClr>
                </a:solidFill>
                <a:latin typeface="Arial Regular" pitchFamily="34" charset="0"/>
                <a:ea typeface="Arial Regular" pitchFamily="34" charset="-122"/>
                <a:cs typeface="Arial Regular" pitchFamily="34" charset="-120"/>
              </a:rPr>
              <a:t>Primer año</a:t>
            </a: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Capital Management Base (Core HR)</a:t>
            </a:r>
          </a:p>
          <a:p>
            <a:pPr marL="171450" indent="-171450">
              <a:lnSpc>
                <a:spcPts val="1457"/>
              </a:lnSpc>
              <a:buFont typeface="Arial" panose="020B0604020202020204" pitchFamily="34" charset="0"/>
              <a:buChar char="•"/>
            </a:pPr>
            <a:r>
              <a:rPr lang="es-ES_tradnl" sz="1125" kern="0" noProof="0">
                <a:solidFill>
                  <a:schemeClr val="tx1">
                    <a:alpha val="65000"/>
                  </a:schemeClr>
                </a:solidFill>
                <a:latin typeface="Arial Regular" pitchFamily="34" charset="0"/>
                <a:ea typeface="Arial Regular" pitchFamily="34" charset="-122"/>
                <a:cs typeface="Arial Regular" pitchFamily="34" charset="-120"/>
              </a:rPr>
              <a:t>Talent Management</a:t>
            </a:r>
          </a:p>
          <a:p>
            <a:pPr>
              <a:lnSpc>
                <a:spcPts val="1457"/>
              </a:lnSpc>
            </a:pPr>
            <a:endParaRPr lang="es-ES_tradnl" sz="1125" kern="0">
              <a:solidFill>
                <a:srgbClr val="1A1A1A">
                  <a:alpha val="65000"/>
                </a:srgbClr>
              </a:solidFill>
              <a:latin typeface="Arial Regular" pitchFamily="34" charset="0"/>
              <a:ea typeface="Arial Regular" pitchFamily="34" charset="-122"/>
            </a:endParaRPr>
          </a:p>
          <a:p>
            <a:pPr>
              <a:lnSpc>
                <a:spcPts val="1457"/>
              </a:lnSpc>
            </a:pPr>
            <a:endParaRPr lang="es-ES_tradnl" sz="1125" noProof="0"/>
          </a:p>
        </p:txBody>
      </p:sp>
      <p:sp>
        <p:nvSpPr>
          <p:cNvPr id="30" name="name_907K">
            <a:extLst>
              <a:ext uri="{FF2B5EF4-FFF2-40B4-BE49-F238E27FC236}">
                <a16:creationId xmlns:a16="http://schemas.microsoft.com/office/drawing/2014/main" id="{B5AD8DC3-2048-81C1-7B69-ADC962796EC0}"/>
              </a:ext>
            </a:extLst>
          </p:cNvPr>
          <p:cNvSpPr/>
          <p:nvPr/>
        </p:nvSpPr>
        <p:spPr>
          <a:xfrm>
            <a:off x="1941817" y="2339551"/>
            <a:ext cx="1845746" cy="892188"/>
          </a:xfrm>
          <a:prstGeom prst="rect">
            <a:avLst/>
          </a:prstGeom>
          <a:noFill/>
          <a:ln/>
        </p:spPr>
        <p:txBody>
          <a:bodyPr wrap="square" lIns="0" tIns="0" rIns="0" bIns="0" rtlCol="0" anchor="ctr"/>
          <a:lstStyle/>
          <a:p>
            <a:pPr algn="r">
              <a:lnSpc>
                <a:spcPts val="2500"/>
              </a:lnSpc>
            </a:pPr>
            <a:r>
              <a:rPr lang="en-US" sz="1100" kern="0" spc="-75">
                <a:solidFill>
                  <a:srgbClr val="1A1A1A"/>
                </a:solidFill>
                <a:latin typeface="Arial Regular" pitchFamily="34" charset="0"/>
                <a:ea typeface="Arial Regular" pitchFamily="34" charset="-122"/>
                <a:cs typeface="Arial Regular" pitchFamily="34" charset="-120"/>
              </a:rPr>
              <a:t>76 K + 36 K</a:t>
            </a:r>
          </a:p>
          <a:p>
            <a:pPr algn="r">
              <a:lnSpc>
                <a:spcPts val="2500"/>
              </a:lnSpc>
            </a:pPr>
            <a:r>
              <a:rPr lang="en-US" sz="2400" kern="0" spc="-75">
                <a:solidFill>
                  <a:srgbClr val="1A1A1A"/>
                </a:solidFill>
                <a:latin typeface="Arial Regular" pitchFamily="34" charset="0"/>
                <a:ea typeface="Arial Regular" pitchFamily="34" charset="-122"/>
                <a:cs typeface="Arial Regular" pitchFamily="34" charset="-120"/>
              </a:rPr>
              <a:t>112 K</a:t>
            </a:r>
            <a:endParaRPr lang="en-US" sz="2400" spc="-75"/>
          </a:p>
        </p:txBody>
      </p:sp>
      <p:sp>
        <p:nvSpPr>
          <p:cNvPr id="31" name="Rectángulo 30">
            <a:extLst>
              <a:ext uri="{FF2B5EF4-FFF2-40B4-BE49-F238E27FC236}">
                <a16:creationId xmlns:a16="http://schemas.microsoft.com/office/drawing/2014/main" id="{FB2E8B33-2834-8609-4CF6-0D910415112F}"/>
              </a:ext>
            </a:extLst>
          </p:cNvPr>
          <p:cNvSpPr/>
          <p:nvPr/>
        </p:nvSpPr>
        <p:spPr>
          <a:xfrm>
            <a:off x="499440" y="3270126"/>
            <a:ext cx="3480477"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2" name="Total asegurados">
            <a:extLst>
              <a:ext uri="{FF2B5EF4-FFF2-40B4-BE49-F238E27FC236}">
                <a16:creationId xmlns:a16="http://schemas.microsoft.com/office/drawing/2014/main" id="{4924679E-6D6D-195C-2EF7-183E4803E53C}"/>
              </a:ext>
            </a:extLst>
          </p:cNvPr>
          <p:cNvSpPr/>
          <p:nvPr/>
        </p:nvSpPr>
        <p:spPr>
          <a:xfrm>
            <a:off x="679476" y="3582612"/>
            <a:ext cx="1959221" cy="1061892"/>
          </a:xfrm>
          <a:prstGeom prst="rect">
            <a:avLst/>
          </a:prstGeom>
          <a:noFill/>
          <a:ln/>
        </p:spPr>
        <p:txBody>
          <a:bodyPr wrap="square" lIns="0" tIns="0" rIns="0" bIns="0" rtlCol="0" anchor="ctr"/>
          <a:lstStyle/>
          <a:p>
            <a:pPr>
              <a:lnSpc>
                <a:spcPts val="1457"/>
              </a:lnSpc>
            </a:pPr>
            <a:r>
              <a:rPr lang="es-ES_tradnl" sz="1125" b="1" kern="0" noProof="0">
                <a:solidFill>
                  <a:schemeClr val="tx1">
                    <a:alpha val="65000"/>
                  </a:schemeClr>
                </a:solidFill>
                <a:latin typeface="Arial Regular" pitchFamily="34" charset="0"/>
                <a:ea typeface="Arial Regular" pitchFamily="34" charset="-122"/>
                <a:cs typeface="Arial Regular" pitchFamily="34" charset="-120"/>
              </a:rPr>
              <a:t>Segundo año</a:t>
            </a:r>
          </a:p>
          <a:p>
            <a:pPr>
              <a:lnSpc>
                <a:spcPts val="1457"/>
              </a:lnSpc>
            </a:pPr>
            <a:endParaRPr lang="es-ES_tradnl" sz="1125" b="1" kern="0" noProof="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Learning</a:t>
            </a:r>
          </a:p>
          <a:p>
            <a:pPr marL="171450" indent="-171450">
              <a:lnSpc>
                <a:spcPts val="1457"/>
              </a:lnSpc>
              <a:buFont typeface="Arial" panose="020B0604020202020204" pitchFamily="34" charset="0"/>
              <a:buChar char="•"/>
            </a:pPr>
            <a:r>
              <a:rPr lang="es-ES_tradnl" sz="1125" kern="0" noProof="0">
                <a:solidFill>
                  <a:schemeClr val="tx1">
                    <a:alpha val="65000"/>
                  </a:schemeClr>
                </a:solidFill>
                <a:latin typeface="Arial Regular" pitchFamily="34" charset="0"/>
                <a:ea typeface="Arial Regular" pitchFamily="34" charset="-122"/>
                <a:cs typeface="Arial Regular" pitchFamily="34" charset="-120"/>
              </a:rPr>
              <a:t>Time and Labor</a:t>
            </a: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Recruiting</a:t>
            </a:r>
            <a:endParaRPr lang="es-ES_tradnl" sz="1125" kern="0" noProof="0">
              <a:solidFill>
                <a:schemeClr val="tx1">
                  <a:alpha val="65000"/>
                </a:schemeClr>
              </a:solidFill>
              <a:latin typeface="Arial Regular" pitchFamily="34" charset="0"/>
              <a:ea typeface="Arial Regular" pitchFamily="34" charset="-122"/>
              <a:cs typeface="Arial Regular" pitchFamily="34" charset="-120"/>
            </a:endParaRPr>
          </a:p>
          <a:p>
            <a:pPr>
              <a:lnSpc>
                <a:spcPts val="1457"/>
              </a:lnSpc>
            </a:pPr>
            <a:endParaRPr lang="es-ES_tradnl" sz="1125" kern="0">
              <a:solidFill>
                <a:srgbClr val="1A1A1A">
                  <a:alpha val="65000"/>
                </a:srgbClr>
              </a:solidFill>
              <a:latin typeface="Arial Regular" pitchFamily="34" charset="0"/>
              <a:ea typeface="Arial Regular" pitchFamily="34" charset="-122"/>
            </a:endParaRPr>
          </a:p>
          <a:p>
            <a:pPr>
              <a:lnSpc>
                <a:spcPts val="1457"/>
              </a:lnSpc>
            </a:pPr>
            <a:endParaRPr lang="es-ES_tradnl" sz="1125" noProof="0"/>
          </a:p>
        </p:txBody>
      </p:sp>
      <p:sp>
        <p:nvSpPr>
          <p:cNvPr id="36" name="Rectángulo 35">
            <a:extLst>
              <a:ext uri="{FF2B5EF4-FFF2-40B4-BE49-F238E27FC236}">
                <a16:creationId xmlns:a16="http://schemas.microsoft.com/office/drawing/2014/main" id="{3B97688B-6213-295F-BC65-4E311CDDFF6C}"/>
              </a:ext>
            </a:extLst>
          </p:cNvPr>
          <p:cNvSpPr/>
          <p:nvPr/>
        </p:nvSpPr>
        <p:spPr>
          <a:xfrm>
            <a:off x="499440" y="4686158"/>
            <a:ext cx="3480477"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7" name="Total asegurados">
            <a:extLst>
              <a:ext uri="{FF2B5EF4-FFF2-40B4-BE49-F238E27FC236}">
                <a16:creationId xmlns:a16="http://schemas.microsoft.com/office/drawing/2014/main" id="{1E1BDB59-B42B-09DA-9335-61DB4003A82E}"/>
              </a:ext>
            </a:extLst>
          </p:cNvPr>
          <p:cNvSpPr/>
          <p:nvPr/>
        </p:nvSpPr>
        <p:spPr>
          <a:xfrm>
            <a:off x="679476" y="4998644"/>
            <a:ext cx="1959221" cy="1061892"/>
          </a:xfrm>
          <a:prstGeom prst="rect">
            <a:avLst/>
          </a:prstGeom>
          <a:noFill/>
          <a:ln/>
        </p:spPr>
        <p:txBody>
          <a:bodyPr wrap="square" lIns="0" tIns="0" rIns="0" bIns="0" rtlCol="0" anchor="ctr"/>
          <a:lstStyle/>
          <a:p>
            <a:pPr>
              <a:lnSpc>
                <a:spcPts val="1457"/>
              </a:lnSpc>
            </a:pPr>
            <a:r>
              <a:rPr lang="es-ES_tradnl" sz="1125" b="1" kern="0" noProof="0" dirty="0">
                <a:solidFill>
                  <a:schemeClr val="tx1">
                    <a:alpha val="65000"/>
                  </a:schemeClr>
                </a:solidFill>
                <a:latin typeface="Arial Regular" pitchFamily="34" charset="0"/>
                <a:ea typeface="Arial Regular" pitchFamily="34" charset="-122"/>
                <a:cs typeface="Arial Regular" pitchFamily="34" charset="-120"/>
              </a:rPr>
              <a:t>A partir del Tercer año</a:t>
            </a:r>
          </a:p>
          <a:p>
            <a:pPr>
              <a:lnSpc>
                <a:spcPts val="1457"/>
              </a:lnSpc>
            </a:pPr>
            <a:endParaRPr lang="es-ES_tradnl" sz="1125" b="1" kern="0" noProof="0" dirty="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dirty="0" err="1">
                <a:solidFill>
                  <a:schemeClr val="tx1">
                    <a:alpha val="65000"/>
                  </a:schemeClr>
                </a:solidFill>
                <a:latin typeface="Arial Regular" pitchFamily="34" charset="0"/>
                <a:ea typeface="Arial Regular" pitchFamily="34" charset="-122"/>
                <a:cs typeface="Arial Regular" pitchFamily="34" charset="-120"/>
              </a:rPr>
              <a:t>Analytics</a:t>
            </a:r>
            <a:endParaRPr lang="es-ES_tradnl" sz="1125" kern="0" dirty="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dirty="0" err="1">
                <a:solidFill>
                  <a:schemeClr val="tx1">
                    <a:alpha val="65000"/>
                  </a:schemeClr>
                </a:solidFill>
                <a:latin typeface="Arial Regular" pitchFamily="34" charset="0"/>
                <a:ea typeface="Arial Regular" pitchFamily="34" charset="-122"/>
                <a:cs typeface="Arial Regular" pitchFamily="34" charset="-120"/>
              </a:rPr>
              <a:t>Compensation</a:t>
            </a:r>
            <a:endParaRPr lang="es-ES_tradnl" sz="1125" kern="0" dirty="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dirty="0" err="1">
                <a:solidFill>
                  <a:schemeClr val="tx1">
                    <a:alpha val="65000"/>
                  </a:schemeClr>
                </a:solidFill>
                <a:latin typeface="Arial Regular" pitchFamily="34" charset="0"/>
                <a:ea typeface="Arial Regular" pitchFamily="34" charset="-122"/>
                <a:cs typeface="Arial Regular" pitchFamily="34" charset="-120"/>
              </a:rPr>
              <a:t>Health</a:t>
            </a:r>
            <a:r>
              <a:rPr lang="es-ES_tradnl" sz="1125" kern="0" dirty="0">
                <a:solidFill>
                  <a:schemeClr val="tx1">
                    <a:alpha val="65000"/>
                  </a:schemeClr>
                </a:solidFill>
                <a:latin typeface="Arial Regular" pitchFamily="34" charset="0"/>
                <a:ea typeface="Arial Regular" pitchFamily="34" charset="-122"/>
                <a:cs typeface="Arial Regular" pitchFamily="34" charset="-120"/>
              </a:rPr>
              <a:t> and Safety</a:t>
            </a:r>
          </a:p>
          <a:p>
            <a:pPr marL="171450" indent="-171450">
              <a:lnSpc>
                <a:spcPts val="1457"/>
              </a:lnSpc>
              <a:buFont typeface="Arial" panose="020B0604020202020204" pitchFamily="34" charset="0"/>
              <a:buChar char="•"/>
            </a:pPr>
            <a:r>
              <a:rPr lang="es-ES_tradnl" sz="1125" i="1" kern="0" dirty="0" err="1">
                <a:solidFill>
                  <a:srgbClr val="C00000">
                    <a:alpha val="65000"/>
                  </a:srgbClr>
                </a:solidFill>
                <a:latin typeface="Arial Regular" pitchFamily="34" charset="0"/>
                <a:ea typeface="Arial Regular" pitchFamily="34" charset="-122"/>
                <a:cs typeface="Arial Regular" pitchFamily="34" charset="-120"/>
              </a:rPr>
              <a:t>Help</a:t>
            </a:r>
            <a:r>
              <a:rPr lang="es-ES_tradnl" sz="1125" i="1" kern="0" dirty="0">
                <a:solidFill>
                  <a:srgbClr val="C00000">
                    <a:alpha val="65000"/>
                  </a:srgbClr>
                </a:solidFill>
                <a:latin typeface="Arial Regular" pitchFamily="34" charset="0"/>
                <a:ea typeface="Arial Regular" pitchFamily="34" charset="-122"/>
                <a:cs typeface="Arial Regular" pitchFamily="34" charset="-120"/>
              </a:rPr>
              <a:t> </a:t>
            </a:r>
            <a:r>
              <a:rPr lang="es-ES_tradnl" sz="1125" i="1" kern="0" dirty="0" err="1">
                <a:solidFill>
                  <a:srgbClr val="C00000">
                    <a:alpha val="65000"/>
                  </a:srgbClr>
                </a:solidFill>
                <a:latin typeface="Arial Regular" pitchFamily="34" charset="0"/>
                <a:ea typeface="Arial Regular" pitchFamily="34" charset="-122"/>
                <a:cs typeface="Arial Regular" pitchFamily="34" charset="-120"/>
              </a:rPr>
              <a:t>Desk</a:t>
            </a:r>
            <a:endParaRPr lang="es-ES_tradnl" sz="1125" i="1" kern="0" dirty="0">
              <a:solidFill>
                <a:srgbClr val="C00000">
                  <a:alpha val="65000"/>
                </a:srgbClr>
              </a:solidFill>
              <a:latin typeface="Arial Regular" pitchFamily="34" charset="0"/>
              <a:ea typeface="Arial Regular" pitchFamily="34" charset="-122"/>
              <a:cs typeface="Arial Regular" pitchFamily="34" charset="-120"/>
            </a:endParaRPr>
          </a:p>
          <a:p>
            <a:pPr>
              <a:lnSpc>
                <a:spcPts val="1457"/>
              </a:lnSpc>
            </a:pPr>
            <a:endParaRPr lang="es-ES_tradnl" sz="1125" kern="0" dirty="0">
              <a:solidFill>
                <a:srgbClr val="1A1A1A">
                  <a:alpha val="65000"/>
                </a:srgbClr>
              </a:solidFill>
              <a:latin typeface="Arial Regular" pitchFamily="34" charset="0"/>
              <a:ea typeface="Arial Regular" pitchFamily="34" charset="-122"/>
            </a:endParaRPr>
          </a:p>
          <a:p>
            <a:pPr>
              <a:lnSpc>
                <a:spcPts val="1457"/>
              </a:lnSpc>
            </a:pPr>
            <a:endParaRPr lang="es-ES_tradnl" sz="1125" noProof="0" dirty="0"/>
          </a:p>
        </p:txBody>
      </p:sp>
      <p:sp>
        <p:nvSpPr>
          <p:cNvPr id="39" name="Rectángulo 38">
            <a:extLst>
              <a:ext uri="{FF2B5EF4-FFF2-40B4-BE49-F238E27FC236}">
                <a16:creationId xmlns:a16="http://schemas.microsoft.com/office/drawing/2014/main" id="{0B134C4F-6AD0-779F-8C18-7212F8B2D3F1}"/>
              </a:ext>
            </a:extLst>
          </p:cNvPr>
          <p:cNvSpPr/>
          <p:nvPr/>
        </p:nvSpPr>
        <p:spPr>
          <a:xfrm>
            <a:off x="4552440" y="1862681"/>
            <a:ext cx="3480477"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0" name="Total asegurados">
            <a:extLst>
              <a:ext uri="{FF2B5EF4-FFF2-40B4-BE49-F238E27FC236}">
                <a16:creationId xmlns:a16="http://schemas.microsoft.com/office/drawing/2014/main" id="{22B22DE3-65CE-C0A7-A108-1A72F01DF516}"/>
              </a:ext>
            </a:extLst>
          </p:cNvPr>
          <p:cNvSpPr/>
          <p:nvPr/>
        </p:nvSpPr>
        <p:spPr>
          <a:xfrm>
            <a:off x="4732477" y="2175167"/>
            <a:ext cx="1959222" cy="1061892"/>
          </a:xfrm>
          <a:prstGeom prst="rect">
            <a:avLst/>
          </a:prstGeom>
          <a:noFill/>
          <a:ln/>
        </p:spPr>
        <p:txBody>
          <a:bodyPr wrap="square" lIns="0" tIns="0" rIns="0" bIns="0" rtlCol="0" anchor="ctr"/>
          <a:lstStyle/>
          <a:p>
            <a:pPr>
              <a:lnSpc>
                <a:spcPts val="1457"/>
              </a:lnSpc>
            </a:pPr>
            <a:r>
              <a:rPr lang="es-ES_tradnl" sz="1125" b="1" kern="0" noProof="0">
                <a:solidFill>
                  <a:schemeClr val="tx1">
                    <a:alpha val="65000"/>
                  </a:schemeClr>
                </a:solidFill>
                <a:latin typeface="Arial Regular" pitchFamily="34" charset="0"/>
                <a:ea typeface="Arial Regular" pitchFamily="34" charset="-122"/>
                <a:cs typeface="Arial Regular" pitchFamily="34" charset="-120"/>
              </a:rPr>
              <a:t>Primer año</a:t>
            </a:r>
          </a:p>
          <a:p>
            <a:pPr>
              <a:lnSpc>
                <a:spcPts val="1457"/>
              </a:lnSpc>
            </a:pPr>
            <a:endParaRPr lang="es-ES_tradnl" sz="1125" b="1" kern="0" noProof="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Producto Completo</a:t>
            </a:r>
            <a:endParaRPr lang="es-ES_tradnl" sz="1125" kern="0" noProof="0">
              <a:solidFill>
                <a:schemeClr val="tx1">
                  <a:alpha val="65000"/>
                </a:schemeClr>
              </a:solidFill>
              <a:latin typeface="Arial Regular" pitchFamily="34" charset="0"/>
              <a:ea typeface="Arial Regular" pitchFamily="34" charset="-122"/>
              <a:cs typeface="Arial Regular" pitchFamily="34" charset="-120"/>
            </a:endParaRPr>
          </a:p>
          <a:p>
            <a:pPr>
              <a:lnSpc>
                <a:spcPts val="1457"/>
              </a:lnSpc>
            </a:pPr>
            <a:endParaRPr lang="es-ES_tradnl" sz="1125" kern="0">
              <a:solidFill>
                <a:srgbClr val="1A1A1A">
                  <a:alpha val="65000"/>
                </a:srgbClr>
              </a:solidFill>
              <a:latin typeface="Arial Regular" pitchFamily="34" charset="0"/>
              <a:ea typeface="Arial Regular" pitchFamily="34" charset="-122"/>
            </a:endParaRPr>
          </a:p>
          <a:p>
            <a:pPr>
              <a:lnSpc>
                <a:spcPts val="1457"/>
              </a:lnSpc>
            </a:pPr>
            <a:endParaRPr lang="es-ES_tradnl" sz="1125" noProof="0"/>
          </a:p>
        </p:txBody>
      </p:sp>
      <p:sp>
        <p:nvSpPr>
          <p:cNvPr id="42" name="Rectángulo 41">
            <a:extLst>
              <a:ext uri="{FF2B5EF4-FFF2-40B4-BE49-F238E27FC236}">
                <a16:creationId xmlns:a16="http://schemas.microsoft.com/office/drawing/2014/main" id="{008745CB-6025-B96B-8CDA-39C4E092DEB1}"/>
              </a:ext>
            </a:extLst>
          </p:cNvPr>
          <p:cNvSpPr/>
          <p:nvPr/>
        </p:nvSpPr>
        <p:spPr>
          <a:xfrm>
            <a:off x="4552440" y="3270126"/>
            <a:ext cx="3480477"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3" name="Total asegurados">
            <a:extLst>
              <a:ext uri="{FF2B5EF4-FFF2-40B4-BE49-F238E27FC236}">
                <a16:creationId xmlns:a16="http://schemas.microsoft.com/office/drawing/2014/main" id="{BF5FFA21-270A-C6E6-0530-7EDA31BC8463}"/>
              </a:ext>
            </a:extLst>
          </p:cNvPr>
          <p:cNvSpPr/>
          <p:nvPr/>
        </p:nvSpPr>
        <p:spPr>
          <a:xfrm>
            <a:off x="4732476" y="2928135"/>
            <a:ext cx="2860414" cy="1716369"/>
          </a:xfrm>
          <a:prstGeom prst="rect">
            <a:avLst/>
          </a:prstGeom>
          <a:noFill/>
          <a:ln/>
        </p:spPr>
        <p:txBody>
          <a:bodyPr wrap="square" lIns="0" tIns="0" rIns="0" bIns="0" rtlCol="0" anchor="ctr"/>
          <a:lstStyle/>
          <a:p>
            <a:pPr>
              <a:lnSpc>
                <a:spcPts val="1457"/>
              </a:lnSpc>
            </a:pPr>
            <a:r>
              <a:rPr lang="es-ES_tradnl" sz="1125" b="1" kern="0" noProof="0">
                <a:solidFill>
                  <a:schemeClr val="tx1">
                    <a:alpha val="65000"/>
                  </a:schemeClr>
                </a:solidFill>
                <a:latin typeface="Arial Regular" pitchFamily="34" charset="0"/>
                <a:ea typeface="Arial Regular" pitchFamily="34" charset="-122"/>
                <a:cs typeface="Arial Regular" pitchFamily="34" charset="-120"/>
              </a:rPr>
              <a:t>Segundo año</a:t>
            </a:r>
          </a:p>
          <a:p>
            <a:pPr>
              <a:lnSpc>
                <a:spcPts val="1457"/>
              </a:lnSpc>
            </a:pPr>
            <a:endParaRPr lang="es-ES_tradnl" sz="1125" b="1" kern="0" noProof="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Producto Completo + 5% Innovación</a:t>
            </a:r>
            <a:endParaRPr lang="es-ES_tradnl" sz="1125" kern="0" noProof="0">
              <a:solidFill>
                <a:schemeClr val="tx1">
                  <a:alpha val="65000"/>
                </a:schemeClr>
              </a:solidFill>
              <a:latin typeface="Arial Regular" pitchFamily="34" charset="0"/>
              <a:ea typeface="Arial Regular" pitchFamily="34" charset="-122"/>
              <a:cs typeface="Arial Regular" pitchFamily="34" charset="-120"/>
            </a:endParaRPr>
          </a:p>
          <a:p>
            <a:pPr>
              <a:lnSpc>
                <a:spcPts val="1457"/>
              </a:lnSpc>
            </a:pPr>
            <a:endParaRPr lang="es-ES_tradnl" sz="1125" noProof="0"/>
          </a:p>
        </p:txBody>
      </p:sp>
      <p:sp>
        <p:nvSpPr>
          <p:cNvPr id="45" name="Rectángulo 44">
            <a:extLst>
              <a:ext uri="{FF2B5EF4-FFF2-40B4-BE49-F238E27FC236}">
                <a16:creationId xmlns:a16="http://schemas.microsoft.com/office/drawing/2014/main" id="{EB302D67-2AAE-EB57-27AA-B2A680FBF3F2}"/>
              </a:ext>
            </a:extLst>
          </p:cNvPr>
          <p:cNvSpPr/>
          <p:nvPr/>
        </p:nvSpPr>
        <p:spPr>
          <a:xfrm>
            <a:off x="4552440" y="4686158"/>
            <a:ext cx="3480477"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6" name="Total asegurados">
            <a:extLst>
              <a:ext uri="{FF2B5EF4-FFF2-40B4-BE49-F238E27FC236}">
                <a16:creationId xmlns:a16="http://schemas.microsoft.com/office/drawing/2014/main" id="{25A9C445-BBE1-D283-E88F-400362333006}"/>
              </a:ext>
            </a:extLst>
          </p:cNvPr>
          <p:cNvSpPr/>
          <p:nvPr/>
        </p:nvSpPr>
        <p:spPr>
          <a:xfrm>
            <a:off x="4732476" y="4865082"/>
            <a:ext cx="2675191" cy="1061892"/>
          </a:xfrm>
          <a:prstGeom prst="rect">
            <a:avLst/>
          </a:prstGeom>
          <a:noFill/>
          <a:ln/>
        </p:spPr>
        <p:txBody>
          <a:bodyPr wrap="square" lIns="0" tIns="0" rIns="0" bIns="0" rtlCol="0" anchor="ctr"/>
          <a:lstStyle/>
          <a:p>
            <a:pPr>
              <a:lnSpc>
                <a:spcPts val="1457"/>
              </a:lnSpc>
            </a:pPr>
            <a:r>
              <a:rPr lang="es-ES_tradnl" sz="1125" b="1" kern="0" dirty="0">
                <a:solidFill>
                  <a:schemeClr val="tx1">
                    <a:alpha val="65000"/>
                  </a:schemeClr>
                </a:solidFill>
                <a:latin typeface="Arial Regular" pitchFamily="34" charset="0"/>
                <a:ea typeface="Arial Regular" pitchFamily="34" charset="-122"/>
                <a:cs typeface="Arial Regular" pitchFamily="34" charset="-120"/>
              </a:rPr>
              <a:t>A partir del Tercer año</a:t>
            </a:r>
          </a:p>
          <a:p>
            <a:pPr>
              <a:lnSpc>
                <a:spcPts val="1457"/>
              </a:lnSpc>
            </a:pPr>
            <a:endParaRPr lang="es-ES_tradnl" sz="1125" b="1" kern="0" noProof="0" dirty="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dirty="0">
                <a:solidFill>
                  <a:schemeClr val="tx1">
                    <a:alpha val="65000"/>
                  </a:schemeClr>
                </a:solidFill>
                <a:latin typeface="Arial Regular" pitchFamily="34" charset="0"/>
                <a:ea typeface="Arial Regular" pitchFamily="34" charset="-122"/>
                <a:cs typeface="Arial Regular" pitchFamily="34" charset="-120"/>
              </a:rPr>
              <a:t>Producto Completo + 5% Innovación</a:t>
            </a:r>
            <a:endParaRPr lang="es-ES_tradnl" sz="1125" kern="0" dirty="0">
              <a:solidFill>
                <a:srgbClr val="1A1A1A">
                  <a:alpha val="65000"/>
                </a:srgbClr>
              </a:solidFill>
              <a:latin typeface="Arial Regular" pitchFamily="34" charset="0"/>
              <a:ea typeface="Arial Regular" pitchFamily="34" charset="-122"/>
            </a:endParaRPr>
          </a:p>
          <a:p>
            <a:pPr>
              <a:lnSpc>
                <a:spcPts val="1457"/>
              </a:lnSpc>
            </a:pPr>
            <a:endParaRPr lang="es-ES_tradnl" sz="1125" noProof="0" dirty="0"/>
          </a:p>
        </p:txBody>
      </p:sp>
      <p:sp>
        <p:nvSpPr>
          <p:cNvPr id="48" name="Rectángulo 47">
            <a:extLst>
              <a:ext uri="{FF2B5EF4-FFF2-40B4-BE49-F238E27FC236}">
                <a16:creationId xmlns:a16="http://schemas.microsoft.com/office/drawing/2014/main" id="{B1129429-AA90-7CA2-69FE-6FCA38FA0907}"/>
              </a:ext>
            </a:extLst>
          </p:cNvPr>
          <p:cNvSpPr/>
          <p:nvPr/>
        </p:nvSpPr>
        <p:spPr>
          <a:xfrm>
            <a:off x="8445472" y="1862681"/>
            <a:ext cx="3480477"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9" name="Total asegurados">
            <a:extLst>
              <a:ext uri="{FF2B5EF4-FFF2-40B4-BE49-F238E27FC236}">
                <a16:creationId xmlns:a16="http://schemas.microsoft.com/office/drawing/2014/main" id="{6184BD23-CCE2-300A-0B56-D86FD4311063}"/>
              </a:ext>
            </a:extLst>
          </p:cNvPr>
          <p:cNvSpPr/>
          <p:nvPr/>
        </p:nvSpPr>
        <p:spPr>
          <a:xfrm>
            <a:off x="8625509" y="2175167"/>
            <a:ext cx="1834992" cy="1061892"/>
          </a:xfrm>
          <a:prstGeom prst="rect">
            <a:avLst/>
          </a:prstGeom>
          <a:noFill/>
          <a:ln/>
        </p:spPr>
        <p:txBody>
          <a:bodyPr wrap="square" lIns="0" tIns="0" rIns="0" bIns="0" rtlCol="0" anchor="ctr"/>
          <a:lstStyle/>
          <a:p>
            <a:pPr>
              <a:lnSpc>
                <a:spcPts val="1457"/>
              </a:lnSpc>
            </a:pPr>
            <a:r>
              <a:rPr lang="es-ES_tradnl" sz="1125" b="1" kern="0" noProof="0">
                <a:solidFill>
                  <a:schemeClr val="tx1">
                    <a:alpha val="65000"/>
                  </a:schemeClr>
                </a:solidFill>
                <a:latin typeface="Arial Regular" pitchFamily="34" charset="0"/>
                <a:ea typeface="Arial Regular" pitchFamily="34" charset="-122"/>
                <a:cs typeface="Arial Regular" pitchFamily="34" charset="-120"/>
              </a:rPr>
              <a:t>Primer año</a:t>
            </a:r>
          </a:p>
          <a:p>
            <a:pPr>
              <a:lnSpc>
                <a:spcPts val="1457"/>
              </a:lnSpc>
            </a:pPr>
            <a:endParaRPr lang="es-ES_tradnl" sz="1125" b="1" kern="0" noProof="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noProof="0">
                <a:solidFill>
                  <a:schemeClr val="tx1">
                    <a:alpha val="65000"/>
                  </a:schemeClr>
                </a:solidFill>
                <a:latin typeface="Arial Regular" pitchFamily="34" charset="0"/>
                <a:ea typeface="Arial Regular" pitchFamily="34" charset="-122"/>
                <a:cs typeface="Arial Regular" pitchFamily="34" charset="-120"/>
              </a:rPr>
              <a:t>Core HR</a:t>
            </a:r>
          </a:p>
          <a:p>
            <a:pPr marL="171450" indent="-171450">
              <a:lnSpc>
                <a:spcPts val="1457"/>
              </a:lnSpc>
              <a:buFont typeface="Arial" panose="020B0604020202020204" pitchFamily="34" charset="0"/>
              <a:buChar char="•"/>
            </a:pPr>
            <a:r>
              <a:rPr lang="es-ES_tradnl" sz="1125" kern="0" noProof="0">
                <a:solidFill>
                  <a:schemeClr val="tx1">
                    <a:alpha val="65000"/>
                  </a:schemeClr>
                </a:solidFill>
                <a:latin typeface="Arial Regular" pitchFamily="34" charset="0"/>
                <a:ea typeface="Arial Regular" pitchFamily="34" charset="-122"/>
                <a:cs typeface="Arial Regular" pitchFamily="34" charset="-120"/>
              </a:rPr>
              <a:t>Integration Suit</a:t>
            </a: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Performance and Goat</a:t>
            </a: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Carrier and Talent</a:t>
            </a:r>
          </a:p>
          <a:p>
            <a:pPr>
              <a:lnSpc>
                <a:spcPts val="1457"/>
              </a:lnSpc>
            </a:pPr>
            <a:endParaRPr lang="es-ES_tradnl" sz="1125" kern="0" noProof="0">
              <a:solidFill>
                <a:schemeClr val="tx1">
                  <a:alpha val="65000"/>
                </a:schemeClr>
              </a:solidFill>
              <a:latin typeface="Arial Regular" pitchFamily="34" charset="0"/>
              <a:ea typeface="Arial Regular" pitchFamily="34" charset="-122"/>
              <a:cs typeface="Arial Regular" pitchFamily="34" charset="-120"/>
            </a:endParaRPr>
          </a:p>
          <a:p>
            <a:pPr>
              <a:lnSpc>
                <a:spcPts val="1457"/>
              </a:lnSpc>
            </a:pPr>
            <a:endParaRPr lang="es-ES_tradnl" sz="1125" kern="0">
              <a:solidFill>
                <a:srgbClr val="1A1A1A">
                  <a:alpha val="65000"/>
                </a:srgbClr>
              </a:solidFill>
              <a:latin typeface="Arial Regular" pitchFamily="34" charset="0"/>
              <a:ea typeface="Arial Regular" pitchFamily="34" charset="-122"/>
            </a:endParaRPr>
          </a:p>
          <a:p>
            <a:pPr>
              <a:lnSpc>
                <a:spcPts val="1457"/>
              </a:lnSpc>
            </a:pPr>
            <a:endParaRPr lang="es-ES_tradnl" sz="1125" noProof="0"/>
          </a:p>
        </p:txBody>
      </p:sp>
      <p:sp>
        <p:nvSpPr>
          <p:cNvPr id="51" name="Rectángulo 50">
            <a:extLst>
              <a:ext uri="{FF2B5EF4-FFF2-40B4-BE49-F238E27FC236}">
                <a16:creationId xmlns:a16="http://schemas.microsoft.com/office/drawing/2014/main" id="{C83823CA-6F13-A7A2-2CE0-67F82B6D7D07}"/>
              </a:ext>
            </a:extLst>
          </p:cNvPr>
          <p:cNvSpPr/>
          <p:nvPr/>
        </p:nvSpPr>
        <p:spPr>
          <a:xfrm>
            <a:off x="8445472" y="3270126"/>
            <a:ext cx="3480477"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2" name="Total asegurados">
            <a:extLst>
              <a:ext uri="{FF2B5EF4-FFF2-40B4-BE49-F238E27FC236}">
                <a16:creationId xmlns:a16="http://schemas.microsoft.com/office/drawing/2014/main" id="{6DFCCF26-137F-6D94-F672-E140505C6124}"/>
              </a:ext>
            </a:extLst>
          </p:cNvPr>
          <p:cNvSpPr/>
          <p:nvPr/>
        </p:nvSpPr>
        <p:spPr>
          <a:xfrm>
            <a:off x="8625509" y="3387406"/>
            <a:ext cx="1834992" cy="1061892"/>
          </a:xfrm>
          <a:prstGeom prst="rect">
            <a:avLst/>
          </a:prstGeom>
          <a:noFill/>
          <a:ln/>
        </p:spPr>
        <p:txBody>
          <a:bodyPr wrap="square" lIns="0" tIns="0" rIns="0" bIns="0" rtlCol="0" anchor="ctr"/>
          <a:lstStyle/>
          <a:p>
            <a:pPr>
              <a:lnSpc>
                <a:spcPts val="1457"/>
              </a:lnSpc>
            </a:pPr>
            <a:r>
              <a:rPr lang="es-ES_tradnl" sz="1125" b="1" kern="0" noProof="0">
                <a:solidFill>
                  <a:schemeClr val="tx1">
                    <a:alpha val="65000"/>
                  </a:schemeClr>
                </a:solidFill>
                <a:latin typeface="Arial Regular" pitchFamily="34" charset="0"/>
                <a:ea typeface="Arial Regular" pitchFamily="34" charset="-122"/>
                <a:cs typeface="Arial Regular" pitchFamily="34" charset="-120"/>
              </a:rPr>
              <a:t>Segundo año</a:t>
            </a:r>
          </a:p>
          <a:p>
            <a:pPr>
              <a:lnSpc>
                <a:spcPts val="1457"/>
              </a:lnSpc>
            </a:pPr>
            <a:endParaRPr lang="es-ES_tradnl" sz="1125" b="1" kern="0" noProof="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Learning</a:t>
            </a: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Onboarding</a:t>
            </a: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Recruiting</a:t>
            </a:r>
          </a:p>
          <a:p>
            <a:pPr marL="171450" indent="-171450">
              <a:lnSpc>
                <a:spcPts val="1457"/>
              </a:lnSpc>
              <a:buFont typeface="Arial" panose="020B0604020202020204" pitchFamily="34" charset="0"/>
              <a:buChar char="•"/>
            </a:pPr>
            <a:endParaRPr lang="es-ES_tradnl" sz="1125" kern="0">
              <a:solidFill>
                <a:schemeClr val="tx1">
                  <a:alpha val="65000"/>
                </a:schemeClr>
              </a:solidFill>
              <a:latin typeface="Arial Regular" pitchFamily="34" charset="0"/>
              <a:ea typeface="Arial Regular" pitchFamily="34" charset="-122"/>
              <a:cs typeface="Arial Regular" pitchFamily="34" charset="-120"/>
            </a:endParaRPr>
          </a:p>
        </p:txBody>
      </p:sp>
      <p:sp>
        <p:nvSpPr>
          <p:cNvPr id="54" name="Rectángulo 53">
            <a:extLst>
              <a:ext uri="{FF2B5EF4-FFF2-40B4-BE49-F238E27FC236}">
                <a16:creationId xmlns:a16="http://schemas.microsoft.com/office/drawing/2014/main" id="{E2A10AE2-0D51-EDFD-522F-F10B8D71C7A9}"/>
              </a:ext>
            </a:extLst>
          </p:cNvPr>
          <p:cNvSpPr/>
          <p:nvPr/>
        </p:nvSpPr>
        <p:spPr>
          <a:xfrm>
            <a:off x="8445472" y="4686158"/>
            <a:ext cx="3480477"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5" name="Total asegurados">
            <a:extLst>
              <a:ext uri="{FF2B5EF4-FFF2-40B4-BE49-F238E27FC236}">
                <a16:creationId xmlns:a16="http://schemas.microsoft.com/office/drawing/2014/main" id="{BD0E64A2-50A8-0AFC-37F1-08B719AB6131}"/>
              </a:ext>
            </a:extLst>
          </p:cNvPr>
          <p:cNvSpPr/>
          <p:nvPr/>
        </p:nvSpPr>
        <p:spPr>
          <a:xfrm>
            <a:off x="8625509" y="4721243"/>
            <a:ext cx="1834992" cy="1061892"/>
          </a:xfrm>
          <a:prstGeom prst="rect">
            <a:avLst/>
          </a:prstGeom>
          <a:noFill/>
          <a:ln/>
        </p:spPr>
        <p:txBody>
          <a:bodyPr wrap="square" lIns="0" tIns="0" rIns="0" bIns="0" rtlCol="0" anchor="ctr"/>
          <a:lstStyle/>
          <a:p>
            <a:pPr>
              <a:lnSpc>
                <a:spcPts val="1457"/>
              </a:lnSpc>
            </a:pPr>
            <a:r>
              <a:rPr lang="es-ES_tradnl" sz="1125" b="1" kern="0" noProof="0">
                <a:solidFill>
                  <a:schemeClr val="tx1">
                    <a:alpha val="65000"/>
                  </a:schemeClr>
                </a:solidFill>
                <a:latin typeface="Arial Regular" pitchFamily="34" charset="0"/>
                <a:ea typeface="Arial Regular" pitchFamily="34" charset="-122"/>
                <a:cs typeface="Arial Regular" pitchFamily="34" charset="-120"/>
              </a:rPr>
              <a:t>Tercer año</a:t>
            </a:r>
          </a:p>
          <a:p>
            <a:pPr>
              <a:lnSpc>
                <a:spcPts val="1457"/>
              </a:lnSpc>
            </a:pPr>
            <a:endParaRPr lang="es-ES_tradnl" sz="1125" b="1" kern="0" noProof="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Compensation</a:t>
            </a:r>
            <a:endParaRPr lang="es-ES_tradnl" sz="1125" kern="0" noProof="0">
              <a:solidFill>
                <a:schemeClr val="tx1">
                  <a:alpha val="65000"/>
                </a:schemeClr>
              </a:solidFill>
              <a:latin typeface="Arial Regular" pitchFamily="34" charset="0"/>
              <a:ea typeface="Arial Regular" pitchFamily="34" charset="-122"/>
              <a:cs typeface="Arial Regular" pitchFamily="34" charset="-120"/>
            </a:endParaRPr>
          </a:p>
          <a:p>
            <a:pPr>
              <a:lnSpc>
                <a:spcPts val="1457"/>
              </a:lnSpc>
            </a:pPr>
            <a:endParaRPr lang="es-ES_tradnl" sz="1125" kern="0">
              <a:solidFill>
                <a:srgbClr val="1A1A1A">
                  <a:alpha val="65000"/>
                </a:srgbClr>
              </a:solidFill>
              <a:latin typeface="Arial Regular" pitchFamily="34" charset="0"/>
              <a:ea typeface="Arial Regular" pitchFamily="34" charset="-122"/>
            </a:endParaRPr>
          </a:p>
          <a:p>
            <a:pPr>
              <a:lnSpc>
                <a:spcPts val="1457"/>
              </a:lnSpc>
            </a:pPr>
            <a:endParaRPr lang="es-ES_tradnl" sz="1125" noProof="0"/>
          </a:p>
        </p:txBody>
      </p:sp>
      <p:pic>
        <p:nvPicPr>
          <p:cNvPr id="57" name="Gráfico 56" descr="Impuestos con relleno sólido">
            <a:extLst>
              <a:ext uri="{FF2B5EF4-FFF2-40B4-BE49-F238E27FC236}">
                <a16:creationId xmlns:a16="http://schemas.microsoft.com/office/drawing/2014/main" id="{1C829F76-E8BD-C155-EFAF-633F64234568}"/>
              </a:ext>
            </a:extLst>
          </p:cNvPr>
          <p:cNvPicPr>
            <a:picLocks noChangeAspect="1"/>
          </p:cNvPicPr>
          <p:nvPr/>
        </p:nvPicPr>
        <p:blipFill>
          <a:blip r:embed="rId6">
            <a:extLst>
              <a:ext uri="{96DAC541-7B7A-43D3-8B79-37D633B846F1}">
                <asvg:svgBlip xmlns:asvg="http://schemas.microsoft.com/office/drawing/2016/SVG/main" r:embed="rId8"/>
              </a:ext>
            </a:extLst>
          </a:blip>
          <a:stretch>
            <a:fillRect/>
          </a:stretch>
        </p:blipFill>
        <p:spPr>
          <a:xfrm>
            <a:off x="7592890" y="1245575"/>
            <a:ext cx="385528" cy="385528"/>
          </a:xfrm>
          <a:prstGeom prst="rect">
            <a:avLst/>
          </a:prstGeom>
        </p:spPr>
      </p:pic>
      <p:pic>
        <p:nvPicPr>
          <p:cNvPr id="58" name="Gráfico 57" descr="Impuestos con relleno sólido">
            <a:extLst>
              <a:ext uri="{FF2B5EF4-FFF2-40B4-BE49-F238E27FC236}">
                <a16:creationId xmlns:a16="http://schemas.microsoft.com/office/drawing/2014/main" id="{7BA3A087-9E59-ED32-F9E3-1C1857B61B75}"/>
              </a:ext>
            </a:extLst>
          </p:cNvPr>
          <p:cNvPicPr>
            <a:picLocks noChangeAspect="1"/>
          </p:cNvPicPr>
          <p:nvPr/>
        </p:nvPicPr>
        <p:blipFill>
          <a:blip r:embed="rId6">
            <a:extLst>
              <a:ext uri="{96DAC541-7B7A-43D3-8B79-37D633B846F1}">
                <asvg:svgBlip xmlns:asvg="http://schemas.microsoft.com/office/drawing/2016/SVG/main" r:embed="rId8"/>
              </a:ext>
            </a:extLst>
          </a:blip>
          <a:stretch>
            <a:fillRect/>
          </a:stretch>
        </p:blipFill>
        <p:spPr>
          <a:xfrm>
            <a:off x="11529158" y="1239748"/>
            <a:ext cx="385528" cy="385528"/>
          </a:xfrm>
          <a:prstGeom prst="rect">
            <a:avLst/>
          </a:prstGeom>
        </p:spPr>
      </p:pic>
      <p:sp>
        <p:nvSpPr>
          <p:cNvPr id="61" name="name_907K">
            <a:extLst>
              <a:ext uri="{FF2B5EF4-FFF2-40B4-BE49-F238E27FC236}">
                <a16:creationId xmlns:a16="http://schemas.microsoft.com/office/drawing/2014/main" id="{B388A389-1603-2329-7B8C-4740D019F8F3}"/>
              </a:ext>
            </a:extLst>
          </p:cNvPr>
          <p:cNvSpPr/>
          <p:nvPr/>
        </p:nvSpPr>
        <p:spPr>
          <a:xfrm>
            <a:off x="7104254" y="2610155"/>
            <a:ext cx="839310" cy="457200"/>
          </a:xfrm>
          <a:prstGeom prst="rect">
            <a:avLst/>
          </a:prstGeom>
          <a:noFill/>
          <a:ln/>
        </p:spPr>
        <p:txBody>
          <a:bodyPr wrap="square" lIns="0" tIns="0" rIns="0" bIns="0" rtlCol="0" anchor="ctr"/>
          <a:lstStyle/>
          <a:p>
            <a:pPr>
              <a:lnSpc>
                <a:spcPts val="3600"/>
              </a:lnSpc>
            </a:pPr>
            <a:r>
              <a:rPr lang="en-US" sz="2400" kern="0" spc="-75">
                <a:solidFill>
                  <a:srgbClr val="1A1A1A"/>
                </a:solidFill>
                <a:latin typeface="Arial Regular" pitchFamily="34" charset="0"/>
                <a:ea typeface="Arial Regular" pitchFamily="34" charset="-122"/>
                <a:cs typeface="Arial Regular" pitchFamily="34" charset="-120"/>
              </a:rPr>
              <a:t>501 K</a:t>
            </a:r>
            <a:endParaRPr lang="en-US" sz="2400" spc="-75"/>
          </a:p>
        </p:txBody>
      </p:sp>
      <p:sp>
        <p:nvSpPr>
          <p:cNvPr id="62" name="name_907K">
            <a:extLst>
              <a:ext uri="{FF2B5EF4-FFF2-40B4-BE49-F238E27FC236}">
                <a16:creationId xmlns:a16="http://schemas.microsoft.com/office/drawing/2014/main" id="{E8085432-55B3-FA40-6C5F-C171D269618F}"/>
              </a:ext>
            </a:extLst>
          </p:cNvPr>
          <p:cNvSpPr/>
          <p:nvPr/>
        </p:nvSpPr>
        <p:spPr>
          <a:xfrm>
            <a:off x="7139108" y="4063649"/>
            <a:ext cx="839310" cy="457200"/>
          </a:xfrm>
          <a:prstGeom prst="rect">
            <a:avLst/>
          </a:prstGeom>
          <a:noFill/>
          <a:ln/>
        </p:spPr>
        <p:txBody>
          <a:bodyPr wrap="square" lIns="0" tIns="0" rIns="0" bIns="0" rtlCol="0" anchor="ctr"/>
          <a:lstStyle/>
          <a:p>
            <a:pPr>
              <a:lnSpc>
                <a:spcPts val="3600"/>
              </a:lnSpc>
            </a:pPr>
            <a:r>
              <a:rPr lang="en-US" sz="2400" kern="0" spc="-75">
                <a:solidFill>
                  <a:srgbClr val="1A1A1A"/>
                </a:solidFill>
                <a:latin typeface="Arial Regular" pitchFamily="34" charset="0"/>
                <a:ea typeface="Arial Regular" pitchFamily="34" charset="-122"/>
                <a:cs typeface="Arial Regular" pitchFamily="34" charset="-120"/>
              </a:rPr>
              <a:t>511 K</a:t>
            </a:r>
            <a:endParaRPr lang="en-US" sz="2400" spc="-75"/>
          </a:p>
        </p:txBody>
      </p:sp>
      <p:sp>
        <p:nvSpPr>
          <p:cNvPr id="63" name="name_907K">
            <a:extLst>
              <a:ext uri="{FF2B5EF4-FFF2-40B4-BE49-F238E27FC236}">
                <a16:creationId xmlns:a16="http://schemas.microsoft.com/office/drawing/2014/main" id="{13497F3D-B078-80C9-B2AA-218D4787419A}"/>
              </a:ext>
            </a:extLst>
          </p:cNvPr>
          <p:cNvSpPr/>
          <p:nvPr/>
        </p:nvSpPr>
        <p:spPr>
          <a:xfrm>
            <a:off x="7160061" y="5443725"/>
            <a:ext cx="839310" cy="457200"/>
          </a:xfrm>
          <a:prstGeom prst="rect">
            <a:avLst/>
          </a:prstGeom>
          <a:noFill/>
          <a:ln/>
        </p:spPr>
        <p:txBody>
          <a:bodyPr wrap="square" lIns="0" tIns="0" rIns="0" bIns="0" rtlCol="0" anchor="ctr"/>
          <a:lstStyle/>
          <a:p>
            <a:pPr>
              <a:lnSpc>
                <a:spcPts val="3600"/>
              </a:lnSpc>
            </a:pPr>
            <a:r>
              <a:rPr lang="en-US" sz="2400" kern="0" spc="-75">
                <a:solidFill>
                  <a:srgbClr val="1A1A1A"/>
                </a:solidFill>
                <a:latin typeface="Arial Regular" pitchFamily="34" charset="0"/>
                <a:ea typeface="Arial Regular" pitchFamily="34" charset="-122"/>
                <a:cs typeface="Arial Regular" pitchFamily="34" charset="-120"/>
              </a:rPr>
              <a:t>521 K</a:t>
            </a:r>
            <a:endParaRPr lang="en-US" sz="2400" spc="-75"/>
          </a:p>
        </p:txBody>
      </p:sp>
      <p:sp>
        <p:nvSpPr>
          <p:cNvPr id="67" name="Total asegurados">
            <a:extLst>
              <a:ext uri="{FF2B5EF4-FFF2-40B4-BE49-F238E27FC236}">
                <a16:creationId xmlns:a16="http://schemas.microsoft.com/office/drawing/2014/main" id="{651C1E6C-AB3F-D247-E17D-01348B82FC7D}"/>
              </a:ext>
            </a:extLst>
          </p:cNvPr>
          <p:cNvSpPr/>
          <p:nvPr/>
        </p:nvSpPr>
        <p:spPr>
          <a:xfrm>
            <a:off x="3117108" y="1384421"/>
            <a:ext cx="801154" cy="155766"/>
          </a:xfrm>
          <a:prstGeom prst="rect">
            <a:avLst/>
          </a:prstGeom>
          <a:noFill/>
          <a:ln/>
        </p:spPr>
        <p:txBody>
          <a:bodyPr wrap="square" lIns="0" tIns="0" rIns="0" bIns="0" rtlCol="0" anchor="ctr"/>
          <a:lstStyle/>
          <a:p>
            <a:pPr>
              <a:lnSpc>
                <a:spcPts val="1457"/>
              </a:lnSpc>
            </a:pPr>
            <a:r>
              <a:rPr lang="es-ES_tradnl" sz="1125" i="1" kern="0" noProof="0">
                <a:solidFill>
                  <a:srgbClr val="1A1A1A">
                    <a:alpha val="65000"/>
                  </a:srgbClr>
                </a:solidFill>
                <a:latin typeface="Arial Regular" pitchFamily="34" charset="0"/>
                <a:ea typeface="Arial Regular" pitchFamily="34" charset="-122"/>
                <a:cs typeface="Arial Regular" pitchFamily="34" charset="-120"/>
              </a:rPr>
              <a:t>Total 3 años</a:t>
            </a:r>
            <a:endParaRPr lang="es-ES_tradnl" sz="1125" i="1" noProof="0"/>
          </a:p>
        </p:txBody>
      </p:sp>
      <p:sp>
        <p:nvSpPr>
          <p:cNvPr id="68" name="Total asegurados">
            <a:extLst>
              <a:ext uri="{FF2B5EF4-FFF2-40B4-BE49-F238E27FC236}">
                <a16:creationId xmlns:a16="http://schemas.microsoft.com/office/drawing/2014/main" id="{938DDA5D-9D05-5841-CF51-8480A3243547}"/>
              </a:ext>
            </a:extLst>
          </p:cNvPr>
          <p:cNvSpPr/>
          <p:nvPr/>
        </p:nvSpPr>
        <p:spPr>
          <a:xfrm>
            <a:off x="7090349" y="1396329"/>
            <a:ext cx="801154" cy="155766"/>
          </a:xfrm>
          <a:prstGeom prst="rect">
            <a:avLst/>
          </a:prstGeom>
          <a:noFill/>
          <a:ln/>
        </p:spPr>
        <p:txBody>
          <a:bodyPr wrap="square" lIns="0" tIns="0" rIns="0" bIns="0" rtlCol="0" anchor="ctr"/>
          <a:lstStyle/>
          <a:p>
            <a:pPr>
              <a:lnSpc>
                <a:spcPts val="1457"/>
              </a:lnSpc>
            </a:pPr>
            <a:r>
              <a:rPr lang="es-ES_tradnl" sz="1125" i="1" kern="0" noProof="0">
                <a:solidFill>
                  <a:srgbClr val="1A1A1A">
                    <a:alpha val="65000"/>
                  </a:srgbClr>
                </a:solidFill>
                <a:latin typeface="Arial Regular" pitchFamily="34" charset="0"/>
                <a:ea typeface="Arial Regular" pitchFamily="34" charset="-122"/>
                <a:cs typeface="Arial Regular" pitchFamily="34" charset="-120"/>
              </a:rPr>
              <a:t>Total 3 años</a:t>
            </a:r>
            <a:endParaRPr lang="es-ES_tradnl" sz="1125" i="1" noProof="0"/>
          </a:p>
        </p:txBody>
      </p:sp>
      <p:sp>
        <p:nvSpPr>
          <p:cNvPr id="69" name="Total asegurados">
            <a:extLst>
              <a:ext uri="{FF2B5EF4-FFF2-40B4-BE49-F238E27FC236}">
                <a16:creationId xmlns:a16="http://schemas.microsoft.com/office/drawing/2014/main" id="{D81EBBA7-0DA6-4FFB-571C-484D19298FFC}"/>
              </a:ext>
            </a:extLst>
          </p:cNvPr>
          <p:cNvSpPr/>
          <p:nvPr/>
        </p:nvSpPr>
        <p:spPr>
          <a:xfrm>
            <a:off x="11061955" y="1383218"/>
            <a:ext cx="801154" cy="155766"/>
          </a:xfrm>
          <a:prstGeom prst="rect">
            <a:avLst/>
          </a:prstGeom>
          <a:noFill/>
          <a:ln/>
        </p:spPr>
        <p:txBody>
          <a:bodyPr wrap="square" lIns="0" tIns="0" rIns="0" bIns="0" rtlCol="0" anchor="ctr"/>
          <a:lstStyle/>
          <a:p>
            <a:pPr>
              <a:lnSpc>
                <a:spcPts val="1457"/>
              </a:lnSpc>
            </a:pPr>
            <a:r>
              <a:rPr lang="es-ES_tradnl" sz="1125" i="1" kern="0" noProof="0">
                <a:solidFill>
                  <a:srgbClr val="1A1A1A">
                    <a:alpha val="65000"/>
                  </a:srgbClr>
                </a:solidFill>
                <a:latin typeface="Arial Regular" pitchFamily="34" charset="0"/>
                <a:ea typeface="Arial Regular" pitchFamily="34" charset="-122"/>
                <a:cs typeface="Arial Regular" pitchFamily="34" charset="-120"/>
              </a:rPr>
              <a:t>Total 3 años</a:t>
            </a:r>
            <a:endParaRPr lang="es-ES_tradnl" sz="1125" i="1" noProof="0"/>
          </a:p>
        </p:txBody>
      </p:sp>
      <p:sp>
        <p:nvSpPr>
          <p:cNvPr id="4" name="Rectángulo 3">
            <a:extLst>
              <a:ext uri="{FF2B5EF4-FFF2-40B4-BE49-F238E27FC236}">
                <a16:creationId xmlns:a16="http://schemas.microsoft.com/office/drawing/2014/main" id="{9671AA2A-D50C-A1A5-924D-D409619AE6CE}"/>
              </a:ext>
            </a:extLst>
          </p:cNvPr>
          <p:cNvSpPr/>
          <p:nvPr/>
        </p:nvSpPr>
        <p:spPr>
          <a:xfrm rot="21340932">
            <a:off x="9764134" y="239403"/>
            <a:ext cx="1476686" cy="400110"/>
          </a:xfrm>
          <a:prstGeom prst="rect">
            <a:avLst/>
          </a:prstGeom>
          <a:noFill/>
          <a:ln w="19050">
            <a:solidFill>
              <a:srgbClr val="C00000"/>
            </a:solidFill>
          </a:ln>
          <a:effectLst>
            <a:outerShdw blurRad="50800" dist="38100" dir="5400000" algn="t" rotWithShape="0">
              <a:prstClr val="black">
                <a:alpha val="40000"/>
              </a:prstClr>
            </a:outerShdw>
          </a:effectLst>
        </p:spPr>
        <p:txBody>
          <a:bodyPr wrap="none" lIns="91440" tIns="45720" rIns="91440" bIns="45720">
            <a:spAutoFit/>
          </a:bodyPr>
          <a:lstStyle/>
          <a:p>
            <a:pPr algn="ctr"/>
            <a:r>
              <a:rPr lang="es-ES" sz="2000" b="0" cap="none" spc="0">
                <a:ln w="0"/>
                <a:solidFill>
                  <a:schemeClr val="tx1"/>
                </a:solidFill>
                <a:effectLst>
                  <a:outerShdw blurRad="38100" dist="19050" dir="2700000" algn="tl" rotWithShape="0">
                    <a:schemeClr val="dk1">
                      <a:alpha val="40000"/>
                    </a:schemeClr>
                  </a:outerShdw>
                </a:effectLst>
              </a:rPr>
              <a:t>Escenario 2</a:t>
            </a:r>
          </a:p>
        </p:txBody>
      </p:sp>
      <p:sp>
        <p:nvSpPr>
          <p:cNvPr id="6" name="name_907K">
            <a:extLst>
              <a:ext uri="{FF2B5EF4-FFF2-40B4-BE49-F238E27FC236}">
                <a16:creationId xmlns:a16="http://schemas.microsoft.com/office/drawing/2014/main" id="{49D44BF5-034C-A6ED-EE96-8D6D0EEEBF01}"/>
              </a:ext>
            </a:extLst>
          </p:cNvPr>
          <p:cNvSpPr/>
          <p:nvPr/>
        </p:nvSpPr>
        <p:spPr>
          <a:xfrm>
            <a:off x="1941817" y="3650210"/>
            <a:ext cx="1845746" cy="892188"/>
          </a:xfrm>
          <a:prstGeom prst="rect">
            <a:avLst/>
          </a:prstGeom>
          <a:noFill/>
          <a:ln/>
        </p:spPr>
        <p:txBody>
          <a:bodyPr wrap="square" lIns="0" tIns="0" rIns="0" bIns="0" rtlCol="0" anchor="ctr"/>
          <a:lstStyle/>
          <a:p>
            <a:pPr algn="r">
              <a:lnSpc>
                <a:spcPts val="2500"/>
              </a:lnSpc>
            </a:pPr>
            <a:r>
              <a:rPr lang="en-US" sz="1100" i="1" kern="0" spc="-75">
                <a:solidFill>
                  <a:schemeClr val="accent1"/>
                </a:solidFill>
                <a:latin typeface="Arial Regular" pitchFamily="34" charset="0"/>
                <a:ea typeface="Arial Regular" pitchFamily="34" charset="-122"/>
                <a:cs typeface="Arial Regular" pitchFamily="34" charset="-120"/>
              </a:rPr>
              <a:t>112</a:t>
            </a:r>
            <a:r>
              <a:rPr lang="en-US" sz="1100" kern="0" spc="-75">
                <a:solidFill>
                  <a:schemeClr val="accent1"/>
                </a:solidFill>
                <a:latin typeface="Arial Regular" pitchFamily="34" charset="0"/>
                <a:ea typeface="Arial Regular" pitchFamily="34" charset="-122"/>
                <a:cs typeface="Arial Regular" pitchFamily="34" charset="-120"/>
              </a:rPr>
              <a:t> K </a:t>
            </a:r>
            <a:r>
              <a:rPr lang="en-US" sz="1100" kern="0" spc="-75">
                <a:solidFill>
                  <a:srgbClr val="1A1A1A"/>
                </a:solidFill>
                <a:latin typeface="Arial Regular" pitchFamily="34" charset="0"/>
                <a:ea typeface="Arial Regular" pitchFamily="34" charset="-122"/>
                <a:cs typeface="Arial Regular" pitchFamily="34" charset="-120"/>
              </a:rPr>
              <a:t>+25 K + 15 K + 41 K</a:t>
            </a:r>
          </a:p>
          <a:p>
            <a:pPr algn="r">
              <a:lnSpc>
                <a:spcPts val="2500"/>
              </a:lnSpc>
            </a:pPr>
            <a:r>
              <a:rPr lang="en-US" sz="2400" kern="0" spc="-75">
                <a:solidFill>
                  <a:srgbClr val="1A1A1A"/>
                </a:solidFill>
                <a:latin typeface="Arial Regular" pitchFamily="34" charset="0"/>
                <a:ea typeface="Arial Regular" pitchFamily="34" charset="-122"/>
                <a:cs typeface="Arial Regular" pitchFamily="34" charset="-120"/>
              </a:rPr>
              <a:t>193 K</a:t>
            </a:r>
            <a:endParaRPr lang="en-US" sz="2400" spc="-75"/>
          </a:p>
        </p:txBody>
      </p:sp>
      <p:sp>
        <p:nvSpPr>
          <p:cNvPr id="7" name="name_907K">
            <a:extLst>
              <a:ext uri="{FF2B5EF4-FFF2-40B4-BE49-F238E27FC236}">
                <a16:creationId xmlns:a16="http://schemas.microsoft.com/office/drawing/2014/main" id="{4F56C6F5-9490-C3AB-ED52-F1503ADAD669}"/>
              </a:ext>
            </a:extLst>
          </p:cNvPr>
          <p:cNvSpPr/>
          <p:nvPr/>
        </p:nvSpPr>
        <p:spPr>
          <a:xfrm>
            <a:off x="1937367" y="5055120"/>
            <a:ext cx="1845746" cy="892188"/>
          </a:xfrm>
          <a:prstGeom prst="rect">
            <a:avLst/>
          </a:prstGeom>
          <a:noFill/>
          <a:ln/>
        </p:spPr>
        <p:txBody>
          <a:bodyPr wrap="square" lIns="0" tIns="0" rIns="0" bIns="0" rtlCol="0" anchor="ctr"/>
          <a:lstStyle/>
          <a:p>
            <a:pPr algn="r">
              <a:lnSpc>
                <a:spcPts val="2500"/>
              </a:lnSpc>
            </a:pPr>
            <a:r>
              <a:rPr lang="en-US" sz="1100" i="1" kern="0" spc="-75">
                <a:solidFill>
                  <a:schemeClr val="accent1"/>
                </a:solidFill>
                <a:latin typeface="Arial Regular" pitchFamily="34" charset="0"/>
                <a:ea typeface="Arial Regular" pitchFamily="34" charset="-122"/>
                <a:cs typeface="Arial Regular" pitchFamily="34" charset="-120"/>
              </a:rPr>
              <a:t>193</a:t>
            </a:r>
            <a:r>
              <a:rPr lang="en-US" sz="1100" kern="0" spc="-75">
                <a:solidFill>
                  <a:schemeClr val="accent1"/>
                </a:solidFill>
                <a:latin typeface="Arial Regular" pitchFamily="34" charset="0"/>
                <a:ea typeface="Arial Regular" pitchFamily="34" charset="-122"/>
                <a:cs typeface="Arial Regular" pitchFamily="34" charset="-120"/>
              </a:rPr>
              <a:t> K </a:t>
            </a:r>
            <a:r>
              <a:rPr lang="en-US" sz="1100" kern="0" spc="-75">
                <a:solidFill>
                  <a:srgbClr val="1A1A1A"/>
                </a:solidFill>
                <a:latin typeface="Arial Regular" pitchFamily="34" charset="0"/>
                <a:ea typeface="Arial Regular" pitchFamily="34" charset="-122"/>
                <a:cs typeface="Arial Regular" pitchFamily="34" charset="-120"/>
              </a:rPr>
              <a:t>+ 25 K + 20 K + 10K + </a:t>
            </a:r>
            <a:r>
              <a:rPr lang="en-US" sz="1100" kern="0" spc="-75">
                <a:solidFill>
                  <a:srgbClr val="C00000"/>
                </a:solidFill>
                <a:latin typeface="Arial Regular" pitchFamily="34" charset="0"/>
                <a:ea typeface="Arial Regular" pitchFamily="34" charset="-122"/>
                <a:cs typeface="Arial Regular" pitchFamily="34" charset="-120"/>
              </a:rPr>
              <a:t>20 K</a:t>
            </a:r>
          </a:p>
          <a:p>
            <a:pPr algn="r">
              <a:lnSpc>
                <a:spcPts val="2500"/>
              </a:lnSpc>
            </a:pPr>
            <a:r>
              <a:rPr lang="en-US" sz="2400" kern="0" spc="-75">
                <a:solidFill>
                  <a:srgbClr val="1A1A1A"/>
                </a:solidFill>
                <a:latin typeface="Arial Regular" pitchFamily="34" charset="0"/>
                <a:ea typeface="Arial Regular" pitchFamily="34" charset="-122"/>
                <a:cs typeface="Arial Regular" pitchFamily="34" charset="-120"/>
              </a:rPr>
              <a:t>269 K</a:t>
            </a:r>
            <a:endParaRPr lang="en-US" sz="2400" spc="-75"/>
          </a:p>
        </p:txBody>
      </p:sp>
      <p:sp>
        <p:nvSpPr>
          <p:cNvPr id="8" name="name_907K">
            <a:extLst>
              <a:ext uri="{FF2B5EF4-FFF2-40B4-BE49-F238E27FC236}">
                <a16:creationId xmlns:a16="http://schemas.microsoft.com/office/drawing/2014/main" id="{BF958E75-CABF-F154-4CD9-D655DDAEF70D}"/>
              </a:ext>
            </a:extLst>
          </p:cNvPr>
          <p:cNvSpPr/>
          <p:nvPr/>
        </p:nvSpPr>
        <p:spPr>
          <a:xfrm>
            <a:off x="9686669" y="2167790"/>
            <a:ext cx="2005891" cy="892188"/>
          </a:xfrm>
          <a:prstGeom prst="rect">
            <a:avLst/>
          </a:prstGeom>
          <a:noFill/>
          <a:ln/>
        </p:spPr>
        <p:txBody>
          <a:bodyPr wrap="square" lIns="0" tIns="0" rIns="0" bIns="0" rtlCol="0" anchor="ctr"/>
          <a:lstStyle/>
          <a:p>
            <a:pPr algn="r">
              <a:lnSpc>
                <a:spcPts val="2500"/>
              </a:lnSpc>
            </a:pPr>
            <a:r>
              <a:rPr lang="en-US" sz="1100" kern="0" spc="-75">
                <a:solidFill>
                  <a:srgbClr val="1A1A1A"/>
                </a:solidFill>
                <a:latin typeface="Arial Regular" pitchFamily="34" charset="0"/>
                <a:ea typeface="Arial Regular" pitchFamily="34" charset="-122"/>
                <a:cs typeface="Arial Regular" pitchFamily="34" charset="-120"/>
              </a:rPr>
              <a:t>56 K + 27 K + 34 K + 34 K + 30K</a:t>
            </a:r>
          </a:p>
          <a:p>
            <a:pPr algn="r">
              <a:lnSpc>
                <a:spcPts val="2500"/>
              </a:lnSpc>
            </a:pPr>
            <a:r>
              <a:rPr lang="en-US" sz="2400" kern="0" spc="-75">
                <a:solidFill>
                  <a:srgbClr val="1A1A1A"/>
                </a:solidFill>
                <a:latin typeface="Arial Regular" pitchFamily="34" charset="0"/>
                <a:ea typeface="Arial Regular" pitchFamily="34" charset="-122"/>
                <a:cs typeface="Arial Regular" pitchFamily="34" charset="-120"/>
              </a:rPr>
              <a:t>181 K</a:t>
            </a:r>
            <a:endParaRPr lang="en-US" sz="2400" spc="-75"/>
          </a:p>
        </p:txBody>
      </p:sp>
      <p:sp>
        <p:nvSpPr>
          <p:cNvPr id="9" name="name_907K">
            <a:extLst>
              <a:ext uri="{FF2B5EF4-FFF2-40B4-BE49-F238E27FC236}">
                <a16:creationId xmlns:a16="http://schemas.microsoft.com/office/drawing/2014/main" id="{A2DAD160-50CA-B882-6175-BD0FD0758D78}"/>
              </a:ext>
            </a:extLst>
          </p:cNvPr>
          <p:cNvSpPr/>
          <p:nvPr/>
        </p:nvSpPr>
        <p:spPr>
          <a:xfrm>
            <a:off x="9890054" y="3628661"/>
            <a:ext cx="1845746" cy="892188"/>
          </a:xfrm>
          <a:prstGeom prst="rect">
            <a:avLst/>
          </a:prstGeom>
          <a:noFill/>
          <a:ln/>
        </p:spPr>
        <p:txBody>
          <a:bodyPr wrap="square" lIns="0" tIns="0" rIns="0" bIns="0" rtlCol="0" anchor="ctr"/>
          <a:lstStyle/>
          <a:p>
            <a:pPr algn="r">
              <a:lnSpc>
                <a:spcPts val="2500"/>
              </a:lnSpc>
            </a:pPr>
            <a:r>
              <a:rPr lang="en-US" sz="1100" kern="0" spc="-75">
                <a:solidFill>
                  <a:schemeClr val="accent1"/>
                </a:solidFill>
                <a:latin typeface="Arial Regular" pitchFamily="34" charset="0"/>
                <a:ea typeface="Arial Regular" pitchFamily="34" charset="-122"/>
                <a:cs typeface="Arial Regular" pitchFamily="34" charset="-120"/>
              </a:rPr>
              <a:t>177 K</a:t>
            </a:r>
            <a:r>
              <a:rPr lang="en-US" sz="1100" kern="0" spc="-75">
                <a:solidFill>
                  <a:srgbClr val="1A1A1A"/>
                </a:solidFill>
                <a:latin typeface="Arial Regular" pitchFamily="34" charset="0"/>
                <a:ea typeface="Arial Regular" pitchFamily="34" charset="-122"/>
                <a:cs typeface="Arial Regular" pitchFamily="34" charset="-120"/>
              </a:rPr>
              <a:t> +  22 K + 12 K + 32 K</a:t>
            </a:r>
          </a:p>
          <a:p>
            <a:pPr algn="r">
              <a:lnSpc>
                <a:spcPts val="2500"/>
              </a:lnSpc>
            </a:pPr>
            <a:r>
              <a:rPr lang="en-US" sz="2400" kern="0" spc="-75">
                <a:solidFill>
                  <a:srgbClr val="1A1A1A"/>
                </a:solidFill>
                <a:latin typeface="Arial Regular" pitchFamily="34" charset="0"/>
                <a:ea typeface="Arial Regular" pitchFamily="34" charset="-122"/>
                <a:cs typeface="Arial Regular" pitchFamily="34" charset="-120"/>
              </a:rPr>
              <a:t>243 K</a:t>
            </a:r>
            <a:endParaRPr lang="en-US" sz="2400" spc="-75"/>
          </a:p>
        </p:txBody>
      </p:sp>
      <p:sp>
        <p:nvSpPr>
          <p:cNvPr id="10" name="name_907K">
            <a:extLst>
              <a:ext uri="{FF2B5EF4-FFF2-40B4-BE49-F238E27FC236}">
                <a16:creationId xmlns:a16="http://schemas.microsoft.com/office/drawing/2014/main" id="{B7806240-6BD6-697D-CC6B-3372CB4165E5}"/>
              </a:ext>
            </a:extLst>
          </p:cNvPr>
          <p:cNvSpPr/>
          <p:nvPr/>
        </p:nvSpPr>
        <p:spPr>
          <a:xfrm>
            <a:off x="9835252" y="5075755"/>
            <a:ext cx="1845746" cy="892188"/>
          </a:xfrm>
          <a:prstGeom prst="rect">
            <a:avLst/>
          </a:prstGeom>
          <a:noFill/>
          <a:ln/>
        </p:spPr>
        <p:txBody>
          <a:bodyPr wrap="square" lIns="0" tIns="0" rIns="0" bIns="0" rtlCol="0" anchor="ctr"/>
          <a:lstStyle/>
          <a:p>
            <a:pPr algn="r">
              <a:lnSpc>
                <a:spcPts val="2500"/>
              </a:lnSpc>
            </a:pPr>
            <a:r>
              <a:rPr lang="en-US" sz="1100" kern="0" spc="-75">
                <a:solidFill>
                  <a:schemeClr val="accent1"/>
                </a:solidFill>
                <a:latin typeface="Arial Regular" pitchFamily="34" charset="0"/>
                <a:ea typeface="Arial Regular" pitchFamily="34" charset="-122"/>
                <a:cs typeface="Arial Regular" pitchFamily="34" charset="-120"/>
              </a:rPr>
              <a:t>243 K</a:t>
            </a:r>
            <a:r>
              <a:rPr lang="en-US" sz="1100" kern="0" spc="-75">
                <a:solidFill>
                  <a:srgbClr val="1A1A1A"/>
                </a:solidFill>
                <a:latin typeface="Arial Regular" pitchFamily="34" charset="0"/>
                <a:ea typeface="Arial Regular" pitchFamily="34" charset="-122"/>
                <a:cs typeface="Arial Regular" pitchFamily="34" charset="-120"/>
              </a:rPr>
              <a:t> +  19  K</a:t>
            </a:r>
          </a:p>
          <a:p>
            <a:pPr algn="r">
              <a:lnSpc>
                <a:spcPts val="2500"/>
              </a:lnSpc>
            </a:pPr>
            <a:r>
              <a:rPr lang="en-US" sz="2400" kern="0" spc="-75">
                <a:solidFill>
                  <a:srgbClr val="1A1A1A"/>
                </a:solidFill>
                <a:latin typeface="Arial Regular" pitchFamily="34" charset="0"/>
                <a:ea typeface="Arial Regular" pitchFamily="34" charset="-122"/>
                <a:cs typeface="Arial Regular" pitchFamily="34" charset="-120"/>
              </a:rPr>
              <a:t>262 K</a:t>
            </a:r>
            <a:endParaRPr lang="en-US" sz="2400" spc="-75"/>
          </a:p>
        </p:txBody>
      </p:sp>
    </p:spTree>
    <p:extLst>
      <p:ext uri="{BB962C8B-B14F-4D97-AF65-F5344CB8AC3E}">
        <p14:creationId xmlns:p14="http://schemas.microsoft.com/office/powerpoint/2010/main" val="4264199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06E10-4103-BB64-19B4-ADB34CD7DF3B}"/>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74715DFE-80D5-C5BB-A1EC-34F679E86C35}"/>
              </a:ext>
            </a:extLst>
          </p:cNvPr>
          <p:cNvSpPr>
            <a:spLocks noGrp="1"/>
          </p:cNvSpPr>
          <p:nvPr>
            <p:ph type="body" sz="quarter" idx="10"/>
          </p:nvPr>
        </p:nvSpPr>
        <p:spPr>
          <a:xfrm>
            <a:off x="84080" y="184382"/>
            <a:ext cx="9667087" cy="712215"/>
          </a:xfrm>
        </p:spPr>
        <p:txBody>
          <a:bodyPr>
            <a:noAutofit/>
          </a:bodyPr>
          <a:lstStyle/>
          <a:p>
            <a:pPr>
              <a:lnSpc>
                <a:spcPct val="100000"/>
              </a:lnSpc>
            </a:pPr>
            <a:r>
              <a:rPr lang="es-ES" sz="4400" kern="0" spc="-100" noProof="0" dirty="0">
                <a:latin typeface="Arial Regular" pitchFamily="34" charset="0"/>
                <a:ea typeface="Arial Regular" pitchFamily="34" charset="-122"/>
                <a:cs typeface="Arial Regular" pitchFamily="34" charset="-120"/>
              </a:rPr>
              <a:t>Anexo de licencias</a:t>
            </a:r>
            <a:r>
              <a:rPr lang="es-ES" sz="4400" kern="0" spc="-100" dirty="0">
                <a:latin typeface="Arial Regular" pitchFamily="34" charset="0"/>
                <a:ea typeface="Arial Regular" pitchFamily="34" charset="-122"/>
                <a:cs typeface="Arial Regular" pitchFamily="34" charset="-120"/>
              </a:rPr>
              <a:t> Producto Completo</a:t>
            </a:r>
          </a:p>
          <a:p>
            <a:pPr>
              <a:lnSpc>
                <a:spcPct val="100000"/>
              </a:lnSpc>
            </a:pPr>
            <a:endParaRPr lang="es-ES" sz="2000" b="1" spc="-100" noProof="0" dirty="0"/>
          </a:p>
        </p:txBody>
      </p:sp>
      <p:sp>
        <p:nvSpPr>
          <p:cNvPr id="5" name="Marcador de texto 4">
            <a:extLst>
              <a:ext uri="{FF2B5EF4-FFF2-40B4-BE49-F238E27FC236}">
                <a16:creationId xmlns:a16="http://schemas.microsoft.com/office/drawing/2014/main" id="{1C94C177-4B7C-45D4-1C00-7C162B04A302}"/>
              </a:ext>
            </a:extLst>
          </p:cNvPr>
          <p:cNvSpPr>
            <a:spLocks noGrp="1"/>
          </p:cNvSpPr>
          <p:nvPr>
            <p:ph type="body" sz="quarter" idx="13"/>
          </p:nvPr>
        </p:nvSpPr>
        <p:spPr/>
        <p:txBody>
          <a:bodyPr/>
          <a:lstStyle/>
          <a:p>
            <a:r>
              <a:rPr lang="es-ES" spc="-67"/>
              <a:t>Conclusiones Defensas RFI Proyecto HCM</a:t>
            </a:r>
          </a:p>
        </p:txBody>
      </p:sp>
      <p:sp>
        <p:nvSpPr>
          <p:cNvPr id="11" name="Rectángulo 10">
            <a:extLst>
              <a:ext uri="{FF2B5EF4-FFF2-40B4-BE49-F238E27FC236}">
                <a16:creationId xmlns:a16="http://schemas.microsoft.com/office/drawing/2014/main" id="{A6B6C9BA-03B4-A3C3-031F-A431D17D6B90}"/>
              </a:ext>
            </a:extLst>
          </p:cNvPr>
          <p:cNvSpPr/>
          <p:nvPr/>
        </p:nvSpPr>
        <p:spPr>
          <a:xfrm>
            <a:off x="499440" y="1065938"/>
            <a:ext cx="3698465"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name_907K">
            <a:extLst>
              <a:ext uri="{FF2B5EF4-FFF2-40B4-BE49-F238E27FC236}">
                <a16:creationId xmlns:a16="http://schemas.microsoft.com/office/drawing/2014/main" id="{15E0404E-2106-CF54-E3AD-49B82D82D9A0}"/>
              </a:ext>
            </a:extLst>
          </p:cNvPr>
          <p:cNvSpPr/>
          <p:nvPr/>
        </p:nvSpPr>
        <p:spPr>
          <a:xfrm>
            <a:off x="650591" y="1207302"/>
            <a:ext cx="1553690" cy="457200"/>
          </a:xfrm>
          <a:prstGeom prst="rect">
            <a:avLst/>
          </a:prstGeom>
          <a:noFill/>
          <a:ln/>
        </p:spPr>
        <p:txBody>
          <a:bodyPr wrap="square" lIns="0" tIns="0" rIns="0" bIns="0" rtlCol="0" anchor="ctr"/>
          <a:lstStyle/>
          <a:p>
            <a:pPr>
              <a:lnSpc>
                <a:spcPts val="3600"/>
              </a:lnSpc>
            </a:pPr>
            <a:r>
              <a:rPr lang="en-US" sz="3300" kern="0" spc="-75" dirty="0">
                <a:solidFill>
                  <a:srgbClr val="1A1A1A"/>
                </a:solidFill>
                <a:latin typeface="Arial Regular" pitchFamily="34" charset="0"/>
                <a:ea typeface="Arial Regular" pitchFamily="34" charset="-122"/>
                <a:cs typeface="Arial Regular" pitchFamily="34" charset="-120"/>
              </a:rPr>
              <a:t>436</a:t>
            </a:r>
            <a:r>
              <a:rPr lang="en-US" sz="2400" kern="0" spc="-75" dirty="0">
                <a:solidFill>
                  <a:srgbClr val="1A1A1A"/>
                </a:solidFill>
                <a:latin typeface="Arial Regular" pitchFamily="34" charset="0"/>
                <a:ea typeface="Arial Regular" pitchFamily="34" charset="-122"/>
                <a:cs typeface="Arial Regular" pitchFamily="34" charset="-120"/>
              </a:rPr>
              <a:t> </a:t>
            </a:r>
            <a:r>
              <a:rPr lang="en-US" sz="3300" kern="0" spc="-75" dirty="0">
                <a:solidFill>
                  <a:srgbClr val="1A1A1A"/>
                </a:solidFill>
                <a:latin typeface="Arial Regular" pitchFamily="34" charset="0"/>
                <a:ea typeface="Arial Regular" pitchFamily="34" charset="-122"/>
                <a:cs typeface="Arial Regular" pitchFamily="34" charset="-120"/>
              </a:rPr>
              <a:t>K</a:t>
            </a:r>
            <a:endParaRPr lang="en-US" sz="3300" spc="-75" dirty="0"/>
          </a:p>
        </p:txBody>
      </p:sp>
      <p:pic>
        <p:nvPicPr>
          <p:cNvPr id="14" name="Picture 4" descr="Comprar acciones de Oracle este 2024: Lo que necesitas saber - The Investor  U">
            <a:extLst>
              <a:ext uri="{FF2B5EF4-FFF2-40B4-BE49-F238E27FC236}">
                <a16:creationId xmlns:a16="http://schemas.microsoft.com/office/drawing/2014/main" id="{C97143A3-77AA-67BA-0AF1-16D3BE3F9F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9019" y="1019555"/>
            <a:ext cx="875718" cy="492591"/>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a:extLst>
              <a:ext uri="{FF2B5EF4-FFF2-40B4-BE49-F238E27FC236}">
                <a16:creationId xmlns:a16="http://schemas.microsoft.com/office/drawing/2014/main" id="{DA6B08CD-C5B6-FE10-5E69-6E54F30000D8}"/>
              </a:ext>
            </a:extLst>
          </p:cNvPr>
          <p:cNvSpPr/>
          <p:nvPr/>
        </p:nvSpPr>
        <p:spPr>
          <a:xfrm>
            <a:off x="4552440" y="1065938"/>
            <a:ext cx="3682138"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name_907K">
            <a:extLst>
              <a:ext uri="{FF2B5EF4-FFF2-40B4-BE49-F238E27FC236}">
                <a16:creationId xmlns:a16="http://schemas.microsoft.com/office/drawing/2014/main" id="{91F2B163-65B9-D8FF-A09B-77DF827CFF77}"/>
              </a:ext>
            </a:extLst>
          </p:cNvPr>
          <p:cNvSpPr/>
          <p:nvPr/>
        </p:nvSpPr>
        <p:spPr>
          <a:xfrm>
            <a:off x="4701736" y="1203797"/>
            <a:ext cx="2187940" cy="457200"/>
          </a:xfrm>
          <a:prstGeom prst="rect">
            <a:avLst/>
          </a:prstGeom>
          <a:noFill/>
          <a:ln/>
        </p:spPr>
        <p:txBody>
          <a:bodyPr wrap="square" lIns="0" tIns="0" rIns="0" bIns="0" rtlCol="0" anchor="ctr"/>
          <a:lstStyle/>
          <a:p>
            <a:pPr>
              <a:lnSpc>
                <a:spcPts val="3600"/>
              </a:lnSpc>
            </a:pPr>
            <a:r>
              <a:rPr lang="en-US" sz="3300" kern="0" spc="-75" dirty="0">
                <a:solidFill>
                  <a:srgbClr val="1A1A1A"/>
                </a:solidFill>
                <a:latin typeface="Arial Regular" pitchFamily="34" charset="0"/>
                <a:ea typeface="Arial Regular" pitchFamily="34" charset="-122"/>
                <a:cs typeface="Arial Regular" pitchFamily="34" charset="-120"/>
              </a:rPr>
              <a:t>802</a:t>
            </a:r>
            <a:r>
              <a:rPr lang="en-US" sz="2400" kern="0" spc="-75" dirty="0">
                <a:solidFill>
                  <a:srgbClr val="1A1A1A"/>
                </a:solidFill>
                <a:latin typeface="Arial Regular" pitchFamily="34" charset="0"/>
                <a:ea typeface="Arial Regular" pitchFamily="34" charset="-122"/>
                <a:cs typeface="Arial Regular" pitchFamily="34" charset="-120"/>
              </a:rPr>
              <a:t> </a:t>
            </a:r>
            <a:r>
              <a:rPr lang="en-US" sz="3300" kern="0" spc="-75" dirty="0">
                <a:solidFill>
                  <a:srgbClr val="1A1A1A"/>
                </a:solidFill>
                <a:latin typeface="Arial Regular" pitchFamily="34" charset="0"/>
                <a:ea typeface="Arial Regular" pitchFamily="34" charset="-122"/>
                <a:cs typeface="Arial Regular" pitchFamily="34" charset="-120"/>
              </a:rPr>
              <a:t>K</a:t>
            </a:r>
            <a:endParaRPr lang="en-US" sz="3300" spc="-75" dirty="0"/>
          </a:p>
        </p:txBody>
      </p:sp>
      <p:pic>
        <p:nvPicPr>
          <p:cNvPr id="18" name="Picture 2" descr="Workday at Wake Forest - Workday">
            <a:extLst>
              <a:ext uri="{FF2B5EF4-FFF2-40B4-BE49-F238E27FC236}">
                <a16:creationId xmlns:a16="http://schemas.microsoft.com/office/drawing/2014/main" id="{CB51FDC2-4BD2-677E-60A4-3502387E80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35724" y="1133283"/>
            <a:ext cx="788195" cy="306520"/>
          </a:xfrm>
          <a:prstGeom prst="rect">
            <a:avLst/>
          </a:prstGeom>
          <a:noFill/>
          <a:extLst>
            <a:ext uri="{909E8E84-426E-40DD-AFC4-6F175D3DCCD1}">
              <a14:hiddenFill xmlns:a14="http://schemas.microsoft.com/office/drawing/2010/main">
                <a:solidFill>
                  <a:srgbClr val="FFFFFF"/>
                </a:solidFill>
              </a14:hiddenFill>
            </a:ext>
          </a:extLst>
        </p:spPr>
      </p:pic>
      <p:sp>
        <p:nvSpPr>
          <p:cNvPr id="19" name="Rectángulo 18">
            <a:extLst>
              <a:ext uri="{FF2B5EF4-FFF2-40B4-BE49-F238E27FC236}">
                <a16:creationId xmlns:a16="http://schemas.microsoft.com/office/drawing/2014/main" id="{18C37E96-D006-3E97-FD3F-5BF308D15CE2}"/>
              </a:ext>
            </a:extLst>
          </p:cNvPr>
          <p:cNvSpPr/>
          <p:nvPr/>
        </p:nvSpPr>
        <p:spPr>
          <a:xfrm>
            <a:off x="8445472" y="1065938"/>
            <a:ext cx="3651092"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name_907K">
            <a:extLst>
              <a:ext uri="{FF2B5EF4-FFF2-40B4-BE49-F238E27FC236}">
                <a16:creationId xmlns:a16="http://schemas.microsoft.com/office/drawing/2014/main" id="{96510FF0-92F7-F5FA-A2CD-EE524687C4A7}"/>
              </a:ext>
            </a:extLst>
          </p:cNvPr>
          <p:cNvSpPr/>
          <p:nvPr/>
        </p:nvSpPr>
        <p:spPr>
          <a:xfrm>
            <a:off x="8625508" y="1203797"/>
            <a:ext cx="1834992" cy="457200"/>
          </a:xfrm>
          <a:prstGeom prst="rect">
            <a:avLst/>
          </a:prstGeom>
          <a:noFill/>
          <a:ln/>
        </p:spPr>
        <p:txBody>
          <a:bodyPr wrap="square" lIns="0" tIns="0" rIns="0" bIns="0" rtlCol="0" anchor="ctr"/>
          <a:lstStyle/>
          <a:p>
            <a:pPr>
              <a:lnSpc>
                <a:spcPts val="3600"/>
              </a:lnSpc>
            </a:pPr>
            <a:r>
              <a:rPr lang="en-US" sz="3300" kern="0" spc="-75" dirty="0">
                <a:solidFill>
                  <a:srgbClr val="1A1A1A"/>
                </a:solidFill>
                <a:latin typeface="Arial Regular" pitchFamily="34" charset="0"/>
                <a:ea typeface="Arial Regular" pitchFamily="34" charset="-122"/>
                <a:cs typeface="Arial Regular" pitchFamily="34" charset="-120"/>
              </a:rPr>
              <a:t>594</a:t>
            </a:r>
            <a:r>
              <a:rPr lang="en-US" sz="2400" kern="0" spc="-75" dirty="0">
                <a:solidFill>
                  <a:srgbClr val="1A1A1A"/>
                </a:solidFill>
                <a:latin typeface="Arial Regular" pitchFamily="34" charset="0"/>
                <a:ea typeface="Arial Regular" pitchFamily="34" charset="-122"/>
                <a:cs typeface="Arial Regular" pitchFamily="34" charset="-120"/>
              </a:rPr>
              <a:t> </a:t>
            </a:r>
            <a:r>
              <a:rPr lang="en-US" sz="3300" kern="0" spc="-75" dirty="0">
                <a:solidFill>
                  <a:srgbClr val="1A1A1A"/>
                </a:solidFill>
                <a:latin typeface="Arial Regular" pitchFamily="34" charset="0"/>
                <a:ea typeface="Arial Regular" pitchFamily="34" charset="-122"/>
                <a:cs typeface="Arial Regular" pitchFamily="34" charset="-120"/>
              </a:rPr>
              <a:t>K</a:t>
            </a:r>
            <a:endParaRPr lang="en-US" sz="3300" spc="-75" dirty="0"/>
          </a:p>
        </p:txBody>
      </p:sp>
      <p:pic>
        <p:nvPicPr>
          <p:cNvPr id="22" name="Picture 4" descr="Qué es SAP y para qué sirve | sapfi.eu">
            <a:extLst>
              <a:ext uri="{FF2B5EF4-FFF2-40B4-BE49-F238E27FC236}">
                <a16:creationId xmlns:a16="http://schemas.microsoft.com/office/drawing/2014/main" id="{3E1BDB7F-3690-75FC-5441-F6DCCA6EE40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53786" y="998920"/>
            <a:ext cx="575246" cy="575246"/>
          </a:xfrm>
          <a:prstGeom prst="rect">
            <a:avLst/>
          </a:prstGeom>
          <a:noFill/>
          <a:extLst>
            <a:ext uri="{909E8E84-426E-40DD-AFC4-6F175D3DCCD1}">
              <a14:hiddenFill xmlns:a14="http://schemas.microsoft.com/office/drawing/2010/main">
                <a:solidFill>
                  <a:srgbClr val="FFFFFF"/>
                </a:solidFill>
              </a14:hiddenFill>
            </a:ext>
          </a:extLst>
        </p:spPr>
      </p:pic>
      <p:pic>
        <p:nvPicPr>
          <p:cNvPr id="23" name="Gráfico 22" descr="Impuestos con relleno sólido">
            <a:extLst>
              <a:ext uri="{FF2B5EF4-FFF2-40B4-BE49-F238E27FC236}">
                <a16:creationId xmlns:a16="http://schemas.microsoft.com/office/drawing/2014/main" id="{696B439A-F021-1CE0-5577-4E4257660E9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609157" y="1354439"/>
            <a:ext cx="385528" cy="385528"/>
          </a:xfrm>
          <a:prstGeom prst="rect">
            <a:avLst/>
          </a:prstGeom>
        </p:spPr>
      </p:pic>
      <p:sp>
        <p:nvSpPr>
          <p:cNvPr id="26" name="Rectángulo 25">
            <a:extLst>
              <a:ext uri="{FF2B5EF4-FFF2-40B4-BE49-F238E27FC236}">
                <a16:creationId xmlns:a16="http://schemas.microsoft.com/office/drawing/2014/main" id="{564CD5FC-475F-AF3A-126A-4877B3A8C2C7}"/>
              </a:ext>
            </a:extLst>
          </p:cNvPr>
          <p:cNvSpPr/>
          <p:nvPr/>
        </p:nvSpPr>
        <p:spPr>
          <a:xfrm>
            <a:off x="499440" y="1971544"/>
            <a:ext cx="1704841"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name_907K">
            <a:extLst>
              <a:ext uri="{FF2B5EF4-FFF2-40B4-BE49-F238E27FC236}">
                <a16:creationId xmlns:a16="http://schemas.microsoft.com/office/drawing/2014/main" id="{59E1A389-1871-B011-120C-C4E1112D0D11}"/>
              </a:ext>
            </a:extLst>
          </p:cNvPr>
          <p:cNvSpPr/>
          <p:nvPr/>
        </p:nvSpPr>
        <p:spPr>
          <a:xfrm>
            <a:off x="1007781" y="2768816"/>
            <a:ext cx="839310" cy="457200"/>
          </a:xfrm>
          <a:prstGeom prst="rect">
            <a:avLst/>
          </a:prstGeom>
          <a:noFill/>
          <a:ln/>
        </p:spPr>
        <p:txBody>
          <a:bodyPr wrap="square" lIns="0" tIns="0" rIns="0" bIns="0" rtlCol="0" anchor="ctr"/>
          <a:lstStyle/>
          <a:p>
            <a:pPr>
              <a:lnSpc>
                <a:spcPts val="3600"/>
              </a:lnSpc>
            </a:pPr>
            <a:r>
              <a:rPr lang="en-US" sz="2400" kern="0" spc="-75" dirty="0">
                <a:solidFill>
                  <a:srgbClr val="1A1A1A"/>
                </a:solidFill>
                <a:latin typeface="Arial Regular" pitchFamily="34" charset="0"/>
                <a:ea typeface="Arial Regular" pitchFamily="34" charset="-122"/>
                <a:cs typeface="Arial Regular" pitchFamily="34" charset="-120"/>
              </a:rPr>
              <a:t>269 K</a:t>
            </a:r>
            <a:endParaRPr lang="en-US" sz="2400" spc="-75" dirty="0"/>
          </a:p>
        </p:txBody>
      </p:sp>
      <p:pic>
        <p:nvPicPr>
          <p:cNvPr id="57" name="Gráfico 56" descr="Impuestos con relleno sólido">
            <a:extLst>
              <a:ext uri="{FF2B5EF4-FFF2-40B4-BE49-F238E27FC236}">
                <a16:creationId xmlns:a16="http://schemas.microsoft.com/office/drawing/2014/main" id="{F0332D34-38D8-5675-569A-F2877BB1E2F8}"/>
              </a:ext>
            </a:extLst>
          </p:cNvPr>
          <p:cNvPicPr>
            <a:picLocks noChangeAspect="1"/>
          </p:cNvPicPr>
          <p:nvPr/>
        </p:nvPicPr>
        <p:blipFill>
          <a:blip r:embed="rId6">
            <a:extLst>
              <a:ext uri="{96DAC541-7B7A-43D3-8B79-37D633B846F1}">
                <asvg:svgBlip xmlns:asvg="http://schemas.microsoft.com/office/drawing/2016/SVG/main" r:embed="rId8"/>
              </a:ext>
            </a:extLst>
          </a:blip>
          <a:stretch>
            <a:fillRect/>
          </a:stretch>
        </p:blipFill>
        <p:spPr>
          <a:xfrm>
            <a:off x="7592890" y="1354438"/>
            <a:ext cx="385528" cy="385528"/>
          </a:xfrm>
          <a:prstGeom prst="rect">
            <a:avLst/>
          </a:prstGeom>
        </p:spPr>
      </p:pic>
      <p:pic>
        <p:nvPicPr>
          <p:cNvPr id="58" name="Gráfico 57" descr="Impuestos con relleno sólido">
            <a:extLst>
              <a:ext uri="{FF2B5EF4-FFF2-40B4-BE49-F238E27FC236}">
                <a16:creationId xmlns:a16="http://schemas.microsoft.com/office/drawing/2014/main" id="{EAFBEB44-5D37-48D6-15BC-12B4A7B5DAFE}"/>
              </a:ext>
            </a:extLst>
          </p:cNvPr>
          <p:cNvPicPr>
            <a:picLocks noChangeAspect="1"/>
          </p:cNvPicPr>
          <p:nvPr/>
        </p:nvPicPr>
        <p:blipFill>
          <a:blip r:embed="rId6">
            <a:extLst>
              <a:ext uri="{96DAC541-7B7A-43D3-8B79-37D633B846F1}">
                <asvg:svgBlip xmlns:asvg="http://schemas.microsoft.com/office/drawing/2016/SVG/main" r:embed="rId8"/>
              </a:ext>
            </a:extLst>
          </a:blip>
          <a:stretch>
            <a:fillRect/>
          </a:stretch>
        </p:blipFill>
        <p:spPr>
          <a:xfrm>
            <a:off x="11529158" y="1348611"/>
            <a:ext cx="385528" cy="385528"/>
          </a:xfrm>
          <a:prstGeom prst="rect">
            <a:avLst/>
          </a:prstGeom>
        </p:spPr>
      </p:pic>
      <p:sp>
        <p:nvSpPr>
          <p:cNvPr id="67" name="Total asegurados">
            <a:extLst>
              <a:ext uri="{FF2B5EF4-FFF2-40B4-BE49-F238E27FC236}">
                <a16:creationId xmlns:a16="http://schemas.microsoft.com/office/drawing/2014/main" id="{555AC368-01AA-D874-A66A-10F3D319A51A}"/>
              </a:ext>
            </a:extLst>
          </p:cNvPr>
          <p:cNvSpPr/>
          <p:nvPr/>
        </p:nvSpPr>
        <p:spPr>
          <a:xfrm>
            <a:off x="3117108" y="1493284"/>
            <a:ext cx="801154" cy="155766"/>
          </a:xfrm>
          <a:prstGeom prst="rect">
            <a:avLst/>
          </a:prstGeom>
          <a:noFill/>
          <a:ln/>
        </p:spPr>
        <p:txBody>
          <a:bodyPr wrap="square" lIns="0" tIns="0" rIns="0" bIns="0" rtlCol="0" anchor="ctr"/>
          <a:lstStyle/>
          <a:p>
            <a:pP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a:t>
            </a:r>
            <a:r>
              <a:rPr lang="es-ES_tradnl" sz="1125" i="1" kern="0" dirty="0">
                <a:solidFill>
                  <a:srgbClr val="1A1A1A">
                    <a:alpha val="65000"/>
                  </a:srgbClr>
                </a:solidFill>
                <a:latin typeface="Arial Regular" pitchFamily="34" charset="0"/>
                <a:ea typeface="Arial Regular" pitchFamily="34" charset="-122"/>
                <a:cs typeface="Arial Regular" pitchFamily="34" charset="-120"/>
              </a:rPr>
              <a:t>2 </a:t>
            </a: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año</a:t>
            </a:r>
            <a:endParaRPr lang="es-ES_tradnl" sz="1125" i="1" noProof="0" dirty="0"/>
          </a:p>
        </p:txBody>
      </p:sp>
      <p:sp>
        <p:nvSpPr>
          <p:cNvPr id="68" name="Total asegurados">
            <a:extLst>
              <a:ext uri="{FF2B5EF4-FFF2-40B4-BE49-F238E27FC236}">
                <a16:creationId xmlns:a16="http://schemas.microsoft.com/office/drawing/2014/main" id="{FEF135EF-A3C2-A3D5-78F3-39E10E985A64}"/>
              </a:ext>
            </a:extLst>
          </p:cNvPr>
          <p:cNvSpPr/>
          <p:nvPr/>
        </p:nvSpPr>
        <p:spPr>
          <a:xfrm>
            <a:off x="7090349" y="1505192"/>
            <a:ext cx="801154" cy="155766"/>
          </a:xfrm>
          <a:prstGeom prst="rect">
            <a:avLst/>
          </a:prstGeom>
          <a:noFill/>
          <a:ln/>
        </p:spPr>
        <p:txBody>
          <a:bodyPr wrap="square" lIns="0" tIns="0" rIns="0" bIns="0" rtlCol="0" anchor="ctr"/>
          <a:lstStyle/>
          <a:p>
            <a:pP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2</a:t>
            </a:r>
            <a:r>
              <a:rPr lang="es-ES_tradnl" sz="1125" i="1" kern="0" dirty="0">
                <a:solidFill>
                  <a:srgbClr val="1A1A1A">
                    <a:alpha val="65000"/>
                  </a:srgbClr>
                </a:solidFill>
                <a:latin typeface="Arial Regular" pitchFamily="34" charset="0"/>
                <a:ea typeface="Arial Regular" pitchFamily="34" charset="-122"/>
                <a:cs typeface="Arial Regular" pitchFamily="34" charset="-120"/>
              </a:rPr>
              <a:t> </a:t>
            </a: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año</a:t>
            </a:r>
            <a:endParaRPr lang="es-ES_tradnl" sz="1125" i="1" noProof="0" dirty="0"/>
          </a:p>
        </p:txBody>
      </p:sp>
      <p:sp>
        <p:nvSpPr>
          <p:cNvPr id="69" name="Total asegurados">
            <a:extLst>
              <a:ext uri="{FF2B5EF4-FFF2-40B4-BE49-F238E27FC236}">
                <a16:creationId xmlns:a16="http://schemas.microsoft.com/office/drawing/2014/main" id="{91CCFD51-F54D-A1DE-C376-0E3699A49D5A}"/>
              </a:ext>
            </a:extLst>
          </p:cNvPr>
          <p:cNvSpPr/>
          <p:nvPr/>
        </p:nvSpPr>
        <p:spPr>
          <a:xfrm>
            <a:off x="11070747" y="1492081"/>
            <a:ext cx="801154" cy="155766"/>
          </a:xfrm>
          <a:prstGeom prst="rect">
            <a:avLst/>
          </a:prstGeom>
          <a:noFill/>
          <a:ln/>
        </p:spPr>
        <p:txBody>
          <a:bodyPr wrap="square" lIns="0" tIns="0" rIns="0" bIns="0" rtlCol="0" anchor="ctr"/>
          <a:lstStyle/>
          <a:p>
            <a:pP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a:t>
            </a:r>
            <a:r>
              <a:rPr lang="es-ES_tradnl" sz="1125" i="1" kern="0" dirty="0">
                <a:solidFill>
                  <a:srgbClr val="1A1A1A">
                    <a:alpha val="65000"/>
                  </a:srgbClr>
                </a:solidFill>
                <a:latin typeface="Arial Regular" pitchFamily="34" charset="0"/>
                <a:ea typeface="Arial Regular" pitchFamily="34" charset="-122"/>
                <a:cs typeface="Arial Regular" pitchFamily="34" charset="-120"/>
              </a:rPr>
              <a:t> 2 </a:t>
            </a: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año</a:t>
            </a:r>
            <a:endParaRPr lang="es-ES_tradnl" sz="1125" i="1" noProof="0" dirty="0"/>
          </a:p>
        </p:txBody>
      </p:sp>
      <p:sp>
        <p:nvSpPr>
          <p:cNvPr id="3" name="Rectángulo 2">
            <a:extLst>
              <a:ext uri="{FF2B5EF4-FFF2-40B4-BE49-F238E27FC236}">
                <a16:creationId xmlns:a16="http://schemas.microsoft.com/office/drawing/2014/main" id="{14953810-01ED-EB06-24AA-0951077CA81A}"/>
              </a:ext>
            </a:extLst>
          </p:cNvPr>
          <p:cNvSpPr/>
          <p:nvPr/>
        </p:nvSpPr>
        <p:spPr>
          <a:xfrm rot="21340932">
            <a:off x="9764134" y="239403"/>
            <a:ext cx="1476686" cy="400110"/>
          </a:xfrm>
          <a:prstGeom prst="rect">
            <a:avLst/>
          </a:prstGeom>
          <a:noFill/>
          <a:ln w="19050">
            <a:solidFill>
              <a:srgbClr val="C00000"/>
            </a:solidFill>
          </a:ln>
          <a:effectLst>
            <a:outerShdw blurRad="50800" dist="38100" dir="5400000" algn="t" rotWithShape="0">
              <a:prstClr val="black">
                <a:alpha val="40000"/>
              </a:prstClr>
            </a:outerShdw>
          </a:effectLst>
        </p:spPr>
        <p:txBody>
          <a:bodyPr wrap="none" lIns="91440" tIns="45720" rIns="91440" bIns="45720">
            <a:spAutoFit/>
          </a:bodyPr>
          <a:lstStyle/>
          <a:p>
            <a:pPr algn="ctr"/>
            <a:r>
              <a:rPr lang="es-ES" sz="2000" b="0" cap="none" spc="0" dirty="0">
                <a:ln w="0"/>
                <a:solidFill>
                  <a:schemeClr val="tx1"/>
                </a:solidFill>
                <a:effectLst>
                  <a:outerShdw blurRad="38100" dist="19050" dir="2700000" algn="tl" rotWithShape="0">
                    <a:schemeClr val="dk1">
                      <a:alpha val="40000"/>
                    </a:schemeClr>
                  </a:outerShdw>
                </a:effectLst>
              </a:rPr>
              <a:t>Escenario 3</a:t>
            </a:r>
          </a:p>
        </p:txBody>
      </p:sp>
      <p:sp>
        <p:nvSpPr>
          <p:cNvPr id="7" name="Rectángulo 6">
            <a:extLst>
              <a:ext uri="{FF2B5EF4-FFF2-40B4-BE49-F238E27FC236}">
                <a16:creationId xmlns:a16="http://schemas.microsoft.com/office/drawing/2014/main" id="{55158483-4E12-DC7B-25E5-D9C19F0BCC7E}"/>
              </a:ext>
            </a:extLst>
          </p:cNvPr>
          <p:cNvSpPr/>
          <p:nvPr/>
        </p:nvSpPr>
        <p:spPr>
          <a:xfrm>
            <a:off x="2318377" y="1937131"/>
            <a:ext cx="1879529" cy="1386133"/>
          </a:xfrm>
          <a:prstGeom prst="rect">
            <a:avLst/>
          </a:prstGeom>
          <a:solidFill>
            <a:srgbClr val="FFFFFF"/>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Total asegurados">
            <a:extLst>
              <a:ext uri="{FF2B5EF4-FFF2-40B4-BE49-F238E27FC236}">
                <a16:creationId xmlns:a16="http://schemas.microsoft.com/office/drawing/2014/main" id="{7185C52E-58FD-7CCE-EEC9-B85C2E40EF32}"/>
              </a:ext>
            </a:extLst>
          </p:cNvPr>
          <p:cNvSpPr/>
          <p:nvPr/>
        </p:nvSpPr>
        <p:spPr>
          <a:xfrm>
            <a:off x="499440" y="2163153"/>
            <a:ext cx="1704841" cy="543158"/>
          </a:xfrm>
          <a:prstGeom prst="rect">
            <a:avLst/>
          </a:prstGeom>
          <a:noFill/>
          <a:ln/>
        </p:spPr>
        <p:txBody>
          <a:bodyPr wrap="square" lIns="0" tIns="0" rIns="0" bIns="0" rtlCol="0" anchor="ctr"/>
          <a:lstStyle/>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LICENCIAS </a:t>
            </a:r>
          </a:p>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HCM CLOUD</a:t>
            </a:r>
          </a:p>
          <a:p>
            <a:pPr algn="ctr">
              <a:lnSpc>
                <a:spcPts val="1457"/>
              </a:lnSpc>
            </a:pPr>
            <a:endParaRPr lang="es-ES_tradnl" sz="1125"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p:txBody>
      </p:sp>
      <p:sp>
        <p:nvSpPr>
          <p:cNvPr id="10" name="Rectángulo 9">
            <a:extLst>
              <a:ext uri="{FF2B5EF4-FFF2-40B4-BE49-F238E27FC236}">
                <a16:creationId xmlns:a16="http://schemas.microsoft.com/office/drawing/2014/main" id="{FAAE7958-E02F-DD70-5E30-3F7E16B863D0}"/>
              </a:ext>
            </a:extLst>
          </p:cNvPr>
          <p:cNvSpPr/>
          <p:nvPr/>
        </p:nvSpPr>
        <p:spPr>
          <a:xfrm>
            <a:off x="2318377" y="3376820"/>
            <a:ext cx="1879529" cy="1156461"/>
          </a:xfrm>
          <a:prstGeom prst="rect">
            <a:avLst/>
          </a:prstGeom>
          <a:solidFill>
            <a:srgbClr val="FFFFFF"/>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1" name="name_907K">
            <a:extLst>
              <a:ext uri="{FF2B5EF4-FFF2-40B4-BE49-F238E27FC236}">
                <a16:creationId xmlns:a16="http://schemas.microsoft.com/office/drawing/2014/main" id="{01AB16DF-D9C1-4BA7-A401-2AA86ECD8AF5}"/>
              </a:ext>
            </a:extLst>
          </p:cNvPr>
          <p:cNvSpPr/>
          <p:nvPr/>
        </p:nvSpPr>
        <p:spPr>
          <a:xfrm>
            <a:off x="2827211" y="2499780"/>
            <a:ext cx="839310" cy="457200"/>
          </a:xfrm>
          <a:prstGeom prst="rect">
            <a:avLst/>
          </a:prstGeom>
          <a:noFill/>
          <a:ln/>
        </p:spPr>
        <p:txBody>
          <a:bodyPr wrap="square" lIns="0" tIns="0" rIns="0" bIns="0" rtlCol="0" anchor="ctr"/>
          <a:lstStyle/>
          <a:p>
            <a:pPr>
              <a:lnSpc>
                <a:spcPts val="3600"/>
              </a:lnSpc>
            </a:pPr>
            <a:r>
              <a:rPr lang="en-US" sz="2400" strike="sngStrike" kern="0" spc="-75" dirty="0">
                <a:solidFill>
                  <a:srgbClr val="1A1A1A"/>
                </a:solidFill>
                <a:latin typeface="Arial Regular" pitchFamily="34" charset="0"/>
                <a:ea typeface="Arial Regular" pitchFamily="34" charset="-122"/>
                <a:cs typeface="Arial Regular" pitchFamily="34" charset="-120"/>
              </a:rPr>
              <a:t>90 K</a:t>
            </a:r>
          </a:p>
        </p:txBody>
      </p:sp>
      <p:sp>
        <p:nvSpPr>
          <p:cNvPr id="24" name="Total asegurados">
            <a:extLst>
              <a:ext uri="{FF2B5EF4-FFF2-40B4-BE49-F238E27FC236}">
                <a16:creationId xmlns:a16="http://schemas.microsoft.com/office/drawing/2014/main" id="{910090F1-6503-E9F5-0168-C89BDCC29EE0}"/>
              </a:ext>
            </a:extLst>
          </p:cNvPr>
          <p:cNvSpPr/>
          <p:nvPr/>
        </p:nvSpPr>
        <p:spPr>
          <a:xfrm>
            <a:off x="2318870" y="2052373"/>
            <a:ext cx="1704841" cy="543158"/>
          </a:xfrm>
          <a:prstGeom prst="rect">
            <a:avLst/>
          </a:prstGeom>
          <a:noFill/>
          <a:ln/>
        </p:spPr>
        <p:txBody>
          <a:bodyPr wrap="square" lIns="0" tIns="0" rIns="0" bIns="0" rtlCol="0" anchor="ctr"/>
          <a:lstStyle/>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LICENCIAS </a:t>
            </a:r>
          </a:p>
          <a:p>
            <a:pPr algn="ctr">
              <a:lnSpc>
                <a:spcPts val="1457"/>
              </a:lnSpc>
            </a:pPr>
            <a:r>
              <a:rPr lang="es-ES_tradnl" sz="1125" b="1" i="1" kern="0" dirty="0">
                <a:solidFill>
                  <a:srgbClr val="1A1A1A">
                    <a:alpha val="65000"/>
                  </a:srgbClr>
                </a:solidFill>
                <a:latin typeface="Arial Regular" pitchFamily="34" charset="0"/>
                <a:ea typeface="Arial Regular" pitchFamily="34" charset="-122"/>
                <a:cs typeface="Arial Regular" pitchFamily="34" charset="-120"/>
              </a:rPr>
              <a:t>Peoplesoft</a:t>
            </a:r>
            <a:endParaRPr lang="es-ES_tradnl" sz="1125"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p:txBody>
      </p:sp>
      <p:sp>
        <p:nvSpPr>
          <p:cNvPr id="25" name="CuadroTexto 24">
            <a:extLst>
              <a:ext uri="{FF2B5EF4-FFF2-40B4-BE49-F238E27FC236}">
                <a16:creationId xmlns:a16="http://schemas.microsoft.com/office/drawing/2014/main" id="{C2FA5835-666F-AA0C-4512-1B001D92C3BC}"/>
              </a:ext>
            </a:extLst>
          </p:cNvPr>
          <p:cNvSpPr txBox="1"/>
          <p:nvPr/>
        </p:nvSpPr>
        <p:spPr>
          <a:xfrm>
            <a:off x="2386584" y="2896481"/>
            <a:ext cx="1608101" cy="461665"/>
          </a:xfrm>
          <a:prstGeom prst="rect">
            <a:avLst/>
          </a:prstGeom>
          <a:noFill/>
        </p:spPr>
        <p:txBody>
          <a:bodyPr wrap="square" rtlCol="0">
            <a:spAutoFit/>
          </a:bodyPr>
          <a:lstStyle/>
          <a:p>
            <a:pPr algn="ctr"/>
            <a:r>
              <a:rPr lang="es-ES" sz="1200" i="1" dirty="0">
                <a:solidFill>
                  <a:srgbClr val="C00000"/>
                </a:solidFill>
              </a:rPr>
              <a:t>Coste asumido por Oracle</a:t>
            </a:r>
          </a:p>
        </p:txBody>
      </p:sp>
      <p:sp>
        <p:nvSpPr>
          <p:cNvPr id="27" name="name_907K">
            <a:extLst>
              <a:ext uri="{FF2B5EF4-FFF2-40B4-BE49-F238E27FC236}">
                <a16:creationId xmlns:a16="http://schemas.microsoft.com/office/drawing/2014/main" id="{4F6AC375-BFC2-1C0E-9EB6-EBF37B016B56}"/>
              </a:ext>
            </a:extLst>
          </p:cNvPr>
          <p:cNvSpPr/>
          <p:nvPr/>
        </p:nvSpPr>
        <p:spPr>
          <a:xfrm>
            <a:off x="2770979" y="4078201"/>
            <a:ext cx="839310" cy="457200"/>
          </a:xfrm>
          <a:prstGeom prst="rect">
            <a:avLst/>
          </a:prstGeom>
          <a:noFill/>
          <a:ln/>
        </p:spPr>
        <p:txBody>
          <a:bodyPr wrap="square" lIns="0" tIns="0" rIns="0" bIns="0" rtlCol="0" anchor="ctr"/>
          <a:lstStyle/>
          <a:p>
            <a:pPr>
              <a:lnSpc>
                <a:spcPts val="3600"/>
              </a:lnSpc>
            </a:pPr>
            <a:r>
              <a:rPr lang="en-US" sz="2400" kern="0" spc="-75" dirty="0">
                <a:solidFill>
                  <a:srgbClr val="1A1A1A"/>
                </a:solidFill>
                <a:latin typeface="Arial Regular" pitchFamily="34" charset="0"/>
                <a:ea typeface="Arial Regular" pitchFamily="34" charset="-122"/>
                <a:cs typeface="Arial Regular" pitchFamily="34" charset="-120"/>
              </a:rPr>
              <a:t>30 K</a:t>
            </a:r>
          </a:p>
        </p:txBody>
      </p:sp>
      <p:sp>
        <p:nvSpPr>
          <p:cNvPr id="28" name="Total asegurados">
            <a:extLst>
              <a:ext uri="{FF2B5EF4-FFF2-40B4-BE49-F238E27FC236}">
                <a16:creationId xmlns:a16="http://schemas.microsoft.com/office/drawing/2014/main" id="{E6C91174-B790-22B4-021F-A3C3EC284C32}"/>
              </a:ext>
            </a:extLst>
          </p:cNvPr>
          <p:cNvSpPr/>
          <p:nvPr/>
        </p:nvSpPr>
        <p:spPr>
          <a:xfrm>
            <a:off x="2318377" y="3468982"/>
            <a:ext cx="1704841" cy="543158"/>
          </a:xfrm>
          <a:prstGeom prst="rect">
            <a:avLst/>
          </a:prstGeom>
          <a:noFill/>
          <a:ln/>
        </p:spPr>
        <p:txBody>
          <a:bodyPr wrap="square" lIns="0" tIns="0" rIns="0" bIns="0" rtlCol="0" anchor="ctr"/>
          <a:lstStyle/>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SERVIDORES </a:t>
            </a:r>
          </a:p>
          <a:p>
            <a:pPr algn="ctr">
              <a:lnSpc>
                <a:spcPts val="1457"/>
              </a:lnSpc>
            </a:pPr>
            <a:r>
              <a:rPr lang="es-ES_tradnl" sz="1125" b="1" i="1" kern="0" dirty="0">
                <a:solidFill>
                  <a:srgbClr val="1A1A1A">
                    <a:alpha val="65000"/>
                  </a:srgbClr>
                </a:solidFill>
                <a:latin typeface="Arial Regular" pitchFamily="34" charset="0"/>
                <a:ea typeface="Arial Regular" pitchFamily="34" charset="-122"/>
                <a:cs typeface="Arial Regular" pitchFamily="34" charset="-120"/>
              </a:rPr>
              <a:t>Peoplesoft</a:t>
            </a:r>
            <a:endParaRPr lang="es-ES_tradnl" sz="1125"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p:txBody>
      </p:sp>
      <p:sp>
        <p:nvSpPr>
          <p:cNvPr id="33" name="Rectángulo 32">
            <a:extLst>
              <a:ext uri="{FF2B5EF4-FFF2-40B4-BE49-F238E27FC236}">
                <a16:creationId xmlns:a16="http://schemas.microsoft.com/office/drawing/2014/main" id="{3BBD5107-5961-26E5-A773-B76124AEE8ED}"/>
              </a:ext>
            </a:extLst>
          </p:cNvPr>
          <p:cNvSpPr/>
          <p:nvPr/>
        </p:nvSpPr>
        <p:spPr>
          <a:xfrm>
            <a:off x="4536113" y="2038361"/>
            <a:ext cx="1704841"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name_907K">
            <a:extLst>
              <a:ext uri="{FF2B5EF4-FFF2-40B4-BE49-F238E27FC236}">
                <a16:creationId xmlns:a16="http://schemas.microsoft.com/office/drawing/2014/main" id="{08A4B85E-27F7-CCE4-3672-9E6DE1BADD59}"/>
              </a:ext>
            </a:extLst>
          </p:cNvPr>
          <p:cNvSpPr/>
          <p:nvPr/>
        </p:nvSpPr>
        <p:spPr>
          <a:xfrm>
            <a:off x="5044454" y="2835633"/>
            <a:ext cx="839310" cy="457200"/>
          </a:xfrm>
          <a:prstGeom prst="rect">
            <a:avLst/>
          </a:prstGeom>
          <a:noFill/>
          <a:ln/>
        </p:spPr>
        <p:txBody>
          <a:bodyPr wrap="square" lIns="0" tIns="0" rIns="0" bIns="0" rtlCol="0" anchor="ctr"/>
          <a:lstStyle/>
          <a:p>
            <a:pPr>
              <a:lnSpc>
                <a:spcPts val="3600"/>
              </a:lnSpc>
            </a:pPr>
            <a:r>
              <a:rPr lang="en-US" sz="2400" kern="0" spc="-75" dirty="0">
                <a:solidFill>
                  <a:srgbClr val="1A1A1A"/>
                </a:solidFill>
                <a:latin typeface="Arial Regular" pitchFamily="34" charset="0"/>
                <a:ea typeface="Arial Regular" pitchFamily="34" charset="-122"/>
                <a:cs typeface="Arial Regular" pitchFamily="34" charset="-120"/>
              </a:rPr>
              <a:t>501 K</a:t>
            </a:r>
            <a:endParaRPr lang="en-US" sz="2400" spc="-75" dirty="0"/>
          </a:p>
        </p:txBody>
      </p:sp>
      <p:sp>
        <p:nvSpPr>
          <p:cNvPr id="35" name="Rectángulo 34">
            <a:extLst>
              <a:ext uri="{FF2B5EF4-FFF2-40B4-BE49-F238E27FC236}">
                <a16:creationId xmlns:a16="http://schemas.microsoft.com/office/drawing/2014/main" id="{01E9CF61-EF10-790F-14C7-0EA9B3EE5E1D}"/>
              </a:ext>
            </a:extLst>
          </p:cNvPr>
          <p:cNvSpPr/>
          <p:nvPr/>
        </p:nvSpPr>
        <p:spPr>
          <a:xfrm>
            <a:off x="6355050" y="2003948"/>
            <a:ext cx="1879529" cy="1351046"/>
          </a:xfrm>
          <a:prstGeom prst="rect">
            <a:avLst/>
          </a:prstGeom>
          <a:solidFill>
            <a:srgbClr val="FFFFFF"/>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8" name="Total asegurados">
            <a:extLst>
              <a:ext uri="{FF2B5EF4-FFF2-40B4-BE49-F238E27FC236}">
                <a16:creationId xmlns:a16="http://schemas.microsoft.com/office/drawing/2014/main" id="{C808BEC3-2A7B-5C3B-7295-82B09411E72E}"/>
              </a:ext>
            </a:extLst>
          </p:cNvPr>
          <p:cNvSpPr/>
          <p:nvPr/>
        </p:nvSpPr>
        <p:spPr>
          <a:xfrm>
            <a:off x="4536113" y="2229970"/>
            <a:ext cx="1704841" cy="543158"/>
          </a:xfrm>
          <a:prstGeom prst="rect">
            <a:avLst/>
          </a:prstGeom>
          <a:noFill/>
          <a:ln/>
        </p:spPr>
        <p:txBody>
          <a:bodyPr wrap="square" lIns="0" tIns="0" rIns="0" bIns="0" rtlCol="0" anchor="ctr"/>
          <a:lstStyle/>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LICENCIAS </a:t>
            </a:r>
          </a:p>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WORKDAY CLOUD</a:t>
            </a:r>
          </a:p>
          <a:p>
            <a:pPr algn="ctr">
              <a:lnSpc>
                <a:spcPts val="1457"/>
              </a:lnSpc>
            </a:pPr>
            <a:endParaRPr lang="es-ES_tradnl" sz="1125"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p:txBody>
      </p:sp>
      <p:sp>
        <p:nvSpPr>
          <p:cNvPr id="41" name="Rectángulo 40">
            <a:extLst>
              <a:ext uri="{FF2B5EF4-FFF2-40B4-BE49-F238E27FC236}">
                <a16:creationId xmlns:a16="http://schemas.microsoft.com/office/drawing/2014/main" id="{831857D1-AFBA-298E-2C51-704E375E8C43}"/>
              </a:ext>
            </a:extLst>
          </p:cNvPr>
          <p:cNvSpPr/>
          <p:nvPr/>
        </p:nvSpPr>
        <p:spPr>
          <a:xfrm>
            <a:off x="6355050" y="3473532"/>
            <a:ext cx="1879529" cy="1059749"/>
          </a:xfrm>
          <a:prstGeom prst="rect">
            <a:avLst/>
          </a:prstGeom>
          <a:solidFill>
            <a:srgbClr val="FFFFFF"/>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44" name="name_907K">
            <a:extLst>
              <a:ext uri="{FF2B5EF4-FFF2-40B4-BE49-F238E27FC236}">
                <a16:creationId xmlns:a16="http://schemas.microsoft.com/office/drawing/2014/main" id="{392FB33B-E391-D4DB-73A3-D5FC64F0529F}"/>
              </a:ext>
            </a:extLst>
          </p:cNvPr>
          <p:cNvSpPr/>
          <p:nvPr/>
        </p:nvSpPr>
        <p:spPr>
          <a:xfrm>
            <a:off x="6863884" y="2830360"/>
            <a:ext cx="839310" cy="457200"/>
          </a:xfrm>
          <a:prstGeom prst="rect">
            <a:avLst/>
          </a:prstGeom>
          <a:noFill/>
          <a:ln/>
        </p:spPr>
        <p:txBody>
          <a:bodyPr wrap="square" lIns="0" tIns="0" rIns="0" bIns="0" rtlCol="0" anchor="ctr"/>
          <a:lstStyle/>
          <a:p>
            <a:pPr>
              <a:lnSpc>
                <a:spcPts val="3600"/>
              </a:lnSpc>
            </a:pPr>
            <a:r>
              <a:rPr lang="en-US" sz="2400" kern="0" spc="-75" dirty="0">
                <a:solidFill>
                  <a:srgbClr val="1A1A1A"/>
                </a:solidFill>
                <a:latin typeface="Arial Regular" pitchFamily="34" charset="0"/>
                <a:ea typeface="Arial Regular" pitchFamily="34" charset="-122"/>
                <a:cs typeface="Arial Regular" pitchFamily="34" charset="-120"/>
              </a:rPr>
              <a:t>90 K</a:t>
            </a:r>
          </a:p>
        </p:txBody>
      </p:sp>
      <p:sp>
        <p:nvSpPr>
          <p:cNvPr id="47" name="Total asegurados">
            <a:extLst>
              <a:ext uri="{FF2B5EF4-FFF2-40B4-BE49-F238E27FC236}">
                <a16:creationId xmlns:a16="http://schemas.microsoft.com/office/drawing/2014/main" id="{7C873542-F6C1-94A2-E3C5-33E13CE723E6}"/>
              </a:ext>
            </a:extLst>
          </p:cNvPr>
          <p:cNvSpPr/>
          <p:nvPr/>
        </p:nvSpPr>
        <p:spPr>
          <a:xfrm>
            <a:off x="6355543" y="2224697"/>
            <a:ext cx="1704841" cy="543158"/>
          </a:xfrm>
          <a:prstGeom prst="rect">
            <a:avLst/>
          </a:prstGeom>
          <a:noFill/>
          <a:ln/>
        </p:spPr>
        <p:txBody>
          <a:bodyPr wrap="square" lIns="0" tIns="0" rIns="0" bIns="0" rtlCol="0" anchor="ctr"/>
          <a:lstStyle/>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LICENCIAS </a:t>
            </a:r>
          </a:p>
          <a:p>
            <a:pPr algn="ctr">
              <a:lnSpc>
                <a:spcPts val="1457"/>
              </a:lnSpc>
            </a:pPr>
            <a:r>
              <a:rPr lang="es-ES_tradnl" sz="1125" b="1" i="1" kern="0" dirty="0">
                <a:solidFill>
                  <a:srgbClr val="1A1A1A">
                    <a:alpha val="65000"/>
                  </a:srgbClr>
                </a:solidFill>
                <a:latin typeface="Arial Regular" pitchFamily="34" charset="0"/>
                <a:ea typeface="Arial Regular" pitchFamily="34" charset="-122"/>
                <a:cs typeface="Arial Regular" pitchFamily="34" charset="-120"/>
              </a:rPr>
              <a:t>Peoplesoft</a:t>
            </a:r>
            <a:endParaRPr lang="es-ES_tradnl" sz="1125" b="1"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endParaRPr lang="es-ES_tradnl" sz="1125"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p:txBody>
      </p:sp>
      <p:sp>
        <p:nvSpPr>
          <p:cNvPr id="53" name="name_907K">
            <a:extLst>
              <a:ext uri="{FF2B5EF4-FFF2-40B4-BE49-F238E27FC236}">
                <a16:creationId xmlns:a16="http://schemas.microsoft.com/office/drawing/2014/main" id="{4BE3C2D1-FB8F-6524-1D35-683146F146CA}"/>
              </a:ext>
            </a:extLst>
          </p:cNvPr>
          <p:cNvSpPr/>
          <p:nvPr/>
        </p:nvSpPr>
        <p:spPr>
          <a:xfrm>
            <a:off x="6875159" y="4134291"/>
            <a:ext cx="839310" cy="457200"/>
          </a:xfrm>
          <a:prstGeom prst="rect">
            <a:avLst/>
          </a:prstGeom>
          <a:noFill/>
          <a:ln/>
        </p:spPr>
        <p:txBody>
          <a:bodyPr wrap="square" lIns="0" tIns="0" rIns="0" bIns="0" rtlCol="0" anchor="ctr"/>
          <a:lstStyle/>
          <a:p>
            <a:pPr>
              <a:lnSpc>
                <a:spcPts val="3600"/>
              </a:lnSpc>
            </a:pPr>
            <a:r>
              <a:rPr lang="en-US" sz="2400" kern="0" spc="-75" dirty="0">
                <a:solidFill>
                  <a:srgbClr val="1A1A1A"/>
                </a:solidFill>
                <a:latin typeface="Arial Regular" pitchFamily="34" charset="0"/>
                <a:ea typeface="Arial Regular" pitchFamily="34" charset="-122"/>
                <a:cs typeface="Arial Regular" pitchFamily="34" charset="-120"/>
              </a:rPr>
              <a:t>30 K</a:t>
            </a:r>
          </a:p>
        </p:txBody>
      </p:sp>
      <p:sp>
        <p:nvSpPr>
          <p:cNvPr id="56" name="Total asegurados">
            <a:extLst>
              <a:ext uri="{FF2B5EF4-FFF2-40B4-BE49-F238E27FC236}">
                <a16:creationId xmlns:a16="http://schemas.microsoft.com/office/drawing/2014/main" id="{15B52E43-56EE-592F-E56E-06EDC7ED88D3}"/>
              </a:ext>
            </a:extLst>
          </p:cNvPr>
          <p:cNvSpPr/>
          <p:nvPr/>
        </p:nvSpPr>
        <p:spPr>
          <a:xfrm>
            <a:off x="6355050" y="3545554"/>
            <a:ext cx="1704841" cy="543158"/>
          </a:xfrm>
          <a:prstGeom prst="rect">
            <a:avLst/>
          </a:prstGeom>
          <a:noFill/>
          <a:ln/>
        </p:spPr>
        <p:txBody>
          <a:bodyPr wrap="square" lIns="0" tIns="0" rIns="0" bIns="0" rtlCol="0" anchor="ctr"/>
          <a:lstStyle/>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SERVIDORES </a:t>
            </a:r>
          </a:p>
          <a:p>
            <a:pPr algn="ctr">
              <a:lnSpc>
                <a:spcPts val="1457"/>
              </a:lnSpc>
            </a:pPr>
            <a:r>
              <a:rPr lang="es-ES_tradnl" sz="1125" b="1" i="1" kern="0" dirty="0">
                <a:solidFill>
                  <a:srgbClr val="1A1A1A">
                    <a:alpha val="65000"/>
                  </a:srgbClr>
                </a:solidFill>
                <a:latin typeface="Arial Regular" pitchFamily="34" charset="0"/>
                <a:ea typeface="Arial Regular" pitchFamily="34" charset="-122"/>
                <a:cs typeface="Arial Regular" pitchFamily="34" charset="-120"/>
              </a:rPr>
              <a:t>Peoplesoft</a:t>
            </a:r>
            <a:endParaRPr lang="es-ES_tradnl" sz="1125" b="1"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p:txBody>
      </p:sp>
      <p:sp>
        <p:nvSpPr>
          <p:cNvPr id="70" name="Rectángulo 69">
            <a:extLst>
              <a:ext uri="{FF2B5EF4-FFF2-40B4-BE49-F238E27FC236}">
                <a16:creationId xmlns:a16="http://schemas.microsoft.com/office/drawing/2014/main" id="{FF1EB24D-2CE8-9573-39CB-07AB031D7587}"/>
              </a:ext>
            </a:extLst>
          </p:cNvPr>
          <p:cNvSpPr/>
          <p:nvPr/>
        </p:nvSpPr>
        <p:spPr>
          <a:xfrm>
            <a:off x="8398098" y="2034408"/>
            <a:ext cx="1704841"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1" name="name_907K">
            <a:extLst>
              <a:ext uri="{FF2B5EF4-FFF2-40B4-BE49-F238E27FC236}">
                <a16:creationId xmlns:a16="http://schemas.microsoft.com/office/drawing/2014/main" id="{0C1A76A9-122B-391E-D6BB-1B2AD8DB96D7}"/>
              </a:ext>
            </a:extLst>
          </p:cNvPr>
          <p:cNvSpPr/>
          <p:nvPr/>
        </p:nvSpPr>
        <p:spPr>
          <a:xfrm>
            <a:off x="8906439" y="2831680"/>
            <a:ext cx="839310" cy="457200"/>
          </a:xfrm>
          <a:prstGeom prst="rect">
            <a:avLst/>
          </a:prstGeom>
          <a:noFill/>
          <a:ln/>
        </p:spPr>
        <p:txBody>
          <a:bodyPr wrap="square" lIns="0" tIns="0" rIns="0" bIns="0" rtlCol="0" anchor="ctr"/>
          <a:lstStyle/>
          <a:p>
            <a:pPr>
              <a:lnSpc>
                <a:spcPts val="3600"/>
              </a:lnSpc>
            </a:pPr>
            <a:r>
              <a:rPr lang="en-US" sz="2400" kern="0" spc="-75" dirty="0">
                <a:solidFill>
                  <a:srgbClr val="1A1A1A"/>
                </a:solidFill>
                <a:latin typeface="Arial Regular" pitchFamily="34" charset="0"/>
                <a:ea typeface="Arial Regular" pitchFamily="34" charset="-122"/>
                <a:cs typeface="Arial Regular" pitchFamily="34" charset="-120"/>
              </a:rPr>
              <a:t>293 K</a:t>
            </a:r>
            <a:endParaRPr lang="en-US" sz="2400" spc="-75" dirty="0"/>
          </a:p>
        </p:txBody>
      </p:sp>
      <p:sp>
        <p:nvSpPr>
          <p:cNvPr id="72" name="Rectángulo 71">
            <a:extLst>
              <a:ext uri="{FF2B5EF4-FFF2-40B4-BE49-F238E27FC236}">
                <a16:creationId xmlns:a16="http://schemas.microsoft.com/office/drawing/2014/main" id="{8EED124F-4900-D161-E535-8281C205B562}"/>
              </a:ext>
            </a:extLst>
          </p:cNvPr>
          <p:cNvSpPr/>
          <p:nvPr/>
        </p:nvSpPr>
        <p:spPr>
          <a:xfrm>
            <a:off x="10217035" y="1999995"/>
            <a:ext cx="1879529" cy="1358952"/>
          </a:xfrm>
          <a:prstGeom prst="rect">
            <a:avLst/>
          </a:prstGeom>
          <a:solidFill>
            <a:srgbClr val="FFFFFF"/>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3" name="Total asegurados">
            <a:extLst>
              <a:ext uri="{FF2B5EF4-FFF2-40B4-BE49-F238E27FC236}">
                <a16:creationId xmlns:a16="http://schemas.microsoft.com/office/drawing/2014/main" id="{0C1285C0-FA20-4F0E-43BC-1A4264A1311C}"/>
              </a:ext>
            </a:extLst>
          </p:cNvPr>
          <p:cNvSpPr/>
          <p:nvPr/>
        </p:nvSpPr>
        <p:spPr>
          <a:xfrm>
            <a:off x="8398098" y="2226017"/>
            <a:ext cx="1704841" cy="543158"/>
          </a:xfrm>
          <a:prstGeom prst="rect">
            <a:avLst/>
          </a:prstGeom>
          <a:noFill/>
          <a:ln/>
        </p:spPr>
        <p:txBody>
          <a:bodyPr wrap="square" lIns="0" tIns="0" rIns="0" bIns="0" rtlCol="0" anchor="ctr"/>
          <a:lstStyle/>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LICENCIAS </a:t>
            </a:r>
          </a:p>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SUCCESS FACTORS</a:t>
            </a:r>
          </a:p>
          <a:p>
            <a:pPr algn="ctr">
              <a:lnSpc>
                <a:spcPts val="1457"/>
              </a:lnSpc>
            </a:pPr>
            <a:endParaRPr lang="es-ES_tradnl" sz="1125"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p:txBody>
      </p:sp>
      <p:sp>
        <p:nvSpPr>
          <p:cNvPr id="74" name="Rectángulo 73">
            <a:extLst>
              <a:ext uri="{FF2B5EF4-FFF2-40B4-BE49-F238E27FC236}">
                <a16:creationId xmlns:a16="http://schemas.microsoft.com/office/drawing/2014/main" id="{CFD2AA46-9B2D-B2C3-AABA-A3BD0B6C9780}"/>
              </a:ext>
            </a:extLst>
          </p:cNvPr>
          <p:cNvSpPr/>
          <p:nvPr/>
        </p:nvSpPr>
        <p:spPr>
          <a:xfrm>
            <a:off x="10217035" y="3469579"/>
            <a:ext cx="1879529" cy="1121912"/>
          </a:xfrm>
          <a:prstGeom prst="rect">
            <a:avLst/>
          </a:prstGeom>
          <a:solidFill>
            <a:srgbClr val="FFFFFF"/>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75" name="name_907K">
            <a:extLst>
              <a:ext uri="{FF2B5EF4-FFF2-40B4-BE49-F238E27FC236}">
                <a16:creationId xmlns:a16="http://schemas.microsoft.com/office/drawing/2014/main" id="{A48FE4D2-0FA3-3DB7-42BB-11D3E4947B0F}"/>
              </a:ext>
            </a:extLst>
          </p:cNvPr>
          <p:cNvSpPr/>
          <p:nvPr/>
        </p:nvSpPr>
        <p:spPr>
          <a:xfrm>
            <a:off x="10725869" y="2826407"/>
            <a:ext cx="839310" cy="457200"/>
          </a:xfrm>
          <a:prstGeom prst="rect">
            <a:avLst/>
          </a:prstGeom>
          <a:noFill/>
          <a:ln/>
        </p:spPr>
        <p:txBody>
          <a:bodyPr wrap="square" lIns="0" tIns="0" rIns="0" bIns="0" rtlCol="0" anchor="ctr"/>
          <a:lstStyle/>
          <a:p>
            <a:pPr>
              <a:lnSpc>
                <a:spcPts val="3600"/>
              </a:lnSpc>
            </a:pPr>
            <a:r>
              <a:rPr lang="en-US" sz="2400" kern="0" spc="-75" dirty="0">
                <a:solidFill>
                  <a:srgbClr val="1A1A1A"/>
                </a:solidFill>
                <a:latin typeface="Arial Regular" pitchFamily="34" charset="0"/>
                <a:ea typeface="Arial Regular" pitchFamily="34" charset="-122"/>
                <a:cs typeface="Arial Regular" pitchFamily="34" charset="-120"/>
              </a:rPr>
              <a:t>90 K</a:t>
            </a:r>
          </a:p>
        </p:txBody>
      </p:sp>
      <p:sp>
        <p:nvSpPr>
          <p:cNvPr id="76" name="Total asegurados">
            <a:extLst>
              <a:ext uri="{FF2B5EF4-FFF2-40B4-BE49-F238E27FC236}">
                <a16:creationId xmlns:a16="http://schemas.microsoft.com/office/drawing/2014/main" id="{C6C0A2A1-9745-62F8-6C26-3246C40868F2}"/>
              </a:ext>
            </a:extLst>
          </p:cNvPr>
          <p:cNvSpPr/>
          <p:nvPr/>
        </p:nvSpPr>
        <p:spPr>
          <a:xfrm>
            <a:off x="10217528" y="2220744"/>
            <a:ext cx="1704841" cy="543158"/>
          </a:xfrm>
          <a:prstGeom prst="rect">
            <a:avLst/>
          </a:prstGeom>
          <a:noFill/>
          <a:ln/>
        </p:spPr>
        <p:txBody>
          <a:bodyPr wrap="square" lIns="0" tIns="0" rIns="0" bIns="0" rtlCol="0" anchor="ctr"/>
          <a:lstStyle/>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LICENCIAS </a:t>
            </a:r>
          </a:p>
          <a:p>
            <a:pPr algn="ctr">
              <a:lnSpc>
                <a:spcPts val="1457"/>
              </a:lnSpc>
            </a:pPr>
            <a:r>
              <a:rPr lang="es-ES_tradnl" sz="1125" b="1" i="1" kern="0" dirty="0">
                <a:solidFill>
                  <a:srgbClr val="1A1A1A">
                    <a:alpha val="65000"/>
                  </a:srgbClr>
                </a:solidFill>
                <a:latin typeface="Arial Regular" pitchFamily="34" charset="0"/>
                <a:ea typeface="Arial Regular" pitchFamily="34" charset="-122"/>
                <a:cs typeface="Arial Regular" pitchFamily="34" charset="-120"/>
              </a:rPr>
              <a:t>Peoplesoft</a:t>
            </a:r>
            <a:endParaRPr lang="es-ES_tradnl" sz="1125" b="1"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endParaRPr lang="es-ES_tradnl" sz="1125"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p:txBody>
      </p:sp>
      <p:sp>
        <p:nvSpPr>
          <p:cNvPr id="78" name="name_907K">
            <a:extLst>
              <a:ext uri="{FF2B5EF4-FFF2-40B4-BE49-F238E27FC236}">
                <a16:creationId xmlns:a16="http://schemas.microsoft.com/office/drawing/2014/main" id="{A0589001-40D8-E649-58FC-50F04EB11806}"/>
              </a:ext>
            </a:extLst>
          </p:cNvPr>
          <p:cNvSpPr/>
          <p:nvPr/>
        </p:nvSpPr>
        <p:spPr>
          <a:xfrm>
            <a:off x="10759479" y="4076081"/>
            <a:ext cx="839310" cy="457200"/>
          </a:xfrm>
          <a:prstGeom prst="rect">
            <a:avLst/>
          </a:prstGeom>
          <a:noFill/>
          <a:ln/>
        </p:spPr>
        <p:txBody>
          <a:bodyPr wrap="square" lIns="0" tIns="0" rIns="0" bIns="0" rtlCol="0" anchor="ctr"/>
          <a:lstStyle/>
          <a:p>
            <a:pPr>
              <a:lnSpc>
                <a:spcPts val="3600"/>
              </a:lnSpc>
            </a:pPr>
            <a:r>
              <a:rPr lang="en-US" sz="2400" kern="0" spc="-75" dirty="0">
                <a:solidFill>
                  <a:srgbClr val="1A1A1A"/>
                </a:solidFill>
                <a:latin typeface="Arial Regular" pitchFamily="34" charset="0"/>
                <a:ea typeface="Arial Regular" pitchFamily="34" charset="-122"/>
                <a:cs typeface="Arial Regular" pitchFamily="34" charset="-120"/>
              </a:rPr>
              <a:t>30 K</a:t>
            </a:r>
          </a:p>
        </p:txBody>
      </p:sp>
      <p:sp>
        <p:nvSpPr>
          <p:cNvPr id="79" name="Total asegurados">
            <a:extLst>
              <a:ext uri="{FF2B5EF4-FFF2-40B4-BE49-F238E27FC236}">
                <a16:creationId xmlns:a16="http://schemas.microsoft.com/office/drawing/2014/main" id="{52612923-AE04-1EA1-89B9-A07793A6F471}"/>
              </a:ext>
            </a:extLst>
          </p:cNvPr>
          <p:cNvSpPr/>
          <p:nvPr/>
        </p:nvSpPr>
        <p:spPr>
          <a:xfrm>
            <a:off x="10235483" y="3537340"/>
            <a:ext cx="1704841" cy="543158"/>
          </a:xfrm>
          <a:prstGeom prst="rect">
            <a:avLst/>
          </a:prstGeom>
          <a:noFill/>
          <a:ln/>
        </p:spPr>
        <p:txBody>
          <a:bodyPr wrap="square" lIns="0" tIns="0" rIns="0" bIns="0" rtlCol="0" anchor="ctr"/>
          <a:lstStyle/>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SERVIDORES </a:t>
            </a:r>
          </a:p>
          <a:p>
            <a:pPr algn="ctr">
              <a:lnSpc>
                <a:spcPts val="1457"/>
              </a:lnSpc>
            </a:pPr>
            <a:r>
              <a:rPr lang="es-ES_tradnl" sz="1125" b="1" i="1" kern="0" dirty="0">
                <a:solidFill>
                  <a:srgbClr val="1A1A1A">
                    <a:alpha val="65000"/>
                  </a:srgbClr>
                </a:solidFill>
                <a:latin typeface="Arial Regular" pitchFamily="34" charset="0"/>
                <a:ea typeface="Arial Regular" pitchFamily="34" charset="-122"/>
                <a:cs typeface="Arial Regular" pitchFamily="34" charset="-120"/>
              </a:rPr>
              <a:t>Peoplesoft</a:t>
            </a:r>
            <a:endParaRPr lang="es-ES_tradnl" sz="1125" b="1"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p:txBody>
      </p:sp>
      <p:sp>
        <p:nvSpPr>
          <p:cNvPr id="6" name="CuadroTexto 5">
            <a:extLst>
              <a:ext uri="{FF2B5EF4-FFF2-40B4-BE49-F238E27FC236}">
                <a16:creationId xmlns:a16="http://schemas.microsoft.com/office/drawing/2014/main" id="{7D576458-605C-DD0F-26B9-A1A2261504ED}"/>
              </a:ext>
            </a:extLst>
          </p:cNvPr>
          <p:cNvSpPr txBox="1"/>
          <p:nvPr/>
        </p:nvSpPr>
        <p:spPr>
          <a:xfrm>
            <a:off x="10200682" y="668412"/>
            <a:ext cx="805708" cy="369332"/>
          </a:xfrm>
          <a:prstGeom prst="rect">
            <a:avLst/>
          </a:prstGeom>
          <a:noFill/>
        </p:spPr>
        <p:txBody>
          <a:bodyPr wrap="square">
            <a:spAutoFit/>
          </a:bodyPr>
          <a:lstStyle/>
          <a:p>
            <a:pPr>
              <a:lnSpc>
                <a:spcPct val="100000"/>
              </a:lnSpc>
            </a:pPr>
            <a:r>
              <a:rPr lang="es-ES" sz="1800" b="1" kern="0" spc="-100" dirty="0">
                <a:latin typeface="Arial Regular" pitchFamily="34" charset="0"/>
                <a:ea typeface="Arial Regular" pitchFamily="34" charset="-122"/>
              </a:rPr>
              <a:t>A</a:t>
            </a:r>
            <a:r>
              <a:rPr lang="es-ES" sz="1800" b="1" kern="0" spc="-100" noProof="0" dirty="0" err="1">
                <a:latin typeface="Arial Regular" pitchFamily="34" charset="0"/>
                <a:ea typeface="Arial Regular" pitchFamily="34" charset="-122"/>
              </a:rPr>
              <a:t>ño</a:t>
            </a:r>
            <a:r>
              <a:rPr lang="es-ES" sz="1800" b="1" kern="0" spc="-100" noProof="0" dirty="0">
                <a:latin typeface="Arial Regular" pitchFamily="34" charset="0"/>
                <a:ea typeface="Arial Regular" pitchFamily="34" charset="-122"/>
              </a:rPr>
              <a:t> 1</a:t>
            </a:r>
            <a:endParaRPr lang="es-ES" sz="1800" b="1" spc="-100" noProof="0" dirty="0"/>
          </a:p>
        </p:txBody>
      </p:sp>
      <p:sp>
        <p:nvSpPr>
          <p:cNvPr id="8" name="Rectángulo 7">
            <a:extLst>
              <a:ext uri="{FF2B5EF4-FFF2-40B4-BE49-F238E27FC236}">
                <a16:creationId xmlns:a16="http://schemas.microsoft.com/office/drawing/2014/main" id="{F73EC312-5521-D2F4-FE17-DC1CD13F28A1}"/>
              </a:ext>
            </a:extLst>
          </p:cNvPr>
          <p:cNvSpPr/>
          <p:nvPr/>
        </p:nvSpPr>
        <p:spPr>
          <a:xfrm>
            <a:off x="2318376" y="4688092"/>
            <a:ext cx="1879529" cy="1320585"/>
          </a:xfrm>
          <a:prstGeom prst="rect">
            <a:avLst/>
          </a:prstGeom>
          <a:solidFill>
            <a:srgbClr val="FFFFFF"/>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457"/>
              </a:lnSpc>
            </a:pPr>
            <a:r>
              <a:rPr lang="es-ES_tradnl" sz="1125" b="1" i="1" kern="0" dirty="0">
                <a:solidFill>
                  <a:srgbClr val="1A1A1A">
                    <a:alpha val="65000"/>
                  </a:srgbClr>
                </a:solidFill>
                <a:latin typeface="Arial Regular" pitchFamily="34" charset="0"/>
                <a:ea typeface="Arial Regular" pitchFamily="34" charset="-122"/>
              </a:rPr>
              <a:t>PLATAFORMAS SATELITES</a:t>
            </a:r>
          </a:p>
          <a:p>
            <a:pP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a:p>
            <a:pPr>
              <a:lnSpc>
                <a:spcPts val="1457"/>
              </a:lnSpc>
            </a:pPr>
            <a:endParaRPr lang="es-ES_tradnl" sz="1125" b="1" i="1" kern="0" dirty="0">
              <a:solidFill>
                <a:srgbClr val="1A1A1A">
                  <a:alpha val="65000"/>
                </a:srgbClr>
              </a:solidFill>
              <a:latin typeface="Arial Regular" pitchFamily="34" charset="0"/>
              <a:ea typeface="Arial Regular" pitchFamily="34" charset="-122"/>
            </a:endParaRPr>
          </a:p>
          <a:p>
            <a:pPr>
              <a:lnSpc>
                <a:spcPts val="1457"/>
              </a:lnSpc>
            </a:pPr>
            <a:r>
              <a:rPr lang="es-ES_tradnl" sz="1125" i="1" kern="0" dirty="0">
                <a:solidFill>
                  <a:srgbClr val="1A1A1A">
                    <a:alpha val="65000"/>
                  </a:srgbClr>
                </a:solidFill>
                <a:latin typeface="Arial Regular" pitchFamily="34" charset="0"/>
                <a:ea typeface="Arial Regular" pitchFamily="34" charset="-122"/>
              </a:rPr>
              <a:t>OKN    </a:t>
            </a:r>
            <a:r>
              <a:rPr lang="es-ES_tradnl" sz="1100" b="1" i="1" kern="0" dirty="0">
                <a:solidFill>
                  <a:srgbClr val="1A1A1A">
                    <a:alpha val="65000"/>
                  </a:srgbClr>
                </a:solidFill>
                <a:latin typeface="Arial Regular" pitchFamily="34" charset="0"/>
                <a:ea typeface="Arial Regular" pitchFamily="34" charset="-122"/>
              </a:rPr>
              <a:t>                      </a:t>
            </a:r>
            <a:r>
              <a:rPr lang="es-ES_tradnl" sz="1200" kern="0" spc="-75" dirty="0">
                <a:solidFill>
                  <a:srgbClr val="1A1A1A"/>
                </a:solidFill>
                <a:latin typeface="Arial Regular" pitchFamily="34" charset="0"/>
                <a:ea typeface="Arial Regular" pitchFamily="34" charset="-122"/>
              </a:rPr>
              <a:t>17 K</a:t>
            </a:r>
            <a:endParaRPr lang="es-ES_tradnl" sz="1600" kern="0" spc="-75" dirty="0">
              <a:solidFill>
                <a:srgbClr val="1A1A1A"/>
              </a:solidFill>
              <a:latin typeface="Arial Regular" pitchFamily="34" charset="0"/>
              <a:ea typeface="Arial Regular" pitchFamily="34" charset="-122"/>
            </a:endParaRPr>
          </a:p>
          <a:p>
            <a:pPr>
              <a:lnSpc>
                <a:spcPts val="1457"/>
              </a:lnSpc>
            </a:pPr>
            <a:r>
              <a:rPr lang="es-ES_tradnl" sz="1125" i="1" kern="0" dirty="0">
                <a:solidFill>
                  <a:srgbClr val="1A1A1A">
                    <a:alpha val="65000"/>
                  </a:srgbClr>
                </a:solidFill>
                <a:latin typeface="Arial Regular" pitchFamily="34" charset="0"/>
                <a:ea typeface="Arial Regular" pitchFamily="34" charset="-122"/>
              </a:rPr>
              <a:t>APP Onboarding      </a:t>
            </a:r>
            <a:r>
              <a:rPr lang="es-ES_tradnl" sz="1200" kern="0" spc="-75" dirty="0">
                <a:solidFill>
                  <a:srgbClr val="1A1A1A"/>
                </a:solidFill>
                <a:latin typeface="Arial Regular" pitchFamily="34" charset="0"/>
                <a:ea typeface="Arial Regular" pitchFamily="34" charset="-122"/>
              </a:rPr>
              <a:t>10 K</a:t>
            </a:r>
            <a:endParaRPr lang="es-ES_tradnl" sz="1600" kern="0" spc="-75" dirty="0">
              <a:solidFill>
                <a:srgbClr val="1A1A1A"/>
              </a:solidFill>
              <a:latin typeface="Arial Regular" pitchFamily="34" charset="0"/>
              <a:ea typeface="Arial Regular" pitchFamily="34" charset="-122"/>
            </a:endParaRPr>
          </a:p>
          <a:p>
            <a:pPr>
              <a:lnSpc>
                <a:spcPts val="1457"/>
              </a:lnSpc>
            </a:pPr>
            <a:r>
              <a:rPr lang="es-ES_tradnl" sz="1125" i="1" kern="0" dirty="0" err="1">
                <a:solidFill>
                  <a:srgbClr val="1A1A1A">
                    <a:alpha val="65000"/>
                  </a:srgbClr>
                </a:solidFill>
                <a:latin typeface="Arial Regular" pitchFamily="34" charset="0"/>
                <a:ea typeface="Arial Regular" pitchFamily="34" charset="-122"/>
              </a:rPr>
              <a:t>Talent</a:t>
            </a:r>
            <a:r>
              <a:rPr lang="es-ES_tradnl" sz="1125" i="1" kern="0" dirty="0">
                <a:solidFill>
                  <a:srgbClr val="1A1A1A">
                    <a:alpha val="65000"/>
                  </a:srgbClr>
                </a:solidFill>
                <a:latin typeface="Arial Regular" pitchFamily="34" charset="0"/>
                <a:ea typeface="Arial Regular" pitchFamily="34" charset="-122"/>
              </a:rPr>
              <a:t> Link</a:t>
            </a:r>
            <a:r>
              <a:rPr lang="es-ES_tradnl" sz="1200" kern="0" spc="-75" dirty="0">
                <a:solidFill>
                  <a:srgbClr val="1A1A1A"/>
                </a:solidFill>
                <a:latin typeface="Arial Regular" pitchFamily="34" charset="0"/>
                <a:ea typeface="Arial Regular" pitchFamily="34" charset="-122"/>
              </a:rPr>
              <a:t>     </a:t>
            </a:r>
            <a:r>
              <a:rPr lang="es-ES_tradnl" sz="1600" kern="0" spc="-75" dirty="0">
                <a:solidFill>
                  <a:srgbClr val="1A1A1A"/>
                </a:solidFill>
                <a:latin typeface="Arial Regular" pitchFamily="34" charset="0"/>
                <a:ea typeface="Arial Regular" pitchFamily="34" charset="-122"/>
              </a:rPr>
              <a:t>         </a:t>
            </a:r>
            <a:r>
              <a:rPr lang="es-ES_tradnl" sz="1200" kern="0" spc="-75" dirty="0">
                <a:solidFill>
                  <a:srgbClr val="1A1A1A"/>
                </a:solidFill>
                <a:latin typeface="Arial Regular" pitchFamily="34" charset="0"/>
                <a:ea typeface="Arial Regular" pitchFamily="34" charset="-122"/>
              </a:rPr>
              <a:t>17 K</a:t>
            </a:r>
            <a:endParaRPr lang="es-ES_tradnl" sz="1600" kern="0" spc="-75" dirty="0">
              <a:solidFill>
                <a:srgbClr val="1A1A1A"/>
              </a:solidFill>
              <a:latin typeface="Arial Regular" pitchFamily="34" charset="0"/>
              <a:ea typeface="Arial Regular" pitchFamily="34" charset="-122"/>
            </a:endParaRPr>
          </a:p>
        </p:txBody>
      </p:sp>
      <p:sp>
        <p:nvSpPr>
          <p:cNvPr id="29" name="Rectángulo 28">
            <a:extLst>
              <a:ext uri="{FF2B5EF4-FFF2-40B4-BE49-F238E27FC236}">
                <a16:creationId xmlns:a16="http://schemas.microsoft.com/office/drawing/2014/main" id="{592A40A8-C1BD-2B18-0EDC-77093C73C15B}"/>
              </a:ext>
            </a:extLst>
          </p:cNvPr>
          <p:cNvSpPr/>
          <p:nvPr/>
        </p:nvSpPr>
        <p:spPr>
          <a:xfrm>
            <a:off x="6355050" y="4679300"/>
            <a:ext cx="1879529" cy="1320585"/>
          </a:xfrm>
          <a:prstGeom prst="rect">
            <a:avLst/>
          </a:prstGeom>
          <a:solidFill>
            <a:srgbClr val="FFFFFF"/>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457"/>
              </a:lnSpc>
            </a:pPr>
            <a:r>
              <a:rPr lang="es-ES_tradnl" sz="1125" b="1" i="1" kern="0" dirty="0">
                <a:solidFill>
                  <a:srgbClr val="1A1A1A">
                    <a:alpha val="65000"/>
                  </a:srgbClr>
                </a:solidFill>
                <a:latin typeface="Arial Regular" pitchFamily="34" charset="0"/>
                <a:ea typeface="Arial Regular" pitchFamily="34" charset="-122"/>
              </a:rPr>
              <a:t>PLATAFORMAS SATELITES</a:t>
            </a:r>
          </a:p>
          <a:p>
            <a:pP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a:p>
            <a:pPr>
              <a:lnSpc>
                <a:spcPts val="1457"/>
              </a:lnSpc>
            </a:pPr>
            <a:endParaRPr lang="es-ES_tradnl" sz="1125" b="1" i="1" kern="0" dirty="0">
              <a:solidFill>
                <a:srgbClr val="1A1A1A">
                  <a:alpha val="65000"/>
                </a:srgbClr>
              </a:solidFill>
              <a:latin typeface="Arial Regular" pitchFamily="34" charset="0"/>
              <a:ea typeface="Arial Regular" pitchFamily="34" charset="-122"/>
            </a:endParaRPr>
          </a:p>
          <a:p>
            <a:pPr>
              <a:lnSpc>
                <a:spcPts val="1457"/>
              </a:lnSpc>
            </a:pPr>
            <a:r>
              <a:rPr lang="es-ES_tradnl" sz="1125" i="1" kern="0" dirty="0">
                <a:solidFill>
                  <a:srgbClr val="1A1A1A">
                    <a:alpha val="65000"/>
                  </a:srgbClr>
                </a:solidFill>
                <a:latin typeface="Arial Regular" pitchFamily="34" charset="0"/>
                <a:ea typeface="Arial Regular" pitchFamily="34" charset="-122"/>
              </a:rPr>
              <a:t>OKN    </a:t>
            </a:r>
            <a:r>
              <a:rPr lang="es-ES_tradnl" sz="1100" b="1" i="1" kern="0" dirty="0">
                <a:solidFill>
                  <a:srgbClr val="1A1A1A">
                    <a:alpha val="65000"/>
                  </a:srgbClr>
                </a:solidFill>
                <a:latin typeface="Arial Regular" pitchFamily="34" charset="0"/>
                <a:ea typeface="Arial Regular" pitchFamily="34" charset="-122"/>
              </a:rPr>
              <a:t>                      </a:t>
            </a:r>
            <a:r>
              <a:rPr lang="es-ES_tradnl" sz="1200" kern="0" spc="-75" dirty="0">
                <a:solidFill>
                  <a:srgbClr val="1A1A1A"/>
                </a:solidFill>
                <a:latin typeface="Arial Regular" pitchFamily="34" charset="0"/>
                <a:ea typeface="Arial Regular" pitchFamily="34" charset="-122"/>
              </a:rPr>
              <a:t>17 K</a:t>
            </a:r>
          </a:p>
          <a:p>
            <a:pPr>
              <a:lnSpc>
                <a:spcPts val="1457"/>
              </a:lnSpc>
            </a:pPr>
            <a:r>
              <a:rPr lang="es-ES_tradnl" sz="1125" i="1" kern="0" dirty="0">
                <a:solidFill>
                  <a:srgbClr val="1A1A1A">
                    <a:alpha val="65000"/>
                  </a:srgbClr>
                </a:solidFill>
                <a:latin typeface="Arial Regular" pitchFamily="34" charset="0"/>
                <a:ea typeface="Arial Regular" pitchFamily="34" charset="-122"/>
              </a:rPr>
              <a:t>APP Onboarding      </a:t>
            </a:r>
            <a:r>
              <a:rPr lang="es-ES_tradnl" sz="1200" kern="0" spc="-75" dirty="0">
                <a:solidFill>
                  <a:srgbClr val="1A1A1A"/>
                </a:solidFill>
                <a:latin typeface="Arial Regular" pitchFamily="34" charset="0"/>
                <a:ea typeface="Arial Regular" pitchFamily="34" charset="-122"/>
              </a:rPr>
              <a:t>10 K</a:t>
            </a:r>
          </a:p>
          <a:p>
            <a:pPr>
              <a:lnSpc>
                <a:spcPts val="1457"/>
              </a:lnSpc>
            </a:pPr>
            <a:r>
              <a:rPr lang="es-ES_tradnl" sz="1125" i="1" kern="0" dirty="0" err="1">
                <a:solidFill>
                  <a:srgbClr val="1A1A1A">
                    <a:alpha val="65000"/>
                  </a:srgbClr>
                </a:solidFill>
                <a:latin typeface="Arial Regular" pitchFamily="34" charset="0"/>
                <a:ea typeface="Arial Regular" pitchFamily="34" charset="-122"/>
              </a:rPr>
              <a:t>Talent</a:t>
            </a:r>
            <a:r>
              <a:rPr lang="es-ES_tradnl" sz="1125" i="1" kern="0" dirty="0">
                <a:solidFill>
                  <a:srgbClr val="1A1A1A">
                    <a:alpha val="65000"/>
                  </a:srgbClr>
                </a:solidFill>
                <a:latin typeface="Arial Regular" pitchFamily="34" charset="0"/>
                <a:ea typeface="Arial Regular" pitchFamily="34" charset="-122"/>
              </a:rPr>
              <a:t> Link</a:t>
            </a:r>
            <a:r>
              <a:rPr lang="es-ES_tradnl" sz="1200" kern="0" spc="-75" dirty="0">
                <a:solidFill>
                  <a:srgbClr val="1A1A1A"/>
                </a:solidFill>
                <a:latin typeface="Arial Regular" pitchFamily="34" charset="0"/>
                <a:ea typeface="Arial Regular" pitchFamily="34" charset="-122"/>
              </a:rPr>
              <a:t>     </a:t>
            </a:r>
            <a:r>
              <a:rPr lang="es-ES_tradnl" sz="1600" kern="0" spc="-75" dirty="0">
                <a:solidFill>
                  <a:srgbClr val="1A1A1A"/>
                </a:solidFill>
                <a:latin typeface="Arial Regular" pitchFamily="34" charset="0"/>
                <a:ea typeface="Arial Regular" pitchFamily="34" charset="-122"/>
              </a:rPr>
              <a:t>         </a:t>
            </a:r>
            <a:r>
              <a:rPr lang="es-ES_tradnl" sz="1200" kern="0" spc="-75" dirty="0">
                <a:solidFill>
                  <a:srgbClr val="1A1A1A"/>
                </a:solidFill>
                <a:latin typeface="Arial Regular" pitchFamily="34" charset="0"/>
                <a:ea typeface="Arial Regular" pitchFamily="34" charset="-122"/>
              </a:rPr>
              <a:t>17 K</a:t>
            </a:r>
            <a:endParaRPr lang="es-ES_tradnl" sz="1600" kern="0" spc="-75" dirty="0">
              <a:solidFill>
                <a:srgbClr val="1A1A1A"/>
              </a:solidFill>
              <a:latin typeface="Arial Regular" pitchFamily="34" charset="0"/>
              <a:ea typeface="Arial Regular" pitchFamily="34" charset="-122"/>
            </a:endParaRPr>
          </a:p>
        </p:txBody>
      </p:sp>
      <p:sp>
        <p:nvSpPr>
          <p:cNvPr id="31" name="Rectángulo 30">
            <a:extLst>
              <a:ext uri="{FF2B5EF4-FFF2-40B4-BE49-F238E27FC236}">
                <a16:creationId xmlns:a16="http://schemas.microsoft.com/office/drawing/2014/main" id="{3B6FDE68-E4FF-1E18-8845-85D110282A9E}"/>
              </a:ext>
            </a:extLst>
          </p:cNvPr>
          <p:cNvSpPr/>
          <p:nvPr/>
        </p:nvSpPr>
        <p:spPr>
          <a:xfrm>
            <a:off x="10217035" y="4679299"/>
            <a:ext cx="1879529" cy="1320585"/>
          </a:xfrm>
          <a:prstGeom prst="rect">
            <a:avLst/>
          </a:prstGeom>
          <a:solidFill>
            <a:srgbClr val="FFFFFF"/>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457"/>
              </a:lnSpc>
            </a:pPr>
            <a:r>
              <a:rPr lang="es-ES_tradnl" sz="1125" b="1" i="1" kern="0" dirty="0">
                <a:solidFill>
                  <a:srgbClr val="1A1A1A">
                    <a:alpha val="65000"/>
                  </a:srgbClr>
                </a:solidFill>
                <a:latin typeface="Arial Regular" pitchFamily="34" charset="0"/>
                <a:ea typeface="Arial Regular" pitchFamily="34" charset="-122"/>
              </a:rPr>
              <a:t>PLATAFORMAS SATELITES</a:t>
            </a:r>
          </a:p>
          <a:p>
            <a:pP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a:p>
            <a:pPr>
              <a:lnSpc>
                <a:spcPts val="1457"/>
              </a:lnSpc>
            </a:pPr>
            <a:endParaRPr lang="es-ES_tradnl" sz="1125" b="1" i="1" kern="0" dirty="0">
              <a:solidFill>
                <a:srgbClr val="1A1A1A">
                  <a:alpha val="65000"/>
                </a:srgbClr>
              </a:solidFill>
              <a:latin typeface="Arial Regular" pitchFamily="34" charset="0"/>
              <a:ea typeface="Arial Regular" pitchFamily="34" charset="-122"/>
            </a:endParaRPr>
          </a:p>
          <a:p>
            <a:pPr>
              <a:lnSpc>
                <a:spcPts val="1457"/>
              </a:lnSpc>
            </a:pPr>
            <a:r>
              <a:rPr lang="es-ES_tradnl" sz="1125" i="1" kern="0" dirty="0">
                <a:solidFill>
                  <a:srgbClr val="1A1A1A">
                    <a:alpha val="65000"/>
                  </a:srgbClr>
                </a:solidFill>
                <a:latin typeface="Arial Regular" pitchFamily="34" charset="0"/>
                <a:ea typeface="Arial Regular" pitchFamily="34" charset="-122"/>
              </a:rPr>
              <a:t>OKN    </a:t>
            </a:r>
            <a:r>
              <a:rPr lang="es-ES_tradnl" sz="1100" b="1" i="1" kern="0" dirty="0">
                <a:solidFill>
                  <a:srgbClr val="1A1A1A">
                    <a:alpha val="65000"/>
                  </a:srgbClr>
                </a:solidFill>
                <a:latin typeface="Arial Regular" pitchFamily="34" charset="0"/>
                <a:ea typeface="Arial Regular" pitchFamily="34" charset="-122"/>
              </a:rPr>
              <a:t>                      </a:t>
            </a:r>
            <a:r>
              <a:rPr lang="es-ES_tradnl" sz="1200" kern="0" spc="-75" dirty="0">
                <a:solidFill>
                  <a:srgbClr val="1A1A1A"/>
                </a:solidFill>
                <a:latin typeface="Arial Regular" pitchFamily="34" charset="0"/>
                <a:ea typeface="Arial Regular" pitchFamily="34" charset="-122"/>
              </a:rPr>
              <a:t>17 K</a:t>
            </a:r>
            <a:endParaRPr lang="es-ES_tradnl" sz="1600" kern="0" spc="-75" dirty="0">
              <a:solidFill>
                <a:srgbClr val="1A1A1A"/>
              </a:solidFill>
              <a:latin typeface="Arial Regular" pitchFamily="34" charset="0"/>
              <a:ea typeface="Arial Regular" pitchFamily="34" charset="-122"/>
            </a:endParaRPr>
          </a:p>
          <a:p>
            <a:pPr>
              <a:lnSpc>
                <a:spcPts val="1457"/>
              </a:lnSpc>
            </a:pPr>
            <a:r>
              <a:rPr lang="es-ES_tradnl" sz="1125" i="1" kern="0" dirty="0">
                <a:solidFill>
                  <a:srgbClr val="1A1A1A">
                    <a:alpha val="65000"/>
                  </a:srgbClr>
                </a:solidFill>
                <a:latin typeface="Arial Regular" pitchFamily="34" charset="0"/>
                <a:ea typeface="Arial Regular" pitchFamily="34" charset="-122"/>
              </a:rPr>
              <a:t>APP Onboarding      </a:t>
            </a:r>
            <a:r>
              <a:rPr lang="es-ES_tradnl" sz="1200" kern="0" spc="-75" dirty="0">
                <a:solidFill>
                  <a:srgbClr val="1A1A1A"/>
                </a:solidFill>
                <a:latin typeface="Arial Regular" pitchFamily="34" charset="0"/>
                <a:ea typeface="Arial Regular" pitchFamily="34" charset="-122"/>
              </a:rPr>
              <a:t>10 K</a:t>
            </a:r>
          </a:p>
          <a:p>
            <a:pPr>
              <a:lnSpc>
                <a:spcPts val="1457"/>
              </a:lnSpc>
            </a:pPr>
            <a:r>
              <a:rPr lang="es-ES_tradnl" sz="1125" i="1" kern="0" dirty="0" err="1">
                <a:solidFill>
                  <a:srgbClr val="1A1A1A">
                    <a:alpha val="65000"/>
                  </a:srgbClr>
                </a:solidFill>
                <a:latin typeface="Arial Regular" pitchFamily="34" charset="0"/>
                <a:ea typeface="Arial Regular" pitchFamily="34" charset="-122"/>
              </a:rPr>
              <a:t>Talent</a:t>
            </a:r>
            <a:r>
              <a:rPr lang="es-ES_tradnl" sz="1125" i="1" kern="0" dirty="0">
                <a:solidFill>
                  <a:srgbClr val="1A1A1A">
                    <a:alpha val="65000"/>
                  </a:srgbClr>
                </a:solidFill>
                <a:latin typeface="Arial Regular" pitchFamily="34" charset="0"/>
                <a:ea typeface="Arial Regular" pitchFamily="34" charset="-122"/>
              </a:rPr>
              <a:t> Link</a:t>
            </a:r>
            <a:r>
              <a:rPr lang="es-ES_tradnl" sz="1200" kern="0" spc="-75" dirty="0">
                <a:solidFill>
                  <a:srgbClr val="1A1A1A"/>
                </a:solidFill>
                <a:latin typeface="Arial Regular" pitchFamily="34" charset="0"/>
                <a:ea typeface="Arial Regular" pitchFamily="34" charset="-122"/>
              </a:rPr>
              <a:t>     </a:t>
            </a:r>
            <a:r>
              <a:rPr lang="es-ES_tradnl" sz="1600" kern="0" spc="-75" dirty="0">
                <a:solidFill>
                  <a:srgbClr val="1A1A1A"/>
                </a:solidFill>
                <a:latin typeface="Arial Regular" pitchFamily="34" charset="0"/>
                <a:ea typeface="Arial Regular" pitchFamily="34" charset="-122"/>
              </a:rPr>
              <a:t>         </a:t>
            </a:r>
            <a:r>
              <a:rPr lang="es-ES_tradnl" sz="1200" kern="0" spc="-75" dirty="0">
                <a:solidFill>
                  <a:srgbClr val="1A1A1A"/>
                </a:solidFill>
                <a:latin typeface="Arial Regular" pitchFamily="34" charset="0"/>
                <a:ea typeface="Arial Regular" pitchFamily="34" charset="-122"/>
              </a:rPr>
              <a:t>17 K</a:t>
            </a:r>
            <a:endParaRPr lang="es-ES_tradnl" sz="1600" kern="0" spc="-75" dirty="0">
              <a:solidFill>
                <a:srgbClr val="1A1A1A"/>
              </a:solidFill>
              <a:latin typeface="Arial Regular" pitchFamily="34" charset="0"/>
              <a:ea typeface="Arial Regular" pitchFamily="34" charset="-122"/>
            </a:endParaRPr>
          </a:p>
        </p:txBody>
      </p:sp>
      <p:sp>
        <p:nvSpPr>
          <p:cNvPr id="32" name="name_907K">
            <a:extLst>
              <a:ext uri="{FF2B5EF4-FFF2-40B4-BE49-F238E27FC236}">
                <a16:creationId xmlns:a16="http://schemas.microsoft.com/office/drawing/2014/main" id="{A464B88C-57A5-0432-B298-260A05237F57}"/>
              </a:ext>
            </a:extLst>
          </p:cNvPr>
          <p:cNvSpPr/>
          <p:nvPr/>
        </p:nvSpPr>
        <p:spPr>
          <a:xfrm>
            <a:off x="3459618" y="4742113"/>
            <a:ext cx="839310" cy="457200"/>
          </a:xfrm>
          <a:prstGeom prst="rect">
            <a:avLst/>
          </a:prstGeom>
          <a:noFill/>
          <a:ln/>
        </p:spPr>
        <p:txBody>
          <a:bodyPr wrap="square" lIns="0" tIns="0" rIns="0" bIns="0" rtlCol="0" anchor="ctr"/>
          <a:lstStyle/>
          <a:p>
            <a:pPr>
              <a:lnSpc>
                <a:spcPts val="3600"/>
              </a:lnSpc>
            </a:pPr>
            <a:r>
              <a:rPr lang="en-US" kern="0" spc="-75" dirty="0">
                <a:solidFill>
                  <a:srgbClr val="1A1A1A"/>
                </a:solidFill>
                <a:latin typeface="Arial Regular" pitchFamily="34" charset="0"/>
                <a:ea typeface="Arial Regular" pitchFamily="34" charset="-122"/>
                <a:cs typeface="Arial Regular" pitchFamily="34" charset="-120"/>
              </a:rPr>
              <a:t>  </a:t>
            </a:r>
            <a:r>
              <a:rPr lang="en-US" sz="2400" kern="0" spc="-75" dirty="0">
                <a:solidFill>
                  <a:srgbClr val="1A1A1A"/>
                </a:solidFill>
                <a:latin typeface="Arial Regular" pitchFamily="34" charset="0"/>
                <a:ea typeface="Arial Regular" pitchFamily="34" charset="-122"/>
                <a:cs typeface="Arial Regular" pitchFamily="34" charset="-120"/>
              </a:rPr>
              <a:t>44 K</a:t>
            </a:r>
            <a:endParaRPr lang="en-US" kern="0" spc="-75" dirty="0">
              <a:solidFill>
                <a:srgbClr val="1A1A1A"/>
              </a:solidFill>
              <a:latin typeface="Arial Regular" pitchFamily="34" charset="0"/>
              <a:ea typeface="Arial Regular" pitchFamily="34" charset="-122"/>
              <a:cs typeface="Arial Regular" pitchFamily="34" charset="-120"/>
            </a:endParaRPr>
          </a:p>
        </p:txBody>
      </p:sp>
      <p:sp>
        <p:nvSpPr>
          <p:cNvPr id="36" name="name_907K">
            <a:extLst>
              <a:ext uri="{FF2B5EF4-FFF2-40B4-BE49-F238E27FC236}">
                <a16:creationId xmlns:a16="http://schemas.microsoft.com/office/drawing/2014/main" id="{BF8F1B71-F49D-F427-85B7-289E881906B0}"/>
              </a:ext>
            </a:extLst>
          </p:cNvPr>
          <p:cNvSpPr/>
          <p:nvPr/>
        </p:nvSpPr>
        <p:spPr>
          <a:xfrm>
            <a:off x="7455246" y="4737510"/>
            <a:ext cx="839310" cy="457200"/>
          </a:xfrm>
          <a:prstGeom prst="rect">
            <a:avLst/>
          </a:prstGeom>
          <a:noFill/>
          <a:ln/>
        </p:spPr>
        <p:txBody>
          <a:bodyPr wrap="square" lIns="0" tIns="0" rIns="0" bIns="0" rtlCol="0" anchor="ctr"/>
          <a:lstStyle/>
          <a:p>
            <a:pPr>
              <a:lnSpc>
                <a:spcPts val="3600"/>
              </a:lnSpc>
            </a:pPr>
            <a:r>
              <a:rPr lang="en-US" kern="0" spc="-75" dirty="0">
                <a:solidFill>
                  <a:srgbClr val="1A1A1A"/>
                </a:solidFill>
                <a:latin typeface="Arial Regular" pitchFamily="34" charset="0"/>
                <a:ea typeface="Arial Regular" pitchFamily="34" charset="-122"/>
                <a:cs typeface="Arial Regular" pitchFamily="34" charset="-120"/>
              </a:rPr>
              <a:t>  </a:t>
            </a:r>
            <a:r>
              <a:rPr lang="en-US" sz="2400" kern="0" spc="-75" dirty="0">
                <a:solidFill>
                  <a:srgbClr val="1A1A1A"/>
                </a:solidFill>
                <a:latin typeface="Arial Regular" pitchFamily="34" charset="0"/>
                <a:ea typeface="Arial Regular" pitchFamily="34" charset="-122"/>
                <a:cs typeface="Arial Regular" pitchFamily="34" charset="-120"/>
              </a:rPr>
              <a:t>44 K</a:t>
            </a:r>
            <a:endParaRPr lang="en-US" kern="0" spc="-75" dirty="0">
              <a:solidFill>
                <a:srgbClr val="1A1A1A"/>
              </a:solidFill>
              <a:latin typeface="Arial Regular" pitchFamily="34" charset="0"/>
              <a:ea typeface="Arial Regular" pitchFamily="34" charset="-122"/>
              <a:cs typeface="Arial Regular" pitchFamily="34" charset="-120"/>
            </a:endParaRPr>
          </a:p>
        </p:txBody>
      </p:sp>
      <p:sp>
        <p:nvSpPr>
          <p:cNvPr id="37" name="name_907K">
            <a:extLst>
              <a:ext uri="{FF2B5EF4-FFF2-40B4-BE49-F238E27FC236}">
                <a16:creationId xmlns:a16="http://schemas.microsoft.com/office/drawing/2014/main" id="{53678514-ADAE-73AC-27C1-40E6447BAEE5}"/>
              </a:ext>
            </a:extLst>
          </p:cNvPr>
          <p:cNvSpPr/>
          <p:nvPr/>
        </p:nvSpPr>
        <p:spPr>
          <a:xfrm>
            <a:off x="11302267" y="4737510"/>
            <a:ext cx="839310" cy="457200"/>
          </a:xfrm>
          <a:prstGeom prst="rect">
            <a:avLst/>
          </a:prstGeom>
          <a:noFill/>
          <a:ln/>
        </p:spPr>
        <p:txBody>
          <a:bodyPr wrap="square" lIns="0" tIns="0" rIns="0" bIns="0" rtlCol="0" anchor="ctr"/>
          <a:lstStyle/>
          <a:p>
            <a:pPr>
              <a:lnSpc>
                <a:spcPts val="3600"/>
              </a:lnSpc>
            </a:pPr>
            <a:r>
              <a:rPr lang="en-US" kern="0" spc="-75" dirty="0">
                <a:solidFill>
                  <a:srgbClr val="1A1A1A"/>
                </a:solidFill>
                <a:latin typeface="Arial Regular" pitchFamily="34" charset="0"/>
                <a:ea typeface="Arial Regular" pitchFamily="34" charset="-122"/>
                <a:cs typeface="Arial Regular" pitchFamily="34" charset="-120"/>
              </a:rPr>
              <a:t>  </a:t>
            </a:r>
            <a:r>
              <a:rPr lang="en-US" sz="2400" kern="0" spc="-75" dirty="0">
                <a:solidFill>
                  <a:srgbClr val="1A1A1A"/>
                </a:solidFill>
                <a:latin typeface="Arial Regular" pitchFamily="34" charset="0"/>
                <a:ea typeface="Arial Regular" pitchFamily="34" charset="-122"/>
                <a:cs typeface="Arial Regular" pitchFamily="34" charset="-120"/>
              </a:rPr>
              <a:t>44 K</a:t>
            </a:r>
            <a:endParaRPr lang="en-US" kern="0" spc="-75" dirty="0">
              <a:solidFill>
                <a:srgbClr val="1A1A1A"/>
              </a:solidFill>
              <a:latin typeface="Arial Regular" pitchFamily="34" charset="0"/>
              <a:ea typeface="Arial Regular" pitchFamily="34" charset="-122"/>
              <a:cs typeface="Arial Regular" pitchFamily="34" charset="-120"/>
            </a:endParaRPr>
          </a:p>
        </p:txBody>
      </p:sp>
      <p:cxnSp>
        <p:nvCxnSpPr>
          <p:cNvPr id="4" name="Conector recto 3">
            <a:extLst>
              <a:ext uri="{FF2B5EF4-FFF2-40B4-BE49-F238E27FC236}">
                <a16:creationId xmlns:a16="http://schemas.microsoft.com/office/drawing/2014/main" id="{D1F3DD00-BB5B-0717-5A73-85A72030AB2B}"/>
              </a:ext>
            </a:extLst>
          </p:cNvPr>
          <p:cNvCxnSpPr>
            <a:cxnSpLocks/>
          </p:cNvCxnSpPr>
          <p:nvPr/>
        </p:nvCxnSpPr>
        <p:spPr>
          <a:xfrm>
            <a:off x="2710985" y="2763902"/>
            <a:ext cx="95553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459546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A6590-EC63-3796-EDA7-5707040811DA}"/>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0CB47308-3315-5B16-4EA2-6F4EC4B80B94}"/>
              </a:ext>
            </a:extLst>
          </p:cNvPr>
          <p:cNvSpPr>
            <a:spLocks noGrp="1"/>
          </p:cNvSpPr>
          <p:nvPr>
            <p:ph type="body" sz="quarter" idx="10"/>
          </p:nvPr>
        </p:nvSpPr>
        <p:spPr>
          <a:xfrm>
            <a:off x="84080" y="184382"/>
            <a:ext cx="9667087" cy="712215"/>
          </a:xfrm>
        </p:spPr>
        <p:txBody>
          <a:bodyPr>
            <a:noAutofit/>
          </a:bodyPr>
          <a:lstStyle/>
          <a:p>
            <a:pPr>
              <a:lnSpc>
                <a:spcPct val="100000"/>
              </a:lnSpc>
            </a:pPr>
            <a:r>
              <a:rPr lang="es-ES" sz="4400" kern="0" spc="-100" noProof="0" dirty="0">
                <a:latin typeface="Arial Regular" pitchFamily="34" charset="0"/>
                <a:ea typeface="Arial Regular" pitchFamily="34" charset="-122"/>
                <a:cs typeface="Arial Regular" pitchFamily="34" charset="-120"/>
              </a:rPr>
              <a:t>Anexo de licencias</a:t>
            </a:r>
            <a:r>
              <a:rPr lang="es-ES" sz="4400" kern="0" spc="-100" dirty="0">
                <a:latin typeface="Arial Regular" pitchFamily="34" charset="0"/>
                <a:ea typeface="Arial Regular" pitchFamily="34" charset="-122"/>
                <a:cs typeface="Arial Regular" pitchFamily="34" charset="-120"/>
              </a:rPr>
              <a:t> Producto Completo</a:t>
            </a:r>
          </a:p>
          <a:p>
            <a:pPr>
              <a:lnSpc>
                <a:spcPct val="100000"/>
              </a:lnSpc>
            </a:pPr>
            <a:endParaRPr lang="es-ES" sz="2000" b="1" spc="-100" noProof="0" dirty="0"/>
          </a:p>
        </p:txBody>
      </p:sp>
      <p:sp>
        <p:nvSpPr>
          <p:cNvPr id="5" name="Marcador de texto 4">
            <a:extLst>
              <a:ext uri="{FF2B5EF4-FFF2-40B4-BE49-F238E27FC236}">
                <a16:creationId xmlns:a16="http://schemas.microsoft.com/office/drawing/2014/main" id="{4D59CC7D-A511-335A-79D6-4963B649A825}"/>
              </a:ext>
            </a:extLst>
          </p:cNvPr>
          <p:cNvSpPr>
            <a:spLocks noGrp="1"/>
          </p:cNvSpPr>
          <p:nvPr>
            <p:ph type="body" sz="quarter" idx="13"/>
          </p:nvPr>
        </p:nvSpPr>
        <p:spPr/>
        <p:txBody>
          <a:bodyPr/>
          <a:lstStyle/>
          <a:p>
            <a:r>
              <a:rPr lang="es-ES" spc="-67"/>
              <a:t>Conclusiones Defensas RFI Proyecto HCM</a:t>
            </a:r>
          </a:p>
        </p:txBody>
      </p:sp>
      <p:sp>
        <p:nvSpPr>
          <p:cNvPr id="11" name="Rectángulo 10">
            <a:extLst>
              <a:ext uri="{FF2B5EF4-FFF2-40B4-BE49-F238E27FC236}">
                <a16:creationId xmlns:a16="http://schemas.microsoft.com/office/drawing/2014/main" id="{F8AF8BCE-DDE6-484A-0C7B-1CB5B30DE35B}"/>
              </a:ext>
            </a:extLst>
          </p:cNvPr>
          <p:cNvSpPr/>
          <p:nvPr/>
        </p:nvSpPr>
        <p:spPr>
          <a:xfrm>
            <a:off x="499440" y="1065938"/>
            <a:ext cx="3698465"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name_907K">
            <a:extLst>
              <a:ext uri="{FF2B5EF4-FFF2-40B4-BE49-F238E27FC236}">
                <a16:creationId xmlns:a16="http://schemas.microsoft.com/office/drawing/2014/main" id="{755B5558-5B00-5640-90E7-B80FC421B3EF}"/>
              </a:ext>
            </a:extLst>
          </p:cNvPr>
          <p:cNvSpPr/>
          <p:nvPr/>
        </p:nvSpPr>
        <p:spPr>
          <a:xfrm>
            <a:off x="650591" y="1207302"/>
            <a:ext cx="1553690" cy="457200"/>
          </a:xfrm>
          <a:prstGeom prst="rect">
            <a:avLst/>
          </a:prstGeom>
          <a:noFill/>
          <a:ln/>
        </p:spPr>
        <p:txBody>
          <a:bodyPr wrap="square" lIns="0" tIns="0" rIns="0" bIns="0" rtlCol="0" anchor="ctr"/>
          <a:lstStyle/>
          <a:p>
            <a:pPr>
              <a:lnSpc>
                <a:spcPts val="3600"/>
              </a:lnSpc>
            </a:pPr>
            <a:r>
              <a:rPr lang="en-US" sz="3300" kern="0" spc="-75" dirty="0">
                <a:solidFill>
                  <a:srgbClr val="1A1A1A"/>
                </a:solidFill>
                <a:latin typeface="Arial Regular" pitchFamily="34" charset="0"/>
                <a:ea typeface="Arial Regular" pitchFamily="34" charset="-122"/>
                <a:cs typeface="Arial Regular" pitchFamily="34" charset="-120"/>
              </a:rPr>
              <a:t>296</a:t>
            </a:r>
            <a:r>
              <a:rPr lang="en-US" sz="2400" kern="0" spc="-75" dirty="0">
                <a:solidFill>
                  <a:srgbClr val="1A1A1A"/>
                </a:solidFill>
                <a:latin typeface="Arial Regular" pitchFamily="34" charset="0"/>
                <a:ea typeface="Arial Regular" pitchFamily="34" charset="-122"/>
                <a:cs typeface="Arial Regular" pitchFamily="34" charset="-120"/>
              </a:rPr>
              <a:t> </a:t>
            </a:r>
            <a:r>
              <a:rPr lang="en-US" sz="3300" kern="0" spc="-75" dirty="0">
                <a:solidFill>
                  <a:srgbClr val="1A1A1A"/>
                </a:solidFill>
                <a:latin typeface="Arial Regular" pitchFamily="34" charset="0"/>
                <a:ea typeface="Arial Regular" pitchFamily="34" charset="-122"/>
                <a:cs typeface="Arial Regular" pitchFamily="34" charset="-120"/>
              </a:rPr>
              <a:t>K</a:t>
            </a:r>
            <a:endParaRPr lang="en-US" sz="3300" spc="-75" dirty="0"/>
          </a:p>
        </p:txBody>
      </p:sp>
      <p:pic>
        <p:nvPicPr>
          <p:cNvPr id="14" name="Picture 4" descr="Comprar acciones de Oracle este 2024: Lo que necesitas saber - The Investor  U">
            <a:extLst>
              <a:ext uri="{FF2B5EF4-FFF2-40B4-BE49-F238E27FC236}">
                <a16:creationId xmlns:a16="http://schemas.microsoft.com/office/drawing/2014/main" id="{DA724232-124F-C868-5810-64A44D06EB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9019" y="1019555"/>
            <a:ext cx="875718" cy="492591"/>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a:extLst>
              <a:ext uri="{FF2B5EF4-FFF2-40B4-BE49-F238E27FC236}">
                <a16:creationId xmlns:a16="http://schemas.microsoft.com/office/drawing/2014/main" id="{40F1390F-305A-0A59-C2C6-4D4690F377C3}"/>
              </a:ext>
            </a:extLst>
          </p:cNvPr>
          <p:cNvSpPr/>
          <p:nvPr/>
        </p:nvSpPr>
        <p:spPr>
          <a:xfrm>
            <a:off x="4552440" y="1065938"/>
            <a:ext cx="3682138"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name_907K">
            <a:extLst>
              <a:ext uri="{FF2B5EF4-FFF2-40B4-BE49-F238E27FC236}">
                <a16:creationId xmlns:a16="http://schemas.microsoft.com/office/drawing/2014/main" id="{C0B4258E-7323-952F-C9AF-47826D6BF763}"/>
              </a:ext>
            </a:extLst>
          </p:cNvPr>
          <p:cNvSpPr/>
          <p:nvPr/>
        </p:nvSpPr>
        <p:spPr>
          <a:xfrm>
            <a:off x="4701736" y="1203797"/>
            <a:ext cx="2187940" cy="457200"/>
          </a:xfrm>
          <a:prstGeom prst="rect">
            <a:avLst/>
          </a:prstGeom>
          <a:noFill/>
          <a:ln/>
        </p:spPr>
        <p:txBody>
          <a:bodyPr wrap="square" lIns="0" tIns="0" rIns="0" bIns="0" rtlCol="0" anchor="ctr"/>
          <a:lstStyle/>
          <a:p>
            <a:pPr>
              <a:lnSpc>
                <a:spcPts val="3600"/>
              </a:lnSpc>
            </a:pPr>
            <a:r>
              <a:rPr lang="en-US" sz="3300" kern="0" spc="-75" dirty="0">
                <a:solidFill>
                  <a:srgbClr val="1A1A1A"/>
                </a:solidFill>
                <a:latin typeface="Arial Regular" pitchFamily="34" charset="0"/>
                <a:ea typeface="Arial Regular" pitchFamily="34" charset="-122"/>
                <a:cs typeface="Arial Regular" pitchFamily="34" charset="-120"/>
              </a:rPr>
              <a:t>511</a:t>
            </a:r>
            <a:r>
              <a:rPr lang="en-US" sz="2400" kern="0" spc="-75" dirty="0">
                <a:solidFill>
                  <a:srgbClr val="1A1A1A"/>
                </a:solidFill>
                <a:latin typeface="Arial Regular" pitchFamily="34" charset="0"/>
                <a:ea typeface="Arial Regular" pitchFamily="34" charset="-122"/>
                <a:cs typeface="Arial Regular" pitchFamily="34" charset="-120"/>
              </a:rPr>
              <a:t> </a:t>
            </a:r>
            <a:r>
              <a:rPr lang="en-US" sz="3300" kern="0" spc="-75" dirty="0">
                <a:solidFill>
                  <a:srgbClr val="1A1A1A"/>
                </a:solidFill>
                <a:latin typeface="Arial Regular" pitchFamily="34" charset="0"/>
                <a:ea typeface="Arial Regular" pitchFamily="34" charset="-122"/>
                <a:cs typeface="Arial Regular" pitchFamily="34" charset="-120"/>
              </a:rPr>
              <a:t>K</a:t>
            </a:r>
            <a:endParaRPr lang="en-US" sz="3300" spc="-75" dirty="0"/>
          </a:p>
        </p:txBody>
      </p:sp>
      <p:pic>
        <p:nvPicPr>
          <p:cNvPr id="18" name="Picture 2" descr="Workday at Wake Forest - Workday">
            <a:extLst>
              <a:ext uri="{FF2B5EF4-FFF2-40B4-BE49-F238E27FC236}">
                <a16:creationId xmlns:a16="http://schemas.microsoft.com/office/drawing/2014/main" id="{C51DE618-737F-BD30-65B3-4AF9782025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35724" y="1133283"/>
            <a:ext cx="788195" cy="306520"/>
          </a:xfrm>
          <a:prstGeom prst="rect">
            <a:avLst/>
          </a:prstGeom>
          <a:noFill/>
          <a:extLst>
            <a:ext uri="{909E8E84-426E-40DD-AFC4-6F175D3DCCD1}">
              <a14:hiddenFill xmlns:a14="http://schemas.microsoft.com/office/drawing/2010/main">
                <a:solidFill>
                  <a:srgbClr val="FFFFFF"/>
                </a:solidFill>
              </a14:hiddenFill>
            </a:ext>
          </a:extLst>
        </p:spPr>
      </p:pic>
      <p:sp>
        <p:nvSpPr>
          <p:cNvPr id="19" name="Rectángulo 18">
            <a:extLst>
              <a:ext uri="{FF2B5EF4-FFF2-40B4-BE49-F238E27FC236}">
                <a16:creationId xmlns:a16="http://schemas.microsoft.com/office/drawing/2014/main" id="{C5C993B4-03A0-D923-B380-E907F77CCA57}"/>
              </a:ext>
            </a:extLst>
          </p:cNvPr>
          <p:cNvSpPr/>
          <p:nvPr/>
        </p:nvSpPr>
        <p:spPr>
          <a:xfrm>
            <a:off x="8445472" y="1065938"/>
            <a:ext cx="3651092"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name_907K">
            <a:extLst>
              <a:ext uri="{FF2B5EF4-FFF2-40B4-BE49-F238E27FC236}">
                <a16:creationId xmlns:a16="http://schemas.microsoft.com/office/drawing/2014/main" id="{DB4237A7-1022-46B0-50E2-9C5F9A027555}"/>
              </a:ext>
            </a:extLst>
          </p:cNvPr>
          <p:cNvSpPr/>
          <p:nvPr/>
        </p:nvSpPr>
        <p:spPr>
          <a:xfrm>
            <a:off x="8625508" y="1203797"/>
            <a:ext cx="1834992" cy="457200"/>
          </a:xfrm>
          <a:prstGeom prst="rect">
            <a:avLst/>
          </a:prstGeom>
          <a:noFill/>
          <a:ln/>
        </p:spPr>
        <p:txBody>
          <a:bodyPr wrap="square" lIns="0" tIns="0" rIns="0" bIns="0" rtlCol="0" anchor="ctr"/>
          <a:lstStyle/>
          <a:p>
            <a:pPr>
              <a:lnSpc>
                <a:spcPts val="3600"/>
              </a:lnSpc>
            </a:pPr>
            <a:r>
              <a:rPr lang="en-US" sz="3300" kern="0" spc="-75" dirty="0">
                <a:solidFill>
                  <a:srgbClr val="1A1A1A"/>
                </a:solidFill>
                <a:latin typeface="Arial Regular" pitchFamily="34" charset="0"/>
                <a:ea typeface="Arial Regular" pitchFamily="34" charset="-122"/>
                <a:cs typeface="Arial Regular" pitchFamily="34" charset="-120"/>
              </a:rPr>
              <a:t>293</a:t>
            </a:r>
            <a:r>
              <a:rPr lang="en-US" sz="2400" kern="0" spc="-75" dirty="0">
                <a:solidFill>
                  <a:srgbClr val="1A1A1A"/>
                </a:solidFill>
                <a:latin typeface="Arial Regular" pitchFamily="34" charset="0"/>
                <a:ea typeface="Arial Regular" pitchFamily="34" charset="-122"/>
                <a:cs typeface="Arial Regular" pitchFamily="34" charset="-120"/>
              </a:rPr>
              <a:t> </a:t>
            </a:r>
            <a:r>
              <a:rPr lang="en-US" sz="3300" kern="0" spc="-75" dirty="0">
                <a:solidFill>
                  <a:srgbClr val="1A1A1A"/>
                </a:solidFill>
                <a:latin typeface="Arial Regular" pitchFamily="34" charset="0"/>
                <a:ea typeface="Arial Regular" pitchFamily="34" charset="-122"/>
                <a:cs typeface="Arial Regular" pitchFamily="34" charset="-120"/>
              </a:rPr>
              <a:t>K</a:t>
            </a:r>
            <a:endParaRPr lang="en-US" sz="3300" spc="-75" dirty="0"/>
          </a:p>
        </p:txBody>
      </p:sp>
      <p:pic>
        <p:nvPicPr>
          <p:cNvPr id="22" name="Picture 4" descr="Qué es SAP y para qué sirve | sapfi.eu">
            <a:extLst>
              <a:ext uri="{FF2B5EF4-FFF2-40B4-BE49-F238E27FC236}">
                <a16:creationId xmlns:a16="http://schemas.microsoft.com/office/drawing/2014/main" id="{80176051-58CB-0082-6C64-AFB08BD71E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53786" y="998920"/>
            <a:ext cx="575246" cy="575246"/>
          </a:xfrm>
          <a:prstGeom prst="rect">
            <a:avLst/>
          </a:prstGeom>
          <a:noFill/>
          <a:extLst>
            <a:ext uri="{909E8E84-426E-40DD-AFC4-6F175D3DCCD1}">
              <a14:hiddenFill xmlns:a14="http://schemas.microsoft.com/office/drawing/2010/main">
                <a:solidFill>
                  <a:srgbClr val="FFFFFF"/>
                </a:solidFill>
              </a14:hiddenFill>
            </a:ext>
          </a:extLst>
        </p:spPr>
      </p:pic>
      <p:pic>
        <p:nvPicPr>
          <p:cNvPr id="23" name="Gráfico 22" descr="Impuestos con relleno sólido">
            <a:extLst>
              <a:ext uri="{FF2B5EF4-FFF2-40B4-BE49-F238E27FC236}">
                <a16:creationId xmlns:a16="http://schemas.microsoft.com/office/drawing/2014/main" id="{D578E9CF-BC2B-D60F-4C13-F07DBF72FF3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609157" y="1354439"/>
            <a:ext cx="385528" cy="385528"/>
          </a:xfrm>
          <a:prstGeom prst="rect">
            <a:avLst/>
          </a:prstGeom>
        </p:spPr>
      </p:pic>
      <p:sp>
        <p:nvSpPr>
          <p:cNvPr id="26" name="Rectángulo 25">
            <a:extLst>
              <a:ext uri="{FF2B5EF4-FFF2-40B4-BE49-F238E27FC236}">
                <a16:creationId xmlns:a16="http://schemas.microsoft.com/office/drawing/2014/main" id="{36C252EA-FF0C-F5AD-FB73-D1721C7FE197}"/>
              </a:ext>
            </a:extLst>
          </p:cNvPr>
          <p:cNvSpPr/>
          <p:nvPr/>
        </p:nvSpPr>
        <p:spPr>
          <a:xfrm>
            <a:off x="499440" y="1971544"/>
            <a:ext cx="1704841"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name_907K">
            <a:extLst>
              <a:ext uri="{FF2B5EF4-FFF2-40B4-BE49-F238E27FC236}">
                <a16:creationId xmlns:a16="http://schemas.microsoft.com/office/drawing/2014/main" id="{ABE55CAB-7D49-5F4E-7461-C5528D93DE6E}"/>
              </a:ext>
            </a:extLst>
          </p:cNvPr>
          <p:cNvSpPr/>
          <p:nvPr/>
        </p:nvSpPr>
        <p:spPr>
          <a:xfrm>
            <a:off x="1007781" y="2768816"/>
            <a:ext cx="839310" cy="457200"/>
          </a:xfrm>
          <a:prstGeom prst="rect">
            <a:avLst/>
          </a:prstGeom>
          <a:noFill/>
          <a:ln/>
        </p:spPr>
        <p:txBody>
          <a:bodyPr wrap="square" lIns="0" tIns="0" rIns="0" bIns="0" rtlCol="0" anchor="ctr"/>
          <a:lstStyle/>
          <a:p>
            <a:pPr>
              <a:lnSpc>
                <a:spcPts val="3600"/>
              </a:lnSpc>
            </a:pPr>
            <a:r>
              <a:rPr lang="en-US" sz="2400" kern="0" spc="-75" dirty="0">
                <a:solidFill>
                  <a:srgbClr val="1A1A1A"/>
                </a:solidFill>
                <a:latin typeface="Arial Regular" pitchFamily="34" charset="0"/>
                <a:ea typeface="Arial Regular" pitchFamily="34" charset="-122"/>
                <a:cs typeface="Arial Regular" pitchFamily="34" charset="-120"/>
              </a:rPr>
              <a:t>269 K</a:t>
            </a:r>
            <a:endParaRPr lang="en-US" sz="2400" spc="-75" dirty="0"/>
          </a:p>
        </p:txBody>
      </p:sp>
      <p:pic>
        <p:nvPicPr>
          <p:cNvPr id="57" name="Gráfico 56" descr="Impuestos con relleno sólido">
            <a:extLst>
              <a:ext uri="{FF2B5EF4-FFF2-40B4-BE49-F238E27FC236}">
                <a16:creationId xmlns:a16="http://schemas.microsoft.com/office/drawing/2014/main" id="{1D40BDAE-0DD0-84AF-F410-F70D1F5661FA}"/>
              </a:ext>
            </a:extLst>
          </p:cNvPr>
          <p:cNvPicPr>
            <a:picLocks noChangeAspect="1"/>
          </p:cNvPicPr>
          <p:nvPr/>
        </p:nvPicPr>
        <p:blipFill>
          <a:blip r:embed="rId6">
            <a:extLst>
              <a:ext uri="{96DAC541-7B7A-43D3-8B79-37D633B846F1}">
                <asvg:svgBlip xmlns:asvg="http://schemas.microsoft.com/office/drawing/2016/SVG/main" r:embed="rId8"/>
              </a:ext>
            </a:extLst>
          </a:blip>
          <a:stretch>
            <a:fillRect/>
          </a:stretch>
        </p:blipFill>
        <p:spPr>
          <a:xfrm>
            <a:off x="7592890" y="1354438"/>
            <a:ext cx="385528" cy="385528"/>
          </a:xfrm>
          <a:prstGeom prst="rect">
            <a:avLst/>
          </a:prstGeom>
        </p:spPr>
      </p:pic>
      <p:pic>
        <p:nvPicPr>
          <p:cNvPr id="58" name="Gráfico 57" descr="Impuestos con relleno sólido">
            <a:extLst>
              <a:ext uri="{FF2B5EF4-FFF2-40B4-BE49-F238E27FC236}">
                <a16:creationId xmlns:a16="http://schemas.microsoft.com/office/drawing/2014/main" id="{786B1504-2E54-E474-A555-D3EC5A1226F3}"/>
              </a:ext>
            </a:extLst>
          </p:cNvPr>
          <p:cNvPicPr>
            <a:picLocks noChangeAspect="1"/>
          </p:cNvPicPr>
          <p:nvPr/>
        </p:nvPicPr>
        <p:blipFill>
          <a:blip r:embed="rId6">
            <a:extLst>
              <a:ext uri="{96DAC541-7B7A-43D3-8B79-37D633B846F1}">
                <asvg:svgBlip xmlns:asvg="http://schemas.microsoft.com/office/drawing/2016/SVG/main" r:embed="rId8"/>
              </a:ext>
            </a:extLst>
          </a:blip>
          <a:stretch>
            <a:fillRect/>
          </a:stretch>
        </p:blipFill>
        <p:spPr>
          <a:xfrm>
            <a:off x="11529158" y="1348611"/>
            <a:ext cx="385528" cy="385528"/>
          </a:xfrm>
          <a:prstGeom prst="rect">
            <a:avLst/>
          </a:prstGeom>
        </p:spPr>
      </p:pic>
      <p:sp>
        <p:nvSpPr>
          <p:cNvPr id="67" name="Total asegurados">
            <a:extLst>
              <a:ext uri="{FF2B5EF4-FFF2-40B4-BE49-F238E27FC236}">
                <a16:creationId xmlns:a16="http://schemas.microsoft.com/office/drawing/2014/main" id="{B27E7DE9-EE9D-EE66-EF07-B0AEA93892D0}"/>
              </a:ext>
            </a:extLst>
          </p:cNvPr>
          <p:cNvSpPr/>
          <p:nvPr/>
        </p:nvSpPr>
        <p:spPr>
          <a:xfrm>
            <a:off x="3117108" y="1493284"/>
            <a:ext cx="801154" cy="155766"/>
          </a:xfrm>
          <a:prstGeom prst="rect">
            <a:avLst/>
          </a:prstGeom>
          <a:noFill/>
          <a:ln/>
        </p:spPr>
        <p:txBody>
          <a:bodyPr wrap="square" lIns="0" tIns="0" rIns="0" bIns="0" rtlCol="0" anchor="ctr"/>
          <a:lstStyle/>
          <a:p>
            <a:pP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2 año</a:t>
            </a:r>
            <a:endParaRPr lang="es-ES_tradnl" sz="1125" i="1" noProof="0" dirty="0"/>
          </a:p>
        </p:txBody>
      </p:sp>
      <p:sp>
        <p:nvSpPr>
          <p:cNvPr id="68" name="Total asegurados">
            <a:extLst>
              <a:ext uri="{FF2B5EF4-FFF2-40B4-BE49-F238E27FC236}">
                <a16:creationId xmlns:a16="http://schemas.microsoft.com/office/drawing/2014/main" id="{DDC7B51C-EDC1-796C-E538-BE6021D3C9BE}"/>
              </a:ext>
            </a:extLst>
          </p:cNvPr>
          <p:cNvSpPr/>
          <p:nvPr/>
        </p:nvSpPr>
        <p:spPr>
          <a:xfrm>
            <a:off x="7090349" y="1505192"/>
            <a:ext cx="801154" cy="155766"/>
          </a:xfrm>
          <a:prstGeom prst="rect">
            <a:avLst/>
          </a:prstGeom>
          <a:noFill/>
          <a:ln/>
        </p:spPr>
        <p:txBody>
          <a:bodyPr wrap="square" lIns="0" tIns="0" rIns="0" bIns="0" rtlCol="0" anchor="ctr"/>
          <a:lstStyle/>
          <a:p>
            <a:pP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2</a:t>
            </a:r>
            <a:r>
              <a:rPr lang="es-ES_tradnl" sz="1125" i="1" kern="0" dirty="0">
                <a:solidFill>
                  <a:srgbClr val="1A1A1A">
                    <a:alpha val="65000"/>
                  </a:srgbClr>
                </a:solidFill>
                <a:latin typeface="Arial Regular" pitchFamily="34" charset="0"/>
                <a:ea typeface="Arial Regular" pitchFamily="34" charset="-122"/>
                <a:cs typeface="Arial Regular" pitchFamily="34" charset="-120"/>
              </a:rPr>
              <a:t> </a:t>
            </a: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año</a:t>
            </a:r>
            <a:endParaRPr lang="es-ES_tradnl" sz="1125" i="1" noProof="0" dirty="0"/>
          </a:p>
        </p:txBody>
      </p:sp>
      <p:sp>
        <p:nvSpPr>
          <p:cNvPr id="69" name="Total asegurados">
            <a:extLst>
              <a:ext uri="{FF2B5EF4-FFF2-40B4-BE49-F238E27FC236}">
                <a16:creationId xmlns:a16="http://schemas.microsoft.com/office/drawing/2014/main" id="{8AB8262C-94E8-5C60-1405-C27B61E1D8D7}"/>
              </a:ext>
            </a:extLst>
          </p:cNvPr>
          <p:cNvSpPr/>
          <p:nvPr/>
        </p:nvSpPr>
        <p:spPr>
          <a:xfrm>
            <a:off x="11061955" y="1492081"/>
            <a:ext cx="801154" cy="155766"/>
          </a:xfrm>
          <a:prstGeom prst="rect">
            <a:avLst/>
          </a:prstGeom>
          <a:noFill/>
          <a:ln/>
        </p:spPr>
        <p:txBody>
          <a:bodyPr wrap="square" lIns="0" tIns="0" rIns="0" bIns="0" rtlCol="0" anchor="ctr"/>
          <a:lstStyle/>
          <a:p>
            <a:pP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2 año</a:t>
            </a:r>
            <a:endParaRPr lang="es-ES_tradnl" sz="1125" i="1" noProof="0" dirty="0"/>
          </a:p>
        </p:txBody>
      </p:sp>
      <p:sp>
        <p:nvSpPr>
          <p:cNvPr id="3" name="Rectángulo 2">
            <a:extLst>
              <a:ext uri="{FF2B5EF4-FFF2-40B4-BE49-F238E27FC236}">
                <a16:creationId xmlns:a16="http://schemas.microsoft.com/office/drawing/2014/main" id="{568E72D9-21AC-36AB-F952-17786FA9954D}"/>
              </a:ext>
            </a:extLst>
          </p:cNvPr>
          <p:cNvSpPr/>
          <p:nvPr/>
        </p:nvSpPr>
        <p:spPr>
          <a:xfrm rot="21340932">
            <a:off x="9764134" y="239403"/>
            <a:ext cx="1476686" cy="400110"/>
          </a:xfrm>
          <a:prstGeom prst="rect">
            <a:avLst/>
          </a:prstGeom>
          <a:noFill/>
          <a:ln w="19050">
            <a:solidFill>
              <a:srgbClr val="C00000"/>
            </a:solidFill>
          </a:ln>
          <a:effectLst>
            <a:outerShdw blurRad="50800" dist="38100" dir="5400000" algn="t" rotWithShape="0">
              <a:prstClr val="black">
                <a:alpha val="40000"/>
              </a:prstClr>
            </a:outerShdw>
          </a:effectLst>
        </p:spPr>
        <p:txBody>
          <a:bodyPr wrap="none" lIns="91440" tIns="45720" rIns="91440" bIns="45720">
            <a:spAutoFit/>
          </a:bodyPr>
          <a:lstStyle/>
          <a:p>
            <a:pPr algn="ctr"/>
            <a:r>
              <a:rPr lang="es-ES" sz="2000" b="0" cap="none" spc="0" dirty="0">
                <a:ln w="0"/>
                <a:solidFill>
                  <a:schemeClr val="tx1"/>
                </a:solidFill>
                <a:effectLst>
                  <a:outerShdw blurRad="38100" dist="19050" dir="2700000" algn="tl" rotWithShape="0">
                    <a:schemeClr val="dk1">
                      <a:alpha val="40000"/>
                    </a:schemeClr>
                  </a:outerShdw>
                </a:effectLst>
              </a:rPr>
              <a:t>Escenario 3</a:t>
            </a:r>
          </a:p>
        </p:txBody>
      </p:sp>
      <p:sp>
        <p:nvSpPr>
          <p:cNvPr id="7" name="Rectángulo 6">
            <a:extLst>
              <a:ext uri="{FF2B5EF4-FFF2-40B4-BE49-F238E27FC236}">
                <a16:creationId xmlns:a16="http://schemas.microsoft.com/office/drawing/2014/main" id="{EF41E9FE-3C84-648A-FDCF-8F448C5C7A0E}"/>
              </a:ext>
            </a:extLst>
          </p:cNvPr>
          <p:cNvSpPr/>
          <p:nvPr/>
        </p:nvSpPr>
        <p:spPr>
          <a:xfrm>
            <a:off x="2318377" y="1937131"/>
            <a:ext cx="1879529" cy="1386133"/>
          </a:xfrm>
          <a:prstGeom prst="rect">
            <a:avLst/>
          </a:prstGeom>
          <a:solidFill>
            <a:srgbClr val="FFFFFF"/>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Total asegurados">
            <a:extLst>
              <a:ext uri="{FF2B5EF4-FFF2-40B4-BE49-F238E27FC236}">
                <a16:creationId xmlns:a16="http://schemas.microsoft.com/office/drawing/2014/main" id="{6AC7F77A-89E4-EDAB-0062-25693D1696F5}"/>
              </a:ext>
            </a:extLst>
          </p:cNvPr>
          <p:cNvSpPr/>
          <p:nvPr/>
        </p:nvSpPr>
        <p:spPr>
          <a:xfrm>
            <a:off x="499440" y="2163153"/>
            <a:ext cx="1704841" cy="543158"/>
          </a:xfrm>
          <a:prstGeom prst="rect">
            <a:avLst/>
          </a:prstGeom>
          <a:noFill/>
          <a:ln/>
        </p:spPr>
        <p:txBody>
          <a:bodyPr wrap="square" lIns="0" tIns="0" rIns="0" bIns="0" rtlCol="0" anchor="ctr"/>
          <a:lstStyle/>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LICENCIAS </a:t>
            </a:r>
          </a:p>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HCM CLOUD</a:t>
            </a:r>
          </a:p>
          <a:p>
            <a:pPr algn="ctr">
              <a:lnSpc>
                <a:spcPts val="1457"/>
              </a:lnSpc>
            </a:pPr>
            <a:endParaRPr lang="es-ES_tradnl" sz="1125"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p:txBody>
      </p:sp>
      <p:sp>
        <p:nvSpPr>
          <p:cNvPr id="10" name="Rectángulo 9">
            <a:extLst>
              <a:ext uri="{FF2B5EF4-FFF2-40B4-BE49-F238E27FC236}">
                <a16:creationId xmlns:a16="http://schemas.microsoft.com/office/drawing/2014/main" id="{66B57059-FC76-A38E-1B5A-8ABEFE1DAFDA}"/>
              </a:ext>
            </a:extLst>
          </p:cNvPr>
          <p:cNvSpPr/>
          <p:nvPr/>
        </p:nvSpPr>
        <p:spPr>
          <a:xfrm>
            <a:off x="2318377" y="3376820"/>
            <a:ext cx="1879529" cy="1156461"/>
          </a:xfrm>
          <a:prstGeom prst="rect">
            <a:avLst/>
          </a:prstGeom>
          <a:solidFill>
            <a:srgbClr val="FFFFFF"/>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1" name="name_907K">
            <a:extLst>
              <a:ext uri="{FF2B5EF4-FFF2-40B4-BE49-F238E27FC236}">
                <a16:creationId xmlns:a16="http://schemas.microsoft.com/office/drawing/2014/main" id="{AE99313B-B8B7-211B-705C-2B45B3E6C76F}"/>
              </a:ext>
            </a:extLst>
          </p:cNvPr>
          <p:cNvSpPr/>
          <p:nvPr/>
        </p:nvSpPr>
        <p:spPr>
          <a:xfrm>
            <a:off x="2827211" y="2499780"/>
            <a:ext cx="839310" cy="457200"/>
          </a:xfrm>
          <a:prstGeom prst="rect">
            <a:avLst/>
          </a:prstGeom>
          <a:noFill/>
          <a:ln/>
        </p:spPr>
        <p:txBody>
          <a:bodyPr wrap="square" lIns="0" tIns="0" rIns="0" bIns="0" rtlCol="0" anchor="ctr"/>
          <a:lstStyle/>
          <a:p>
            <a:pPr>
              <a:lnSpc>
                <a:spcPts val="3600"/>
              </a:lnSpc>
            </a:pPr>
            <a:r>
              <a:rPr lang="en-US" sz="2400" kern="0" spc="-75" dirty="0">
                <a:solidFill>
                  <a:srgbClr val="1A1A1A"/>
                </a:solidFill>
                <a:latin typeface="Arial Regular" pitchFamily="34" charset="0"/>
                <a:ea typeface="Arial Regular" pitchFamily="34" charset="-122"/>
                <a:cs typeface="Arial Regular" pitchFamily="34" charset="-120"/>
              </a:rPr>
              <a:t>90 K</a:t>
            </a:r>
          </a:p>
        </p:txBody>
      </p:sp>
      <p:sp>
        <p:nvSpPr>
          <p:cNvPr id="24" name="Total asegurados">
            <a:extLst>
              <a:ext uri="{FF2B5EF4-FFF2-40B4-BE49-F238E27FC236}">
                <a16:creationId xmlns:a16="http://schemas.microsoft.com/office/drawing/2014/main" id="{422E8812-2A11-5698-81F9-02DEFE4D4FC8}"/>
              </a:ext>
            </a:extLst>
          </p:cNvPr>
          <p:cNvSpPr/>
          <p:nvPr/>
        </p:nvSpPr>
        <p:spPr>
          <a:xfrm>
            <a:off x="2318870" y="2052373"/>
            <a:ext cx="1704841" cy="543158"/>
          </a:xfrm>
          <a:prstGeom prst="rect">
            <a:avLst/>
          </a:prstGeom>
          <a:noFill/>
          <a:ln/>
        </p:spPr>
        <p:txBody>
          <a:bodyPr wrap="square" lIns="0" tIns="0" rIns="0" bIns="0" rtlCol="0" anchor="ctr"/>
          <a:lstStyle/>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LICENCIAS </a:t>
            </a:r>
          </a:p>
          <a:p>
            <a:pPr algn="ctr">
              <a:lnSpc>
                <a:spcPts val="1457"/>
              </a:lnSpc>
            </a:pPr>
            <a:r>
              <a:rPr lang="es-ES_tradnl" sz="1125" b="1" i="1" kern="0" dirty="0">
                <a:solidFill>
                  <a:srgbClr val="1A1A1A">
                    <a:alpha val="65000"/>
                  </a:srgbClr>
                </a:solidFill>
                <a:latin typeface="Arial Regular" pitchFamily="34" charset="0"/>
                <a:ea typeface="Arial Regular" pitchFamily="34" charset="-122"/>
                <a:cs typeface="Arial Regular" pitchFamily="34" charset="-120"/>
              </a:rPr>
              <a:t>Peoplesoft</a:t>
            </a:r>
            <a:endParaRPr lang="es-ES_tradnl" sz="1125"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p:txBody>
      </p:sp>
      <p:sp>
        <p:nvSpPr>
          <p:cNvPr id="27" name="name_907K">
            <a:extLst>
              <a:ext uri="{FF2B5EF4-FFF2-40B4-BE49-F238E27FC236}">
                <a16:creationId xmlns:a16="http://schemas.microsoft.com/office/drawing/2014/main" id="{7C0D85FD-ABCA-BAEB-DB10-6708B3432886}"/>
              </a:ext>
            </a:extLst>
          </p:cNvPr>
          <p:cNvSpPr/>
          <p:nvPr/>
        </p:nvSpPr>
        <p:spPr>
          <a:xfrm>
            <a:off x="2770979" y="4078201"/>
            <a:ext cx="839310" cy="457200"/>
          </a:xfrm>
          <a:prstGeom prst="rect">
            <a:avLst/>
          </a:prstGeom>
          <a:noFill/>
          <a:ln/>
        </p:spPr>
        <p:txBody>
          <a:bodyPr wrap="square" lIns="0" tIns="0" rIns="0" bIns="0" rtlCol="0" anchor="ctr"/>
          <a:lstStyle/>
          <a:p>
            <a:pPr>
              <a:lnSpc>
                <a:spcPts val="3600"/>
              </a:lnSpc>
            </a:pPr>
            <a:r>
              <a:rPr lang="en-US" sz="2400" kern="0" spc="-75" dirty="0">
                <a:solidFill>
                  <a:srgbClr val="1A1A1A"/>
                </a:solidFill>
                <a:latin typeface="Arial Regular" pitchFamily="34" charset="0"/>
                <a:ea typeface="Arial Regular" pitchFamily="34" charset="-122"/>
                <a:cs typeface="Arial Regular" pitchFamily="34" charset="-120"/>
              </a:rPr>
              <a:t>30 K</a:t>
            </a:r>
          </a:p>
        </p:txBody>
      </p:sp>
      <p:sp>
        <p:nvSpPr>
          <p:cNvPr id="28" name="Total asegurados">
            <a:extLst>
              <a:ext uri="{FF2B5EF4-FFF2-40B4-BE49-F238E27FC236}">
                <a16:creationId xmlns:a16="http://schemas.microsoft.com/office/drawing/2014/main" id="{DEA7E1AD-95A4-15D1-3B40-9E63F7E8D82D}"/>
              </a:ext>
            </a:extLst>
          </p:cNvPr>
          <p:cNvSpPr/>
          <p:nvPr/>
        </p:nvSpPr>
        <p:spPr>
          <a:xfrm>
            <a:off x="2318377" y="3468982"/>
            <a:ext cx="1704841" cy="543158"/>
          </a:xfrm>
          <a:prstGeom prst="rect">
            <a:avLst/>
          </a:prstGeom>
          <a:noFill/>
          <a:ln/>
        </p:spPr>
        <p:txBody>
          <a:bodyPr wrap="square" lIns="0" tIns="0" rIns="0" bIns="0" rtlCol="0" anchor="ctr"/>
          <a:lstStyle/>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SERVIDORES </a:t>
            </a:r>
          </a:p>
          <a:p>
            <a:pPr algn="ctr">
              <a:lnSpc>
                <a:spcPts val="1457"/>
              </a:lnSpc>
            </a:pPr>
            <a:r>
              <a:rPr lang="es-ES_tradnl" sz="1125" b="1" i="1" kern="0" dirty="0">
                <a:solidFill>
                  <a:srgbClr val="1A1A1A">
                    <a:alpha val="65000"/>
                  </a:srgbClr>
                </a:solidFill>
                <a:latin typeface="Arial Regular" pitchFamily="34" charset="0"/>
                <a:ea typeface="Arial Regular" pitchFamily="34" charset="-122"/>
                <a:cs typeface="Arial Regular" pitchFamily="34" charset="-120"/>
              </a:rPr>
              <a:t>Peoplesoft</a:t>
            </a:r>
            <a:endParaRPr lang="es-ES_tradnl" sz="1125"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p:txBody>
      </p:sp>
      <p:sp>
        <p:nvSpPr>
          <p:cNvPr id="33" name="Rectángulo 32">
            <a:extLst>
              <a:ext uri="{FF2B5EF4-FFF2-40B4-BE49-F238E27FC236}">
                <a16:creationId xmlns:a16="http://schemas.microsoft.com/office/drawing/2014/main" id="{E9499DC6-C91C-359D-4F00-EE07903DD8CD}"/>
              </a:ext>
            </a:extLst>
          </p:cNvPr>
          <p:cNvSpPr/>
          <p:nvPr/>
        </p:nvSpPr>
        <p:spPr>
          <a:xfrm>
            <a:off x="4536113" y="2038361"/>
            <a:ext cx="1704841"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name_907K">
            <a:extLst>
              <a:ext uri="{FF2B5EF4-FFF2-40B4-BE49-F238E27FC236}">
                <a16:creationId xmlns:a16="http://schemas.microsoft.com/office/drawing/2014/main" id="{A143AB15-CE0C-24BD-3798-0A843839C060}"/>
              </a:ext>
            </a:extLst>
          </p:cNvPr>
          <p:cNvSpPr/>
          <p:nvPr/>
        </p:nvSpPr>
        <p:spPr>
          <a:xfrm>
            <a:off x="5044454" y="2835633"/>
            <a:ext cx="839310" cy="457200"/>
          </a:xfrm>
          <a:prstGeom prst="rect">
            <a:avLst/>
          </a:prstGeom>
          <a:noFill/>
          <a:ln/>
        </p:spPr>
        <p:txBody>
          <a:bodyPr wrap="square" lIns="0" tIns="0" rIns="0" bIns="0" rtlCol="0" anchor="ctr"/>
          <a:lstStyle/>
          <a:p>
            <a:pPr>
              <a:lnSpc>
                <a:spcPts val="3600"/>
              </a:lnSpc>
            </a:pPr>
            <a:r>
              <a:rPr lang="en-US" sz="2400" kern="0" spc="-75" dirty="0">
                <a:solidFill>
                  <a:srgbClr val="1A1A1A"/>
                </a:solidFill>
                <a:latin typeface="Arial Regular" pitchFamily="34" charset="0"/>
                <a:ea typeface="Arial Regular" pitchFamily="34" charset="-122"/>
                <a:cs typeface="Arial Regular" pitchFamily="34" charset="-120"/>
              </a:rPr>
              <a:t>501 K</a:t>
            </a:r>
            <a:endParaRPr lang="en-US" sz="2400" spc="-75" dirty="0"/>
          </a:p>
        </p:txBody>
      </p:sp>
      <p:sp>
        <p:nvSpPr>
          <p:cNvPr id="35" name="Rectángulo 34">
            <a:extLst>
              <a:ext uri="{FF2B5EF4-FFF2-40B4-BE49-F238E27FC236}">
                <a16:creationId xmlns:a16="http://schemas.microsoft.com/office/drawing/2014/main" id="{CE11C203-44B6-61DC-B0D8-DF5041414087}"/>
              </a:ext>
            </a:extLst>
          </p:cNvPr>
          <p:cNvSpPr/>
          <p:nvPr/>
        </p:nvSpPr>
        <p:spPr>
          <a:xfrm>
            <a:off x="6355050" y="2003948"/>
            <a:ext cx="1879529" cy="1351046"/>
          </a:xfrm>
          <a:prstGeom prst="rect">
            <a:avLst/>
          </a:prstGeom>
          <a:solidFill>
            <a:srgbClr val="FFFFFF"/>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8" name="Total asegurados">
            <a:extLst>
              <a:ext uri="{FF2B5EF4-FFF2-40B4-BE49-F238E27FC236}">
                <a16:creationId xmlns:a16="http://schemas.microsoft.com/office/drawing/2014/main" id="{A879780F-E4C7-A353-12F5-03474E486038}"/>
              </a:ext>
            </a:extLst>
          </p:cNvPr>
          <p:cNvSpPr/>
          <p:nvPr/>
        </p:nvSpPr>
        <p:spPr>
          <a:xfrm>
            <a:off x="4536113" y="2229970"/>
            <a:ext cx="1704841" cy="543158"/>
          </a:xfrm>
          <a:prstGeom prst="rect">
            <a:avLst/>
          </a:prstGeom>
          <a:noFill/>
          <a:ln/>
        </p:spPr>
        <p:txBody>
          <a:bodyPr wrap="square" lIns="0" tIns="0" rIns="0" bIns="0" rtlCol="0" anchor="ctr"/>
          <a:lstStyle/>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LICENCIAS </a:t>
            </a:r>
          </a:p>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WORKDAY CLOUD</a:t>
            </a:r>
          </a:p>
          <a:p>
            <a:pPr algn="ctr">
              <a:lnSpc>
                <a:spcPts val="1457"/>
              </a:lnSpc>
            </a:pPr>
            <a:endParaRPr lang="es-ES_tradnl" sz="1125"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p:txBody>
      </p:sp>
      <p:sp>
        <p:nvSpPr>
          <p:cNvPr id="41" name="Rectángulo 40">
            <a:extLst>
              <a:ext uri="{FF2B5EF4-FFF2-40B4-BE49-F238E27FC236}">
                <a16:creationId xmlns:a16="http://schemas.microsoft.com/office/drawing/2014/main" id="{AC71D83C-D92B-960D-0B46-A04334531BDA}"/>
              </a:ext>
            </a:extLst>
          </p:cNvPr>
          <p:cNvSpPr/>
          <p:nvPr/>
        </p:nvSpPr>
        <p:spPr>
          <a:xfrm>
            <a:off x="6355050" y="3473532"/>
            <a:ext cx="1879529" cy="1059749"/>
          </a:xfrm>
          <a:prstGeom prst="rect">
            <a:avLst/>
          </a:prstGeom>
          <a:solidFill>
            <a:srgbClr val="FFFFFF"/>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44" name="name_907K">
            <a:extLst>
              <a:ext uri="{FF2B5EF4-FFF2-40B4-BE49-F238E27FC236}">
                <a16:creationId xmlns:a16="http://schemas.microsoft.com/office/drawing/2014/main" id="{CDEA5681-C67C-35CC-6B71-867FABAA08F2}"/>
              </a:ext>
            </a:extLst>
          </p:cNvPr>
          <p:cNvSpPr/>
          <p:nvPr/>
        </p:nvSpPr>
        <p:spPr>
          <a:xfrm>
            <a:off x="6863884" y="2830360"/>
            <a:ext cx="839310" cy="457200"/>
          </a:xfrm>
          <a:prstGeom prst="rect">
            <a:avLst/>
          </a:prstGeom>
          <a:noFill/>
          <a:ln/>
        </p:spPr>
        <p:txBody>
          <a:bodyPr wrap="square" lIns="0" tIns="0" rIns="0" bIns="0" rtlCol="0" anchor="ctr"/>
          <a:lstStyle/>
          <a:p>
            <a:pPr>
              <a:lnSpc>
                <a:spcPts val="3600"/>
              </a:lnSpc>
            </a:pPr>
            <a:r>
              <a:rPr lang="en-US" sz="2400" kern="0" spc="-75" dirty="0">
                <a:solidFill>
                  <a:srgbClr val="1A1A1A"/>
                </a:solidFill>
                <a:latin typeface="Arial Regular" pitchFamily="34" charset="0"/>
                <a:ea typeface="Arial Regular" pitchFamily="34" charset="-122"/>
                <a:cs typeface="Arial Regular" pitchFamily="34" charset="-120"/>
              </a:rPr>
              <a:t>90 K</a:t>
            </a:r>
          </a:p>
        </p:txBody>
      </p:sp>
      <p:sp>
        <p:nvSpPr>
          <p:cNvPr id="47" name="Total asegurados">
            <a:extLst>
              <a:ext uri="{FF2B5EF4-FFF2-40B4-BE49-F238E27FC236}">
                <a16:creationId xmlns:a16="http://schemas.microsoft.com/office/drawing/2014/main" id="{00C783EC-CD8A-AB35-E5AF-652C7B63EB63}"/>
              </a:ext>
            </a:extLst>
          </p:cNvPr>
          <p:cNvSpPr/>
          <p:nvPr/>
        </p:nvSpPr>
        <p:spPr>
          <a:xfrm>
            <a:off x="6355543" y="2224697"/>
            <a:ext cx="1704841" cy="543158"/>
          </a:xfrm>
          <a:prstGeom prst="rect">
            <a:avLst/>
          </a:prstGeom>
          <a:noFill/>
          <a:ln/>
        </p:spPr>
        <p:txBody>
          <a:bodyPr wrap="square" lIns="0" tIns="0" rIns="0" bIns="0" rtlCol="0" anchor="ctr"/>
          <a:lstStyle/>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LICENCIAS </a:t>
            </a:r>
          </a:p>
          <a:p>
            <a:pPr algn="ctr">
              <a:lnSpc>
                <a:spcPts val="1457"/>
              </a:lnSpc>
            </a:pPr>
            <a:r>
              <a:rPr lang="es-ES_tradnl" sz="1125" b="1" i="1" kern="0" dirty="0">
                <a:solidFill>
                  <a:srgbClr val="1A1A1A">
                    <a:alpha val="65000"/>
                  </a:srgbClr>
                </a:solidFill>
                <a:latin typeface="Arial Regular" pitchFamily="34" charset="0"/>
                <a:ea typeface="Arial Regular" pitchFamily="34" charset="-122"/>
                <a:cs typeface="Arial Regular" pitchFamily="34" charset="-120"/>
              </a:rPr>
              <a:t>Peoplesoft</a:t>
            </a:r>
            <a:endParaRPr lang="es-ES_tradnl" sz="1125" b="1"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endParaRPr lang="es-ES_tradnl" sz="1125"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p:txBody>
      </p:sp>
      <p:sp>
        <p:nvSpPr>
          <p:cNvPr id="53" name="name_907K">
            <a:extLst>
              <a:ext uri="{FF2B5EF4-FFF2-40B4-BE49-F238E27FC236}">
                <a16:creationId xmlns:a16="http://schemas.microsoft.com/office/drawing/2014/main" id="{F5C2FF98-7CD3-0475-E412-C0C519C458D7}"/>
              </a:ext>
            </a:extLst>
          </p:cNvPr>
          <p:cNvSpPr/>
          <p:nvPr/>
        </p:nvSpPr>
        <p:spPr>
          <a:xfrm>
            <a:off x="6875159" y="4134291"/>
            <a:ext cx="839310" cy="457200"/>
          </a:xfrm>
          <a:prstGeom prst="rect">
            <a:avLst/>
          </a:prstGeom>
          <a:noFill/>
          <a:ln/>
        </p:spPr>
        <p:txBody>
          <a:bodyPr wrap="square" lIns="0" tIns="0" rIns="0" bIns="0" rtlCol="0" anchor="ctr"/>
          <a:lstStyle/>
          <a:p>
            <a:pPr>
              <a:lnSpc>
                <a:spcPts val="3600"/>
              </a:lnSpc>
            </a:pPr>
            <a:r>
              <a:rPr lang="en-US" sz="2400" kern="0" spc="-75" dirty="0">
                <a:solidFill>
                  <a:srgbClr val="1A1A1A"/>
                </a:solidFill>
                <a:latin typeface="Arial Regular" pitchFamily="34" charset="0"/>
                <a:ea typeface="Arial Regular" pitchFamily="34" charset="-122"/>
                <a:cs typeface="Arial Regular" pitchFamily="34" charset="-120"/>
              </a:rPr>
              <a:t>30 K</a:t>
            </a:r>
          </a:p>
        </p:txBody>
      </p:sp>
      <p:sp>
        <p:nvSpPr>
          <p:cNvPr id="56" name="Total asegurados">
            <a:extLst>
              <a:ext uri="{FF2B5EF4-FFF2-40B4-BE49-F238E27FC236}">
                <a16:creationId xmlns:a16="http://schemas.microsoft.com/office/drawing/2014/main" id="{85255581-2873-45A1-760D-9404D0D780D7}"/>
              </a:ext>
            </a:extLst>
          </p:cNvPr>
          <p:cNvSpPr/>
          <p:nvPr/>
        </p:nvSpPr>
        <p:spPr>
          <a:xfrm>
            <a:off x="6355050" y="3545554"/>
            <a:ext cx="1704841" cy="543158"/>
          </a:xfrm>
          <a:prstGeom prst="rect">
            <a:avLst/>
          </a:prstGeom>
          <a:noFill/>
          <a:ln/>
        </p:spPr>
        <p:txBody>
          <a:bodyPr wrap="square" lIns="0" tIns="0" rIns="0" bIns="0" rtlCol="0" anchor="ctr"/>
          <a:lstStyle/>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SERVIDORES </a:t>
            </a:r>
          </a:p>
          <a:p>
            <a:pPr algn="ctr">
              <a:lnSpc>
                <a:spcPts val="1457"/>
              </a:lnSpc>
            </a:pPr>
            <a:r>
              <a:rPr lang="es-ES_tradnl" sz="1125" b="1" i="1" kern="0" dirty="0">
                <a:solidFill>
                  <a:srgbClr val="1A1A1A">
                    <a:alpha val="65000"/>
                  </a:srgbClr>
                </a:solidFill>
                <a:latin typeface="Arial Regular" pitchFamily="34" charset="0"/>
                <a:ea typeface="Arial Regular" pitchFamily="34" charset="-122"/>
                <a:cs typeface="Arial Regular" pitchFamily="34" charset="-120"/>
              </a:rPr>
              <a:t>Peoplesoft</a:t>
            </a:r>
            <a:endParaRPr lang="es-ES_tradnl" sz="1125" b="1"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p:txBody>
      </p:sp>
      <p:sp>
        <p:nvSpPr>
          <p:cNvPr id="70" name="Rectángulo 69">
            <a:extLst>
              <a:ext uri="{FF2B5EF4-FFF2-40B4-BE49-F238E27FC236}">
                <a16:creationId xmlns:a16="http://schemas.microsoft.com/office/drawing/2014/main" id="{53A9841D-6EDD-4723-CA21-B0405C766ABB}"/>
              </a:ext>
            </a:extLst>
          </p:cNvPr>
          <p:cNvSpPr/>
          <p:nvPr/>
        </p:nvSpPr>
        <p:spPr>
          <a:xfrm>
            <a:off x="8398098" y="2034408"/>
            <a:ext cx="1704841"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1" name="name_907K">
            <a:extLst>
              <a:ext uri="{FF2B5EF4-FFF2-40B4-BE49-F238E27FC236}">
                <a16:creationId xmlns:a16="http://schemas.microsoft.com/office/drawing/2014/main" id="{FD765DB7-AC39-1CF6-B70D-34546E25EC1C}"/>
              </a:ext>
            </a:extLst>
          </p:cNvPr>
          <p:cNvSpPr/>
          <p:nvPr/>
        </p:nvSpPr>
        <p:spPr>
          <a:xfrm>
            <a:off x="8906439" y="2831680"/>
            <a:ext cx="839310" cy="457200"/>
          </a:xfrm>
          <a:prstGeom prst="rect">
            <a:avLst/>
          </a:prstGeom>
          <a:noFill/>
          <a:ln/>
        </p:spPr>
        <p:txBody>
          <a:bodyPr wrap="square" lIns="0" tIns="0" rIns="0" bIns="0" rtlCol="0" anchor="ctr"/>
          <a:lstStyle/>
          <a:p>
            <a:pPr>
              <a:lnSpc>
                <a:spcPts val="3600"/>
              </a:lnSpc>
            </a:pPr>
            <a:r>
              <a:rPr lang="en-US" sz="2400" kern="0" spc="-75" dirty="0">
                <a:solidFill>
                  <a:srgbClr val="1A1A1A"/>
                </a:solidFill>
                <a:latin typeface="Arial Regular" pitchFamily="34" charset="0"/>
                <a:ea typeface="Arial Regular" pitchFamily="34" charset="-122"/>
                <a:cs typeface="Arial Regular" pitchFamily="34" charset="-120"/>
              </a:rPr>
              <a:t>293 K</a:t>
            </a:r>
            <a:endParaRPr lang="en-US" sz="2400" spc="-75" dirty="0"/>
          </a:p>
        </p:txBody>
      </p:sp>
      <p:sp>
        <p:nvSpPr>
          <p:cNvPr id="72" name="Rectángulo 71">
            <a:extLst>
              <a:ext uri="{FF2B5EF4-FFF2-40B4-BE49-F238E27FC236}">
                <a16:creationId xmlns:a16="http://schemas.microsoft.com/office/drawing/2014/main" id="{D6C91E10-CFBF-DFDD-B2DE-D4B58F36050C}"/>
              </a:ext>
            </a:extLst>
          </p:cNvPr>
          <p:cNvSpPr/>
          <p:nvPr/>
        </p:nvSpPr>
        <p:spPr>
          <a:xfrm>
            <a:off x="10217035" y="1999995"/>
            <a:ext cx="1879529" cy="1358952"/>
          </a:xfrm>
          <a:prstGeom prst="rect">
            <a:avLst/>
          </a:prstGeom>
          <a:solidFill>
            <a:srgbClr val="FFFFFF"/>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3" name="Total asegurados">
            <a:extLst>
              <a:ext uri="{FF2B5EF4-FFF2-40B4-BE49-F238E27FC236}">
                <a16:creationId xmlns:a16="http://schemas.microsoft.com/office/drawing/2014/main" id="{11D38CF9-3191-5D65-AA5C-6996BF23E886}"/>
              </a:ext>
            </a:extLst>
          </p:cNvPr>
          <p:cNvSpPr/>
          <p:nvPr/>
        </p:nvSpPr>
        <p:spPr>
          <a:xfrm>
            <a:off x="8398098" y="2226017"/>
            <a:ext cx="1704841" cy="543158"/>
          </a:xfrm>
          <a:prstGeom prst="rect">
            <a:avLst/>
          </a:prstGeom>
          <a:noFill/>
          <a:ln/>
        </p:spPr>
        <p:txBody>
          <a:bodyPr wrap="square" lIns="0" tIns="0" rIns="0" bIns="0" rtlCol="0" anchor="ctr"/>
          <a:lstStyle/>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LICENCIAS </a:t>
            </a:r>
          </a:p>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SUCCESS FACTORS</a:t>
            </a:r>
          </a:p>
          <a:p>
            <a:pPr algn="ctr">
              <a:lnSpc>
                <a:spcPts val="1457"/>
              </a:lnSpc>
            </a:pPr>
            <a:endParaRPr lang="es-ES_tradnl" sz="1125"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p:txBody>
      </p:sp>
      <p:sp>
        <p:nvSpPr>
          <p:cNvPr id="74" name="Rectángulo 73">
            <a:extLst>
              <a:ext uri="{FF2B5EF4-FFF2-40B4-BE49-F238E27FC236}">
                <a16:creationId xmlns:a16="http://schemas.microsoft.com/office/drawing/2014/main" id="{484C7A6B-C512-1574-3B5D-736EE17B5B9D}"/>
              </a:ext>
            </a:extLst>
          </p:cNvPr>
          <p:cNvSpPr/>
          <p:nvPr/>
        </p:nvSpPr>
        <p:spPr>
          <a:xfrm>
            <a:off x="10217035" y="3469579"/>
            <a:ext cx="1879529" cy="1121912"/>
          </a:xfrm>
          <a:prstGeom prst="rect">
            <a:avLst/>
          </a:prstGeom>
          <a:solidFill>
            <a:srgbClr val="FFFFFF"/>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75" name="name_907K">
            <a:extLst>
              <a:ext uri="{FF2B5EF4-FFF2-40B4-BE49-F238E27FC236}">
                <a16:creationId xmlns:a16="http://schemas.microsoft.com/office/drawing/2014/main" id="{A8EB7D8C-80C6-44D5-C2EC-7BE9995925ED}"/>
              </a:ext>
            </a:extLst>
          </p:cNvPr>
          <p:cNvSpPr/>
          <p:nvPr/>
        </p:nvSpPr>
        <p:spPr>
          <a:xfrm>
            <a:off x="10725869" y="2826407"/>
            <a:ext cx="839310" cy="457200"/>
          </a:xfrm>
          <a:prstGeom prst="rect">
            <a:avLst/>
          </a:prstGeom>
          <a:noFill/>
          <a:ln/>
        </p:spPr>
        <p:txBody>
          <a:bodyPr wrap="square" lIns="0" tIns="0" rIns="0" bIns="0" rtlCol="0" anchor="ctr"/>
          <a:lstStyle/>
          <a:p>
            <a:pPr>
              <a:lnSpc>
                <a:spcPts val="3600"/>
              </a:lnSpc>
            </a:pPr>
            <a:r>
              <a:rPr lang="en-US" sz="2400" kern="0" spc="-75" dirty="0">
                <a:solidFill>
                  <a:srgbClr val="1A1A1A"/>
                </a:solidFill>
                <a:latin typeface="Arial Regular" pitchFamily="34" charset="0"/>
                <a:ea typeface="Arial Regular" pitchFamily="34" charset="-122"/>
                <a:cs typeface="Arial Regular" pitchFamily="34" charset="-120"/>
              </a:rPr>
              <a:t>90 K</a:t>
            </a:r>
          </a:p>
        </p:txBody>
      </p:sp>
      <p:sp>
        <p:nvSpPr>
          <p:cNvPr id="76" name="Total asegurados">
            <a:extLst>
              <a:ext uri="{FF2B5EF4-FFF2-40B4-BE49-F238E27FC236}">
                <a16:creationId xmlns:a16="http://schemas.microsoft.com/office/drawing/2014/main" id="{C02A3D7F-1558-457A-4F3A-96B378BD805D}"/>
              </a:ext>
            </a:extLst>
          </p:cNvPr>
          <p:cNvSpPr/>
          <p:nvPr/>
        </p:nvSpPr>
        <p:spPr>
          <a:xfrm>
            <a:off x="10217528" y="2220744"/>
            <a:ext cx="1704841" cy="543158"/>
          </a:xfrm>
          <a:prstGeom prst="rect">
            <a:avLst/>
          </a:prstGeom>
          <a:noFill/>
          <a:ln/>
        </p:spPr>
        <p:txBody>
          <a:bodyPr wrap="square" lIns="0" tIns="0" rIns="0" bIns="0" rtlCol="0" anchor="ctr"/>
          <a:lstStyle/>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LICENCIAS </a:t>
            </a:r>
          </a:p>
          <a:p>
            <a:pPr algn="ctr">
              <a:lnSpc>
                <a:spcPts val="1457"/>
              </a:lnSpc>
            </a:pPr>
            <a:r>
              <a:rPr lang="es-ES_tradnl" sz="1125" b="1" i="1" kern="0" dirty="0">
                <a:solidFill>
                  <a:srgbClr val="1A1A1A">
                    <a:alpha val="65000"/>
                  </a:srgbClr>
                </a:solidFill>
                <a:latin typeface="Arial Regular" pitchFamily="34" charset="0"/>
                <a:ea typeface="Arial Regular" pitchFamily="34" charset="-122"/>
                <a:cs typeface="Arial Regular" pitchFamily="34" charset="-120"/>
              </a:rPr>
              <a:t>Peoplesoft</a:t>
            </a:r>
            <a:endParaRPr lang="es-ES_tradnl" sz="1125" b="1"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endParaRPr lang="es-ES_tradnl" sz="1125"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p:txBody>
      </p:sp>
      <p:sp>
        <p:nvSpPr>
          <p:cNvPr id="78" name="name_907K">
            <a:extLst>
              <a:ext uri="{FF2B5EF4-FFF2-40B4-BE49-F238E27FC236}">
                <a16:creationId xmlns:a16="http://schemas.microsoft.com/office/drawing/2014/main" id="{1AC11B2F-C4F7-C95D-97B0-38DC046F40CC}"/>
              </a:ext>
            </a:extLst>
          </p:cNvPr>
          <p:cNvSpPr/>
          <p:nvPr/>
        </p:nvSpPr>
        <p:spPr>
          <a:xfrm>
            <a:off x="10759479" y="4076081"/>
            <a:ext cx="839310" cy="457200"/>
          </a:xfrm>
          <a:prstGeom prst="rect">
            <a:avLst/>
          </a:prstGeom>
          <a:noFill/>
          <a:ln/>
        </p:spPr>
        <p:txBody>
          <a:bodyPr wrap="square" lIns="0" tIns="0" rIns="0" bIns="0" rtlCol="0" anchor="ctr"/>
          <a:lstStyle/>
          <a:p>
            <a:pPr>
              <a:lnSpc>
                <a:spcPts val="3600"/>
              </a:lnSpc>
            </a:pPr>
            <a:r>
              <a:rPr lang="en-US" sz="2400" kern="0" spc="-75">
                <a:solidFill>
                  <a:srgbClr val="1A1A1A"/>
                </a:solidFill>
                <a:latin typeface="Arial Regular" pitchFamily="34" charset="0"/>
                <a:ea typeface="Arial Regular" pitchFamily="34" charset="-122"/>
                <a:cs typeface="Arial Regular" pitchFamily="34" charset="-120"/>
              </a:rPr>
              <a:t>30 </a:t>
            </a:r>
            <a:r>
              <a:rPr lang="en-US" sz="2400" kern="0" spc="-75" dirty="0">
                <a:solidFill>
                  <a:srgbClr val="1A1A1A"/>
                </a:solidFill>
                <a:latin typeface="Arial Regular" pitchFamily="34" charset="0"/>
                <a:ea typeface="Arial Regular" pitchFamily="34" charset="-122"/>
                <a:cs typeface="Arial Regular" pitchFamily="34" charset="-120"/>
              </a:rPr>
              <a:t>K</a:t>
            </a:r>
          </a:p>
        </p:txBody>
      </p:sp>
      <p:sp>
        <p:nvSpPr>
          <p:cNvPr id="79" name="Total asegurados">
            <a:extLst>
              <a:ext uri="{FF2B5EF4-FFF2-40B4-BE49-F238E27FC236}">
                <a16:creationId xmlns:a16="http://schemas.microsoft.com/office/drawing/2014/main" id="{789D20FF-2BBF-6078-5DE8-A2978AC83BD7}"/>
              </a:ext>
            </a:extLst>
          </p:cNvPr>
          <p:cNvSpPr/>
          <p:nvPr/>
        </p:nvSpPr>
        <p:spPr>
          <a:xfrm>
            <a:off x="10235483" y="3537340"/>
            <a:ext cx="1704841" cy="543158"/>
          </a:xfrm>
          <a:prstGeom prst="rect">
            <a:avLst/>
          </a:prstGeom>
          <a:noFill/>
          <a:ln/>
        </p:spPr>
        <p:txBody>
          <a:bodyPr wrap="square" lIns="0" tIns="0" rIns="0" bIns="0" rtlCol="0" anchor="ctr"/>
          <a:lstStyle/>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SERVIDORES </a:t>
            </a:r>
          </a:p>
          <a:p>
            <a:pPr algn="ctr">
              <a:lnSpc>
                <a:spcPts val="1457"/>
              </a:lnSpc>
            </a:pPr>
            <a:r>
              <a:rPr lang="es-ES_tradnl" sz="1125" b="1" i="1" kern="0" dirty="0">
                <a:solidFill>
                  <a:srgbClr val="1A1A1A">
                    <a:alpha val="65000"/>
                  </a:srgbClr>
                </a:solidFill>
                <a:latin typeface="Arial Regular" pitchFamily="34" charset="0"/>
                <a:ea typeface="Arial Regular" pitchFamily="34" charset="-122"/>
                <a:cs typeface="Arial Regular" pitchFamily="34" charset="-120"/>
              </a:rPr>
              <a:t>Peoplesoft</a:t>
            </a:r>
            <a:endParaRPr lang="es-ES_tradnl" sz="1125" b="1"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p:txBody>
      </p:sp>
      <p:sp>
        <p:nvSpPr>
          <p:cNvPr id="6" name="CuadroTexto 5">
            <a:extLst>
              <a:ext uri="{FF2B5EF4-FFF2-40B4-BE49-F238E27FC236}">
                <a16:creationId xmlns:a16="http://schemas.microsoft.com/office/drawing/2014/main" id="{669CD3B9-A9ED-D341-0696-1A1FFC9741E7}"/>
              </a:ext>
            </a:extLst>
          </p:cNvPr>
          <p:cNvSpPr txBox="1"/>
          <p:nvPr/>
        </p:nvSpPr>
        <p:spPr>
          <a:xfrm>
            <a:off x="10200682" y="668412"/>
            <a:ext cx="805708" cy="369332"/>
          </a:xfrm>
          <a:prstGeom prst="rect">
            <a:avLst/>
          </a:prstGeom>
          <a:noFill/>
        </p:spPr>
        <p:txBody>
          <a:bodyPr wrap="square">
            <a:spAutoFit/>
          </a:bodyPr>
          <a:lstStyle/>
          <a:p>
            <a:pPr>
              <a:lnSpc>
                <a:spcPct val="100000"/>
              </a:lnSpc>
            </a:pPr>
            <a:r>
              <a:rPr lang="es-ES" sz="1800" b="1" kern="0" spc="-100" dirty="0">
                <a:latin typeface="Arial Regular" pitchFamily="34" charset="0"/>
                <a:ea typeface="Arial Regular" pitchFamily="34" charset="-122"/>
              </a:rPr>
              <a:t>A</a:t>
            </a:r>
            <a:r>
              <a:rPr lang="es-ES" sz="1800" b="1" kern="0" spc="-100" noProof="0" dirty="0" err="1">
                <a:latin typeface="Arial Regular" pitchFamily="34" charset="0"/>
                <a:ea typeface="Arial Regular" pitchFamily="34" charset="-122"/>
              </a:rPr>
              <a:t>ño</a:t>
            </a:r>
            <a:r>
              <a:rPr lang="es-ES" sz="1800" b="1" kern="0" spc="-100" noProof="0" dirty="0">
                <a:latin typeface="Arial Regular" pitchFamily="34" charset="0"/>
                <a:ea typeface="Arial Regular" pitchFamily="34" charset="-122"/>
              </a:rPr>
              <a:t> 2</a:t>
            </a:r>
            <a:endParaRPr lang="es-ES" sz="1800" b="1" spc="-100" noProof="0" dirty="0"/>
          </a:p>
        </p:txBody>
      </p:sp>
      <p:sp>
        <p:nvSpPr>
          <p:cNvPr id="8" name="Rectángulo 7">
            <a:extLst>
              <a:ext uri="{FF2B5EF4-FFF2-40B4-BE49-F238E27FC236}">
                <a16:creationId xmlns:a16="http://schemas.microsoft.com/office/drawing/2014/main" id="{1EF8AB48-4044-76E5-FF7B-E8F930F362D7}"/>
              </a:ext>
            </a:extLst>
          </p:cNvPr>
          <p:cNvSpPr/>
          <p:nvPr/>
        </p:nvSpPr>
        <p:spPr>
          <a:xfrm>
            <a:off x="2318376" y="4688092"/>
            <a:ext cx="1879529" cy="1320585"/>
          </a:xfrm>
          <a:prstGeom prst="rect">
            <a:avLst/>
          </a:prstGeom>
          <a:solidFill>
            <a:srgbClr val="FFFFFF"/>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457"/>
              </a:lnSpc>
            </a:pPr>
            <a:r>
              <a:rPr lang="es-ES_tradnl" sz="1125" b="1" i="1" kern="0" dirty="0">
                <a:solidFill>
                  <a:srgbClr val="1A1A1A">
                    <a:alpha val="65000"/>
                  </a:srgbClr>
                </a:solidFill>
                <a:latin typeface="Arial Regular" pitchFamily="34" charset="0"/>
                <a:ea typeface="Arial Regular" pitchFamily="34" charset="-122"/>
              </a:rPr>
              <a:t>PLATAFORMAS SATELITES</a:t>
            </a:r>
          </a:p>
          <a:p>
            <a:pP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a:p>
            <a:pPr>
              <a:lnSpc>
                <a:spcPts val="1457"/>
              </a:lnSpc>
            </a:pPr>
            <a:endParaRPr lang="es-ES_tradnl" sz="1125" b="1" i="1" kern="0" dirty="0">
              <a:solidFill>
                <a:srgbClr val="1A1A1A">
                  <a:alpha val="65000"/>
                </a:srgbClr>
              </a:solidFill>
              <a:latin typeface="Arial Regular" pitchFamily="34" charset="0"/>
              <a:ea typeface="Arial Regular" pitchFamily="34" charset="-122"/>
            </a:endParaRPr>
          </a:p>
          <a:p>
            <a:pPr>
              <a:lnSpc>
                <a:spcPts val="1457"/>
              </a:lnSpc>
            </a:pPr>
            <a:r>
              <a:rPr lang="es-ES_tradnl" sz="1125" i="1" kern="0" dirty="0">
                <a:solidFill>
                  <a:srgbClr val="1A1A1A">
                    <a:alpha val="65000"/>
                  </a:srgbClr>
                </a:solidFill>
                <a:latin typeface="Arial Regular" pitchFamily="34" charset="0"/>
                <a:ea typeface="Arial Regular" pitchFamily="34" charset="-122"/>
              </a:rPr>
              <a:t>OKN    </a:t>
            </a:r>
            <a:r>
              <a:rPr lang="es-ES_tradnl" sz="1100" b="1" i="1" kern="0" dirty="0">
                <a:solidFill>
                  <a:srgbClr val="1A1A1A">
                    <a:alpha val="65000"/>
                  </a:srgbClr>
                </a:solidFill>
                <a:latin typeface="Arial Regular" pitchFamily="34" charset="0"/>
                <a:ea typeface="Arial Regular" pitchFamily="34" charset="-122"/>
              </a:rPr>
              <a:t>                      </a:t>
            </a:r>
            <a:r>
              <a:rPr lang="es-ES_tradnl" sz="1200" kern="0" spc="-75" dirty="0">
                <a:solidFill>
                  <a:srgbClr val="1A1A1A"/>
                </a:solidFill>
                <a:latin typeface="Arial Regular" pitchFamily="34" charset="0"/>
                <a:ea typeface="Arial Regular" pitchFamily="34" charset="-122"/>
              </a:rPr>
              <a:t>17 K</a:t>
            </a:r>
            <a:endParaRPr lang="es-ES_tradnl" sz="1600" kern="0" spc="-75" dirty="0">
              <a:solidFill>
                <a:srgbClr val="1A1A1A"/>
              </a:solidFill>
              <a:latin typeface="Arial Regular" pitchFamily="34" charset="0"/>
              <a:ea typeface="Arial Regular" pitchFamily="34" charset="-122"/>
            </a:endParaRPr>
          </a:p>
          <a:p>
            <a:pPr>
              <a:lnSpc>
                <a:spcPts val="1457"/>
              </a:lnSpc>
            </a:pPr>
            <a:r>
              <a:rPr lang="es-ES_tradnl" sz="1125" i="1" kern="0" dirty="0">
                <a:solidFill>
                  <a:srgbClr val="1A1A1A">
                    <a:alpha val="65000"/>
                  </a:srgbClr>
                </a:solidFill>
                <a:latin typeface="Arial Regular" pitchFamily="34" charset="0"/>
                <a:ea typeface="Arial Regular" pitchFamily="34" charset="-122"/>
              </a:rPr>
              <a:t>APP Onboarding      </a:t>
            </a:r>
            <a:r>
              <a:rPr lang="es-ES_tradnl" sz="1200" kern="0" spc="-75" dirty="0">
                <a:solidFill>
                  <a:srgbClr val="1A1A1A"/>
                </a:solidFill>
                <a:latin typeface="Arial Regular" pitchFamily="34" charset="0"/>
                <a:ea typeface="Arial Regular" pitchFamily="34" charset="-122"/>
              </a:rPr>
              <a:t>10 K</a:t>
            </a:r>
            <a:endParaRPr lang="es-ES_tradnl" sz="1600" kern="0" spc="-75" dirty="0">
              <a:solidFill>
                <a:srgbClr val="1A1A1A"/>
              </a:solidFill>
              <a:latin typeface="Arial Regular" pitchFamily="34" charset="0"/>
              <a:ea typeface="Arial Regular" pitchFamily="34" charset="-122"/>
            </a:endParaRPr>
          </a:p>
          <a:p>
            <a:pPr>
              <a:lnSpc>
                <a:spcPts val="1457"/>
              </a:lnSpc>
            </a:pPr>
            <a:r>
              <a:rPr lang="es-ES_tradnl" sz="1125" i="1" kern="0" dirty="0" err="1">
                <a:solidFill>
                  <a:srgbClr val="1A1A1A">
                    <a:alpha val="65000"/>
                  </a:srgbClr>
                </a:solidFill>
                <a:latin typeface="Arial Regular" pitchFamily="34" charset="0"/>
                <a:ea typeface="Arial Regular" pitchFamily="34" charset="-122"/>
              </a:rPr>
              <a:t>Talent</a:t>
            </a:r>
            <a:r>
              <a:rPr lang="es-ES_tradnl" sz="1125" i="1" kern="0" dirty="0">
                <a:solidFill>
                  <a:srgbClr val="1A1A1A">
                    <a:alpha val="65000"/>
                  </a:srgbClr>
                </a:solidFill>
                <a:latin typeface="Arial Regular" pitchFamily="34" charset="0"/>
                <a:ea typeface="Arial Regular" pitchFamily="34" charset="-122"/>
              </a:rPr>
              <a:t> Link</a:t>
            </a:r>
            <a:r>
              <a:rPr lang="es-ES_tradnl" sz="1200" kern="0" spc="-75" dirty="0">
                <a:solidFill>
                  <a:srgbClr val="1A1A1A"/>
                </a:solidFill>
                <a:latin typeface="Arial Regular" pitchFamily="34" charset="0"/>
                <a:ea typeface="Arial Regular" pitchFamily="34" charset="-122"/>
              </a:rPr>
              <a:t>     </a:t>
            </a:r>
            <a:r>
              <a:rPr lang="es-ES_tradnl" sz="1600" kern="0" spc="-75" dirty="0">
                <a:solidFill>
                  <a:srgbClr val="1A1A1A"/>
                </a:solidFill>
                <a:latin typeface="Arial Regular" pitchFamily="34" charset="0"/>
                <a:ea typeface="Arial Regular" pitchFamily="34" charset="-122"/>
              </a:rPr>
              <a:t>         </a:t>
            </a:r>
            <a:r>
              <a:rPr lang="es-ES_tradnl" sz="1200" kern="0" spc="-75" dirty="0">
                <a:solidFill>
                  <a:srgbClr val="1A1A1A"/>
                </a:solidFill>
                <a:latin typeface="Arial Regular" pitchFamily="34" charset="0"/>
                <a:ea typeface="Arial Regular" pitchFamily="34" charset="-122"/>
              </a:rPr>
              <a:t>17 K</a:t>
            </a:r>
            <a:endParaRPr lang="es-ES_tradnl" sz="1600" kern="0" spc="-75" dirty="0">
              <a:solidFill>
                <a:srgbClr val="1A1A1A"/>
              </a:solidFill>
              <a:latin typeface="Arial Regular" pitchFamily="34" charset="0"/>
              <a:ea typeface="Arial Regular" pitchFamily="34" charset="-122"/>
            </a:endParaRPr>
          </a:p>
        </p:txBody>
      </p:sp>
      <p:sp>
        <p:nvSpPr>
          <p:cNvPr id="29" name="Rectángulo 28">
            <a:extLst>
              <a:ext uri="{FF2B5EF4-FFF2-40B4-BE49-F238E27FC236}">
                <a16:creationId xmlns:a16="http://schemas.microsoft.com/office/drawing/2014/main" id="{574E98F2-1BDE-A27B-9AB2-E7A16EBEBE23}"/>
              </a:ext>
            </a:extLst>
          </p:cNvPr>
          <p:cNvSpPr/>
          <p:nvPr/>
        </p:nvSpPr>
        <p:spPr>
          <a:xfrm>
            <a:off x="6355050" y="4679300"/>
            <a:ext cx="1879529" cy="1320585"/>
          </a:xfrm>
          <a:prstGeom prst="rect">
            <a:avLst/>
          </a:prstGeom>
          <a:solidFill>
            <a:srgbClr val="FFFFFF"/>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457"/>
              </a:lnSpc>
            </a:pPr>
            <a:r>
              <a:rPr lang="es-ES_tradnl" sz="1125" b="1" i="1" kern="0" dirty="0">
                <a:solidFill>
                  <a:srgbClr val="1A1A1A">
                    <a:alpha val="65000"/>
                  </a:srgbClr>
                </a:solidFill>
                <a:latin typeface="Arial Regular" pitchFamily="34" charset="0"/>
                <a:ea typeface="Arial Regular" pitchFamily="34" charset="-122"/>
              </a:rPr>
              <a:t>PLATAFORMAS SATELITES</a:t>
            </a:r>
          </a:p>
          <a:p>
            <a:pP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a:p>
            <a:pPr>
              <a:lnSpc>
                <a:spcPts val="1457"/>
              </a:lnSpc>
            </a:pPr>
            <a:endParaRPr lang="es-ES_tradnl" sz="1125" b="1" i="1" kern="0" dirty="0">
              <a:solidFill>
                <a:srgbClr val="1A1A1A">
                  <a:alpha val="65000"/>
                </a:srgbClr>
              </a:solidFill>
              <a:latin typeface="Arial Regular" pitchFamily="34" charset="0"/>
              <a:ea typeface="Arial Regular" pitchFamily="34" charset="-122"/>
            </a:endParaRPr>
          </a:p>
          <a:p>
            <a:pPr>
              <a:lnSpc>
                <a:spcPts val="1457"/>
              </a:lnSpc>
            </a:pPr>
            <a:r>
              <a:rPr lang="es-ES_tradnl" sz="1125" i="1" kern="0" dirty="0">
                <a:solidFill>
                  <a:srgbClr val="1A1A1A">
                    <a:alpha val="65000"/>
                  </a:srgbClr>
                </a:solidFill>
                <a:latin typeface="Arial Regular" pitchFamily="34" charset="0"/>
                <a:ea typeface="Arial Regular" pitchFamily="34" charset="-122"/>
              </a:rPr>
              <a:t>OKN    </a:t>
            </a:r>
            <a:r>
              <a:rPr lang="es-ES_tradnl" sz="1100" b="1" i="1" kern="0" dirty="0">
                <a:solidFill>
                  <a:srgbClr val="1A1A1A">
                    <a:alpha val="65000"/>
                  </a:srgbClr>
                </a:solidFill>
                <a:latin typeface="Arial Regular" pitchFamily="34" charset="0"/>
                <a:ea typeface="Arial Regular" pitchFamily="34" charset="-122"/>
              </a:rPr>
              <a:t>                      </a:t>
            </a:r>
            <a:r>
              <a:rPr lang="es-ES_tradnl" sz="1200" kern="0" spc="-75" dirty="0">
                <a:solidFill>
                  <a:srgbClr val="1A1A1A"/>
                </a:solidFill>
                <a:latin typeface="Arial Regular" pitchFamily="34" charset="0"/>
                <a:ea typeface="Arial Regular" pitchFamily="34" charset="-122"/>
              </a:rPr>
              <a:t>17 K</a:t>
            </a:r>
          </a:p>
          <a:p>
            <a:pPr>
              <a:lnSpc>
                <a:spcPts val="1457"/>
              </a:lnSpc>
            </a:pPr>
            <a:r>
              <a:rPr lang="es-ES_tradnl" sz="1125" i="1" kern="0" dirty="0">
                <a:solidFill>
                  <a:srgbClr val="1A1A1A">
                    <a:alpha val="65000"/>
                  </a:srgbClr>
                </a:solidFill>
                <a:latin typeface="Arial Regular" pitchFamily="34" charset="0"/>
                <a:ea typeface="Arial Regular" pitchFamily="34" charset="-122"/>
              </a:rPr>
              <a:t>APP Onboarding      </a:t>
            </a:r>
            <a:r>
              <a:rPr lang="es-ES_tradnl" sz="1200" kern="0" spc="-75" dirty="0">
                <a:solidFill>
                  <a:srgbClr val="1A1A1A"/>
                </a:solidFill>
                <a:latin typeface="Arial Regular" pitchFamily="34" charset="0"/>
                <a:ea typeface="Arial Regular" pitchFamily="34" charset="-122"/>
              </a:rPr>
              <a:t>10 K</a:t>
            </a:r>
          </a:p>
          <a:p>
            <a:pPr>
              <a:lnSpc>
                <a:spcPts val="1457"/>
              </a:lnSpc>
            </a:pPr>
            <a:r>
              <a:rPr lang="es-ES_tradnl" sz="1125" i="1" kern="0" dirty="0" err="1">
                <a:solidFill>
                  <a:srgbClr val="1A1A1A">
                    <a:alpha val="65000"/>
                  </a:srgbClr>
                </a:solidFill>
                <a:latin typeface="Arial Regular" pitchFamily="34" charset="0"/>
                <a:ea typeface="Arial Regular" pitchFamily="34" charset="-122"/>
              </a:rPr>
              <a:t>Talent</a:t>
            </a:r>
            <a:r>
              <a:rPr lang="es-ES_tradnl" sz="1125" i="1" kern="0" dirty="0">
                <a:solidFill>
                  <a:srgbClr val="1A1A1A">
                    <a:alpha val="65000"/>
                  </a:srgbClr>
                </a:solidFill>
                <a:latin typeface="Arial Regular" pitchFamily="34" charset="0"/>
                <a:ea typeface="Arial Regular" pitchFamily="34" charset="-122"/>
              </a:rPr>
              <a:t> Link</a:t>
            </a:r>
            <a:r>
              <a:rPr lang="es-ES_tradnl" sz="1200" kern="0" spc="-75" dirty="0">
                <a:solidFill>
                  <a:srgbClr val="1A1A1A"/>
                </a:solidFill>
                <a:latin typeface="Arial Regular" pitchFamily="34" charset="0"/>
                <a:ea typeface="Arial Regular" pitchFamily="34" charset="-122"/>
              </a:rPr>
              <a:t>     </a:t>
            </a:r>
            <a:r>
              <a:rPr lang="es-ES_tradnl" sz="1600" kern="0" spc="-75" dirty="0">
                <a:solidFill>
                  <a:srgbClr val="1A1A1A"/>
                </a:solidFill>
                <a:latin typeface="Arial Regular" pitchFamily="34" charset="0"/>
                <a:ea typeface="Arial Regular" pitchFamily="34" charset="-122"/>
              </a:rPr>
              <a:t>         </a:t>
            </a:r>
            <a:r>
              <a:rPr lang="es-ES_tradnl" sz="1200" kern="0" spc="-75" dirty="0">
                <a:solidFill>
                  <a:srgbClr val="1A1A1A"/>
                </a:solidFill>
                <a:latin typeface="Arial Regular" pitchFamily="34" charset="0"/>
                <a:ea typeface="Arial Regular" pitchFamily="34" charset="-122"/>
              </a:rPr>
              <a:t>17 K</a:t>
            </a:r>
            <a:endParaRPr lang="es-ES_tradnl" sz="1600" kern="0" spc="-75" dirty="0">
              <a:solidFill>
                <a:srgbClr val="1A1A1A"/>
              </a:solidFill>
              <a:latin typeface="Arial Regular" pitchFamily="34" charset="0"/>
              <a:ea typeface="Arial Regular" pitchFamily="34" charset="-122"/>
            </a:endParaRPr>
          </a:p>
        </p:txBody>
      </p:sp>
      <p:sp>
        <p:nvSpPr>
          <p:cNvPr id="31" name="Rectángulo 30">
            <a:extLst>
              <a:ext uri="{FF2B5EF4-FFF2-40B4-BE49-F238E27FC236}">
                <a16:creationId xmlns:a16="http://schemas.microsoft.com/office/drawing/2014/main" id="{3BAB2DAC-66F2-8A5B-705D-2976AE9F91A1}"/>
              </a:ext>
            </a:extLst>
          </p:cNvPr>
          <p:cNvSpPr/>
          <p:nvPr/>
        </p:nvSpPr>
        <p:spPr>
          <a:xfrm>
            <a:off x="10217035" y="4679299"/>
            <a:ext cx="1879529" cy="1320585"/>
          </a:xfrm>
          <a:prstGeom prst="rect">
            <a:avLst/>
          </a:prstGeom>
          <a:solidFill>
            <a:srgbClr val="FFFFFF"/>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457"/>
              </a:lnSpc>
            </a:pPr>
            <a:r>
              <a:rPr lang="es-ES_tradnl" sz="1125" b="1" i="1" kern="0" dirty="0">
                <a:solidFill>
                  <a:srgbClr val="1A1A1A">
                    <a:alpha val="65000"/>
                  </a:srgbClr>
                </a:solidFill>
                <a:latin typeface="Arial Regular" pitchFamily="34" charset="0"/>
                <a:ea typeface="Arial Regular" pitchFamily="34" charset="-122"/>
              </a:rPr>
              <a:t>PLATAFORMAS SATELITES</a:t>
            </a:r>
          </a:p>
          <a:p>
            <a:pP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a:p>
            <a:pPr>
              <a:lnSpc>
                <a:spcPts val="1457"/>
              </a:lnSpc>
            </a:pPr>
            <a:endParaRPr lang="es-ES_tradnl" sz="1125" b="1" i="1" kern="0" dirty="0">
              <a:solidFill>
                <a:srgbClr val="1A1A1A">
                  <a:alpha val="65000"/>
                </a:srgbClr>
              </a:solidFill>
              <a:latin typeface="Arial Regular" pitchFamily="34" charset="0"/>
              <a:ea typeface="Arial Regular" pitchFamily="34" charset="-122"/>
            </a:endParaRPr>
          </a:p>
          <a:p>
            <a:pPr>
              <a:lnSpc>
                <a:spcPts val="1457"/>
              </a:lnSpc>
            </a:pPr>
            <a:r>
              <a:rPr lang="es-ES_tradnl" sz="1125" i="1" kern="0" dirty="0">
                <a:solidFill>
                  <a:srgbClr val="1A1A1A">
                    <a:alpha val="65000"/>
                  </a:srgbClr>
                </a:solidFill>
                <a:latin typeface="Arial Regular" pitchFamily="34" charset="0"/>
                <a:ea typeface="Arial Regular" pitchFamily="34" charset="-122"/>
              </a:rPr>
              <a:t>OKN    </a:t>
            </a:r>
            <a:r>
              <a:rPr lang="es-ES_tradnl" sz="1100" b="1" i="1" kern="0" dirty="0">
                <a:solidFill>
                  <a:srgbClr val="1A1A1A">
                    <a:alpha val="65000"/>
                  </a:srgbClr>
                </a:solidFill>
                <a:latin typeface="Arial Regular" pitchFamily="34" charset="0"/>
                <a:ea typeface="Arial Regular" pitchFamily="34" charset="-122"/>
              </a:rPr>
              <a:t>                      </a:t>
            </a:r>
            <a:r>
              <a:rPr lang="es-ES_tradnl" sz="1200" kern="0" spc="-75" dirty="0">
                <a:solidFill>
                  <a:srgbClr val="1A1A1A"/>
                </a:solidFill>
                <a:latin typeface="Arial Regular" pitchFamily="34" charset="0"/>
                <a:ea typeface="Arial Regular" pitchFamily="34" charset="-122"/>
              </a:rPr>
              <a:t>17 K</a:t>
            </a:r>
            <a:endParaRPr lang="es-ES_tradnl" sz="1600" kern="0" spc="-75" dirty="0">
              <a:solidFill>
                <a:srgbClr val="1A1A1A"/>
              </a:solidFill>
              <a:latin typeface="Arial Regular" pitchFamily="34" charset="0"/>
              <a:ea typeface="Arial Regular" pitchFamily="34" charset="-122"/>
            </a:endParaRPr>
          </a:p>
          <a:p>
            <a:pPr>
              <a:lnSpc>
                <a:spcPts val="1457"/>
              </a:lnSpc>
            </a:pPr>
            <a:r>
              <a:rPr lang="es-ES_tradnl" sz="1125" i="1" kern="0" dirty="0">
                <a:solidFill>
                  <a:srgbClr val="1A1A1A">
                    <a:alpha val="65000"/>
                  </a:srgbClr>
                </a:solidFill>
                <a:latin typeface="Arial Regular" pitchFamily="34" charset="0"/>
                <a:ea typeface="Arial Regular" pitchFamily="34" charset="-122"/>
              </a:rPr>
              <a:t>APP Onboarding      </a:t>
            </a:r>
            <a:r>
              <a:rPr lang="es-ES_tradnl" sz="1200" kern="0" spc="-75" dirty="0">
                <a:solidFill>
                  <a:srgbClr val="1A1A1A"/>
                </a:solidFill>
                <a:latin typeface="Arial Regular" pitchFamily="34" charset="0"/>
                <a:ea typeface="Arial Regular" pitchFamily="34" charset="-122"/>
              </a:rPr>
              <a:t>10 K</a:t>
            </a:r>
          </a:p>
          <a:p>
            <a:pPr>
              <a:lnSpc>
                <a:spcPts val="1457"/>
              </a:lnSpc>
            </a:pPr>
            <a:r>
              <a:rPr lang="es-ES_tradnl" sz="1125" i="1" kern="0" dirty="0" err="1">
                <a:solidFill>
                  <a:srgbClr val="1A1A1A">
                    <a:alpha val="65000"/>
                  </a:srgbClr>
                </a:solidFill>
                <a:latin typeface="Arial Regular" pitchFamily="34" charset="0"/>
                <a:ea typeface="Arial Regular" pitchFamily="34" charset="-122"/>
              </a:rPr>
              <a:t>Talent</a:t>
            </a:r>
            <a:r>
              <a:rPr lang="es-ES_tradnl" sz="1125" i="1" kern="0" dirty="0">
                <a:solidFill>
                  <a:srgbClr val="1A1A1A">
                    <a:alpha val="65000"/>
                  </a:srgbClr>
                </a:solidFill>
                <a:latin typeface="Arial Regular" pitchFamily="34" charset="0"/>
                <a:ea typeface="Arial Regular" pitchFamily="34" charset="-122"/>
              </a:rPr>
              <a:t> Link</a:t>
            </a:r>
            <a:r>
              <a:rPr lang="es-ES_tradnl" sz="1200" kern="0" spc="-75" dirty="0">
                <a:solidFill>
                  <a:srgbClr val="1A1A1A"/>
                </a:solidFill>
                <a:latin typeface="Arial Regular" pitchFamily="34" charset="0"/>
                <a:ea typeface="Arial Regular" pitchFamily="34" charset="-122"/>
              </a:rPr>
              <a:t>     </a:t>
            </a:r>
            <a:r>
              <a:rPr lang="es-ES_tradnl" sz="1600" kern="0" spc="-75" dirty="0">
                <a:solidFill>
                  <a:srgbClr val="1A1A1A"/>
                </a:solidFill>
                <a:latin typeface="Arial Regular" pitchFamily="34" charset="0"/>
                <a:ea typeface="Arial Regular" pitchFamily="34" charset="-122"/>
              </a:rPr>
              <a:t>         </a:t>
            </a:r>
            <a:r>
              <a:rPr lang="es-ES_tradnl" sz="1200" kern="0" spc="-75" dirty="0">
                <a:solidFill>
                  <a:srgbClr val="1A1A1A"/>
                </a:solidFill>
                <a:latin typeface="Arial Regular" pitchFamily="34" charset="0"/>
                <a:ea typeface="Arial Regular" pitchFamily="34" charset="-122"/>
              </a:rPr>
              <a:t>17 K</a:t>
            </a:r>
            <a:endParaRPr lang="es-ES_tradnl" sz="1600" kern="0" spc="-75" dirty="0">
              <a:solidFill>
                <a:srgbClr val="1A1A1A"/>
              </a:solidFill>
              <a:latin typeface="Arial Regular" pitchFamily="34" charset="0"/>
              <a:ea typeface="Arial Regular" pitchFamily="34" charset="-122"/>
            </a:endParaRPr>
          </a:p>
        </p:txBody>
      </p:sp>
      <p:sp>
        <p:nvSpPr>
          <p:cNvPr id="32" name="name_907K">
            <a:extLst>
              <a:ext uri="{FF2B5EF4-FFF2-40B4-BE49-F238E27FC236}">
                <a16:creationId xmlns:a16="http://schemas.microsoft.com/office/drawing/2014/main" id="{AF0936F8-E68D-E303-E11E-F814484990ED}"/>
              </a:ext>
            </a:extLst>
          </p:cNvPr>
          <p:cNvSpPr/>
          <p:nvPr/>
        </p:nvSpPr>
        <p:spPr>
          <a:xfrm>
            <a:off x="3459618" y="4742113"/>
            <a:ext cx="839310" cy="457200"/>
          </a:xfrm>
          <a:prstGeom prst="rect">
            <a:avLst/>
          </a:prstGeom>
          <a:noFill/>
          <a:ln/>
        </p:spPr>
        <p:txBody>
          <a:bodyPr wrap="square" lIns="0" tIns="0" rIns="0" bIns="0" rtlCol="0" anchor="ctr"/>
          <a:lstStyle/>
          <a:p>
            <a:pPr>
              <a:lnSpc>
                <a:spcPts val="3600"/>
              </a:lnSpc>
            </a:pPr>
            <a:r>
              <a:rPr lang="en-US" kern="0" spc="-75" dirty="0">
                <a:solidFill>
                  <a:srgbClr val="1A1A1A"/>
                </a:solidFill>
                <a:latin typeface="Arial Regular" pitchFamily="34" charset="0"/>
                <a:ea typeface="Arial Regular" pitchFamily="34" charset="-122"/>
                <a:cs typeface="Arial Regular" pitchFamily="34" charset="-120"/>
              </a:rPr>
              <a:t>  </a:t>
            </a:r>
            <a:r>
              <a:rPr lang="en-US" sz="2400" kern="0" spc="-75" dirty="0">
                <a:solidFill>
                  <a:srgbClr val="1A1A1A"/>
                </a:solidFill>
                <a:latin typeface="Arial Regular" pitchFamily="34" charset="0"/>
                <a:ea typeface="Arial Regular" pitchFamily="34" charset="-122"/>
                <a:cs typeface="Arial Regular" pitchFamily="34" charset="-120"/>
              </a:rPr>
              <a:t>44 K</a:t>
            </a:r>
            <a:endParaRPr lang="en-US" kern="0" spc="-75" dirty="0">
              <a:solidFill>
                <a:srgbClr val="1A1A1A"/>
              </a:solidFill>
              <a:latin typeface="Arial Regular" pitchFamily="34" charset="0"/>
              <a:ea typeface="Arial Regular" pitchFamily="34" charset="-122"/>
              <a:cs typeface="Arial Regular" pitchFamily="34" charset="-120"/>
            </a:endParaRPr>
          </a:p>
        </p:txBody>
      </p:sp>
      <p:sp>
        <p:nvSpPr>
          <p:cNvPr id="36" name="name_907K">
            <a:extLst>
              <a:ext uri="{FF2B5EF4-FFF2-40B4-BE49-F238E27FC236}">
                <a16:creationId xmlns:a16="http://schemas.microsoft.com/office/drawing/2014/main" id="{0B099177-9A53-A3C2-FBC9-72D557399425}"/>
              </a:ext>
            </a:extLst>
          </p:cNvPr>
          <p:cNvSpPr/>
          <p:nvPr/>
        </p:nvSpPr>
        <p:spPr>
          <a:xfrm>
            <a:off x="7455246" y="4737510"/>
            <a:ext cx="839310" cy="457200"/>
          </a:xfrm>
          <a:prstGeom prst="rect">
            <a:avLst/>
          </a:prstGeom>
          <a:noFill/>
          <a:ln/>
        </p:spPr>
        <p:txBody>
          <a:bodyPr wrap="square" lIns="0" tIns="0" rIns="0" bIns="0" rtlCol="0" anchor="ctr"/>
          <a:lstStyle/>
          <a:p>
            <a:pPr>
              <a:lnSpc>
                <a:spcPts val="3600"/>
              </a:lnSpc>
            </a:pPr>
            <a:r>
              <a:rPr lang="en-US" kern="0" spc="-75" dirty="0">
                <a:solidFill>
                  <a:srgbClr val="1A1A1A"/>
                </a:solidFill>
                <a:latin typeface="Arial Regular" pitchFamily="34" charset="0"/>
                <a:ea typeface="Arial Regular" pitchFamily="34" charset="-122"/>
                <a:cs typeface="Arial Regular" pitchFamily="34" charset="-120"/>
              </a:rPr>
              <a:t>  </a:t>
            </a:r>
            <a:r>
              <a:rPr lang="en-US" sz="2400" kern="0" spc="-75" dirty="0">
                <a:solidFill>
                  <a:srgbClr val="1A1A1A"/>
                </a:solidFill>
                <a:latin typeface="Arial Regular" pitchFamily="34" charset="0"/>
                <a:ea typeface="Arial Regular" pitchFamily="34" charset="-122"/>
                <a:cs typeface="Arial Regular" pitchFamily="34" charset="-120"/>
              </a:rPr>
              <a:t>44 K</a:t>
            </a:r>
            <a:endParaRPr lang="en-US" kern="0" spc="-75" dirty="0">
              <a:solidFill>
                <a:srgbClr val="1A1A1A"/>
              </a:solidFill>
              <a:latin typeface="Arial Regular" pitchFamily="34" charset="0"/>
              <a:ea typeface="Arial Regular" pitchFamily="34" charset="-122"/>
              <a:cs typeface="Arial Regular" pitchFamily="34" charset="-120"/>
            </a:endParaRPr>
          </a:p>
        </p:txBody>
      </p:sp>
      <p:sp>
        <p:nvSpPr>
          <p:cNvPr id="37" name="name_907K">
            <a:extLst>
              <a:ext uri="{FF2B5EF4-FFF2-40B4-BE49-F238E27FC236}">
                <a16:creationId xmlns:a16="http://schemas.microsoft.com/office/drawing/2014/main" id="{A1254100-0768-5F95-3AD9-6154E4996DBB}"/>
              </a:ext>
            </a:extLst>
          </p:cNvPr>
          <p:cNvSpPr/>
          <p:nvPr/>
        </p:nvSpPr>
        <p:spPr>
          <a:xfrm>
            <a:off x="11302267" y="4737510"/>
            <a:ext cx="839310" cy="457200"/>
          </a:xfrm>
          <a:prstGeom prst="rect">
            <a:avLst/>
          </a:prstGeom>
          <a:noFill/>
          <a:ln/>
        </p:spPr>
        <p:txBody>
          <a:bodyPr wrap="square" lIns="0" tIns="0" rIns="0" bIns="0" rtlCol="0" anchor="ctr"/>
          <a:lstStyle/>
          <a:p>
            <a:pPr>
              <a:lnSpc>
                <a:spcPts val="3600"/>
              </a:lnSpc>
            </a:pPr>
            <a:r>
              <a:rPr lang="en-US" kern="0" spc="-75" dirty="0">
                <a:solidFill>
                  <a:srgbClr val="1A1A1A"/>
                </a:solidFill>
                <a:latin typeface="Arial Regular" pitchFamily="34" charset="0"/>
                <a:ea typeface="Arial Regular" pitchFamily="34" charset="-122"/>
                <a:cs typeface="Arial Regular" pitchFamily="34" charset="-120"/>
              </a:rPr>
              <a:t>  </a:t>
            </a:r>
            <a:r>
              <a:rPr lang="en-US" sz="2400" kern="0" spc="-75" dirty="0">
                <a:solidFill>
                  <a:srgbClr val="1A1A1A"/>
                </a:solidFill>
                <a:latin typeface="Arial Regular" pitchFamily="34" charset="0"/>
                <a:ea typeface="Arial Regular" pitchFamily="34" charset="-122"/>
                <a:cs typeface="Arial Regular" pitchFamily="34" charset="-120"/>
              </a:rPr>
              <a:t>44 K</a:t>
            </a:r>
            <a:endParaRPr lang="en-US" kern="0" spc="-75" dirty="0">
              <a:solidFill>
                <a:srgbClr val="1A1A1A"/>
              </a:solidFill>
              <a:latin typeface="Arial Regular" pitchFamily="34" charset="0"/>
              <a:ea typeface="Arial Regular" pitchFamily="34" charset="-122"/>
              <a:cs typeface="Arial Regular" pitchFamily="34" charset="-120"/>
            </a:endParaRPr>
          </a:p>
        </p:txBody>
      </p:sp>
      <p:cxnSp>
        <p:nvCxnSpPr>
          <p:cNvPr id="17" name="Conector recto 16">
            <a:extLst>
              <a:ext uri="{FF2B5EF4-FFF2-40B4-BE49-F238E27FC236}">
                <a16:creationId xmlns:a16="http://schemas.microsoft.com/office/drawing/2014/main" id="{54102BFD-1A09-C695-32A0-AAE5F9BD0322}"/>
              </a:ext>
            </a:extLst>
          </p:cNvPr>
          <p:cNvCxnSpPr>
            <a:cxnSpLocks/>
          </p:cNvCxnSpPr>
          <p:nvPr/>
        </p:nvCxnSpPr>
        <p:spPr>
          <a:xfrm flipV="1">
            <a:off x="2731421" y="2748884"/>
            <a:ext cx="935100" cy="2399"/>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5" name="Conector recto 64">
            <a:extLst>
              <a:ext uri="{FF2B5EF4-FFF2-40B4-BE49-F238E27FC236}">
                <a16:creationId xmlns:a16="http://schemas.microsoft.com/office/drawing/2014/main" id="{951F109E-ACCB-000A-340B-5382B0855349}"/>
              </a:ext>
            </a:extLst>
          </p:cNvPr>
          <p:cNvCxnSpPr>
            <a:cxnSpLocks/>
          </p:cNvCxnSpPr>
          <p:nvPr/>
        </p:nvCxnSpPr>
        <p:spPr>
          <a:xfrm flipV="1">
            <a:off x="2673168" y="4321808"/>
            <a:ext cx="935100" cy="2399"/>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6" name="Conector recto 65">
            <a:extLst>
              <a:ext uri="{FF2B5EF4-FFF2-40B4-BE49-F238E27FC236}">
                <a16:creationId xmlns:a16="http://schemas.microsoft.com/office/drawing/2014/main" id="{2A7E2C8C-7F06-2999-BA6E-58CD7020FE77}"/>
              </a:ext>
            </a:extLst>
          </p:cNvPr>
          <p:cNvCxnSpPr>
            <a:cxnSpLocks/>
          </p:cNvCxnSpPr>
          <p:nvPr/>
        </p:nvCxnSpPr>
        <p:spPr>
          <a:xfrm>
            <a:off x="3502092" y="5036271"/>
            <a:ext cx="672169"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0" name="Conector recto 79">
            <a:extLst>
              <a:ext uri="{FF2B5EF4-FFF2-40B4-BE49-F238E27FC236}">
                <a16:creationId xmlns:a16="http://schemas.microsoft.com/office/drawing/2014/main" id="{C8BB644A-D880-45A9-8EEC-7417F671B024}"/>
              </a:ext>
            </a:extLst>
          </p:cNvPr>
          <p:cNvCxnSpPr>
            <a:cxnSpLocks/>
          </p:cNvCxnSpPr>
          <p:nvPr/>
        </p:nvCxnSpPr>
        <p:spPr>
          <a:xfrm flipV="1">
            <a:off x="6739920" y="4365090"/>
            <a:ext cx="935100" cy="2399"/>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1" name="Conector recto 80">
            <a:extLst>
              <a:ext uri="{FF2B5EF4-FFF2-40B4-BE49-F238E27FC236}">
                <a16:creationId xmlns:a16="http://schemas.microsoft.com/office/drawing/2014/main" id="{388F74DB-E02C-53DE-7B67-415B7B59AC4C}"/>
              </a:ext>
            </a:extLst>
          </p:cNvPr>
          <p:cNvCxnSpPr>
            <a:cxnSpLocks/>
          </p:cNvCxnSpPr>
          <p:nvPr/>
        </p:nvCxnSpPr>
        <p:spPr>
          <a:xfrm flipV="1">
            <a:off x="6764632" y="3097438"/>
            <a:ext cx="935100" cy="2399"/>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2" name="Conector recto 81">
            <a:extLst>
              <a:ext uri="{FF2B5EF4-FFF2-40B4-BE49-F238E27FC236}">
                <a16:creationId xmlns:a16="http://schemas.microsoft.com/office/drawing/2014/main" id="{0CFF5B75-8708-2A69-19F3-2CB947126030}"/>
              </a:ext>
            </a:extLst>
          </p:cNvPr>
          <p:cNvCxnSpPr>
            <a:cxnSpLocks/>
          </p:cNvCxnSpPr>
          <p:nvPr/>
        </p:nvCxnSpPr>
        <p:spPr>
          <a:xfrm flipV="1">
            <a:off x="10625239" y="3084557"/>
            <a:ext cx="935100" cy="2399"/>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3" name="Conector recto 82">
            <a:extLst>
              <a:ext uri="{FF2B5EF4-FFF2-40B4-BE49-F238E27FC236}">
                <a16:creationId xmlns:a16="http://schemas.microsoft.com/office/drawing/2014/main" id="{4BFF493D-6A91-4F59-1599-18A34B9B6737}"/>
              </a:ext>
            </a:extLst>
          </p:cNvPr>
          <p:cNvCxnSpPr>
            <a:cxnSpLocks/>
          </p:cNvCxnSpPr>
          <p:nvPr/>
        </p:nvCxnSpPr>
        <p:spPr>
          <a:xfrm flipV="1">
            <a:off x="10625239" y="4302282"/>
            <a:ext cx="935100" cy="2399"/>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4" name="Conector recto 83">
            <a:extLst>
              <a:ext uri="{FF2B5EF4-FFF2-40B4-BE49-F238E27FC236}">
                <a16:creationId xmlns:a16="http://schemas.microsoft.com/office/drawing/2014/main" id="{5C0C01AA-7D2B-57E5-435F-58859B388261}"/>
              </a:ext>
            </a:extLst>
          </p:cNvPr>
          <p:cNvCxnSpPr>
            <a:cxnSpLocks/>
          </p:cNvCxnSpPr>
          <p:nvPr/>
        </p:nvCxnSpPr>
        <p:spPr>
          <a:xfrm>
            <a:off x="7529821" y="4966331"/>
            <a:ext cx="672169"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5" name="Conector recto 84">
            <a:extLst>
              <a:ext uri="{FF2B5EF4-FFF2-40B4-BE49-F238E27FC236}">
                <a16:creationId xmlns:a16="http://schemas.microsoft.com/office/drawing/2014/main" id="{E63C952B-2758-C0C2-FEBB-FA65B435D7E6}"/>
              </a:ext>
            </a:extLst>
          </p:cNvPr>
          <p:cNvCxnSpPr>
            <a:cxnSpLocks/>
          </p:cNvCxnSpPr>
          <p:nvPr/>
        </p:nvCxnSpPr>
        <p:spPr>
          <a:xfrm>
            <a:off x="11336018" y="4966110"/>
            <a:ext cx="672169"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66144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8FCCD-A4F3-7C03-622C-727F425A72CD}"/>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A45FF86A-CB07-1510-19FC-A05FFE29F6C5}"/>
              </a:ext>
            </a:extLst>
          </p:cNvPr>
          <p:cNvSpPr>
            <a:spLocks noGrp="1"/>
          </p:cNvSpPr>
          <p:nvPr>
            <p:ph type="body" sz="quarter" idx="10"/>
          </p:nvPr>
        </p:nvSpPr>
        <p:spPr>
          <a:xfrm>
            <a:off x="84080" y="184382"/>
            <a:ext cx="11669556" cy="806971"/>
          </a:xfrm>
        </p:spPr>
        <p:txBody>
          <a:bodyPr>
            <a:noAutofit/>
          </a:bodyPr>
          <a:lstStyle/>
          <a:p>
            <a:pPr>
              <a:lnSpc>
                <a:spcPts val="4798"/>
              </a:lnSpc>
            </a:pPr>
            <a:r>
              <a:rPr lang="es-ES" sz="3200" kern="0" spc="-100">
                <a:latin typeface="Arial Regular" pitchFamily="34" charset="0"/>
                <a:ea typeface="Arial Regular" pitchFamily="34" charset="-122"/>
                <a:cs typeface="Arial Regular" pitchFamily="34" charset="-120"/>
              </a:rPr>
              <a:t>Conclusiones – Recomendación de solución HCM</a:t>
            </a:r>
            <a:endParaRPr lang="en-US" sz="3200" spc="-100"/>
          </a:p>
        </p:txBody>
      </p:sp>
      <p:sp>
        <p:nvSpPr>
          <p:cNvPr id="3" name="Marcador de texto 2">
            <a:extLst>
              <a:ext uri="{FF2B5EF4-FFF2-40B4-BE49-F238E27FC236}">
                <a16:creationId xmlns:a16="http://schemas.microsoft.com/office/drawing/2014/main" id="{0200DC99-42F2-EB96-D388-C0586D548FB4}"/>
              </a:ext>
            </a:extLst>
          </p:cNvPr>
          <p:cNvSpPr>
            <a:spLocks noGrp="1"/>
          </p:cNvSpPr>
          <p:nvPr>
            <p:ph type="body" sz="quarter" idx="12"/>
          </p:nvPr>
        </p:nvSpPr>
        <p:spPr>
          <a:xfrm>
            <a:off x="84080" y="1092767"/>
            <a:ext cx="12107920" cy="806971"/>
          </a:xfrm>
        </p:spPr>
        <p:txBody>
          <a:bodyPr>
            <a:normAutofit fontScale="92500"/>
          </a:bodyPr>
          <a:lstStyle/>
          <a:p>
            <a:pPr>
              <a:lnSpc>
                <a:spcPts val="1942"/>
              </a:lnSpc>
            </a:pPr>
            <a:r>
              <a:rPr lang="es-ES" sz="1599" kern="0" dirty="0">
                <a:latin typeface="Arial Regular" pitchFamily="34" charset="0"/>
                <a:ea typeface="Arial Regular" pitchFamily="34" charset="-122"/>
                <a:cs typeface="Arial Regular" pitchFamily="34" charset="-120"/>
              </a:rPr>
              <a:t>Tras el análisis comparativo de las tres soluciones presentadas en la RFI (Oracle Cloud HCM, Workday HCM y SAP </a:t>
            </a:r>
            <a:r>
              <a:rPr lang="es-ES" sz="1599" kern="0" dirty="0" err="1">
                <a:latin typeface="Arial Regular" pitchFamily="34" charset="0"/>
                <a:ea typeface="Arial Regular" pitchFamily="34" charset="-122"/>
                <a:cs typeface="Arial Regular" pitchFamily="34" charset="-120"/>
              </a:rPr>
              <a:t>SuccessFactors</a:t>
            </a:r>
            <a:r>
              <a:rPr lang="es-ES" sz="1599" kern="0" dirty="0">
                <a:latin typeface="Arial Regular" pitchFamily="34" charset="0"/>
                <a:ea typeface="Arial Regular" pitchFamily="34" charset="-122"/>
                <a:cs typeface="Arial Regular" pitchFamily="34" charset="-120"/>
              </a:rPr>
              <a:t>), se concluye que la </a:t>
            </a:r>
            <a:r>
              <a:rPr lang="es-ES" sz="1599" b="1" kern="0" dirty="0">
                <a:solidFill>
                  <a:srgbClr val="C00000"/>
                </a:solidFill>
                <a:latin typeface="Arial Regular" pitchFamily="34" charset="0"/>
                <a:ea typeface="Arial Regular" pitchFamily="34" charset="-122"/>
                <a:cs typeface="Arial Regular" pitchFamily="34" charset="-120"/>
              </a:rPr>
              <a:t>opción más adecuada para Línea Directa Aseguradora </a:t>
            </a:r>
            <a:r>
              <a:rPr lang="es-ES" sz="1599" kern="0" dirty="0">
                <a:latin typeface="Arial Regular" pitchFamily="34" charset="0"/>
                <a:ea typeface="Arial Regular" pitchFamily="34" charset="-122"/>
                <a:cs typeface="Arial Regular" pitchFamily="34" charset="-120"/>
              </a:rPr>
              <a:t>es </a:t>
            </a:r>
            <a:r>
              <a:rPr lang="es-ES" sz="1599" b="1" kern="0" dirty="0">
                <a:solidFill>
                  <a:srgbClr val="C00000"/>
                </a:solidFill>
                <a:latin typeface="Arial Regular" pitchFamily="34" charset="0"/>
                <a:ea typeface="Arial Regular" pitchFamily="34" charset="-122"/>
                <a:cs typeface="Arial Regular" pitchFamily="34" charset="-120"/>
              </a:rPr>
              <a:t>Oracle Cloud HCM </a:t>
            </a:r>
            <a:r>
              <a:rPr lang="es-ES" sz="1599" kern="0" dirty="0">
                <a:latin typeface="Arial Regular" pitchFamily="34" charset="0"/>
                <a:ea typeface="Arial Regular" pitchFamily="34" charset="-122"/>
                <a:cs typeface="Arial Regular" pitchFamily="34" charset="-120"/>
              </a:rPr>
              <a:t>por los siguientes motivos:</a:t>
            </a:r>
          </a:p>
          <a:p>
            <a:pPr>
              <a:lnSpc>
                <a:spcPts val="1942"/>
              </a:lnSpc>
            </a:pPr>
            <a:endParaRPr lang="es-ES" sz="1599" kern="0" dirty="0">
              <a:latin typeface="Arial Regular" pitchFamily="34" charset="0"/>
              <a:ea typeface="Arial Regular" pitchFamily="34" charset="-122"/>
              <a:cs typeface="Arial Regular" pitchFamily="34" charset="-120"/>
            </a:endParaRPr>
          </a:p>
          <a:p>
            <a:pPr>
              <a:lnSpc>
                <a:spcPts val="1942"/>
              </a:lnSpc>
            </a:pPr>
            <a:endParaRPr lang="es-ES" sz="1599" kern="0" dirty="0">
              <a:latin typeface="Arial Regular" pitchFamily="34" charset="0"/>
              <a:ea typeface="Arial Regular" pitchFamily="34" charset="-122"/>
              <a:cs typeface="Arial Regular" pitchFamily="34" charset="-120"/>
            </a:endParaRPr>
          </a:p>
          <a:p>
            <a:pPr>
              <a:lnSpc>
                <a:spcPts val="1942"/>
              </a:lnSpc>
            </a:pPr>
            <a:endParaRPr lang="en-US" sz="1599" dirty="0"/>
          </a:p>
        </p:txBody>
      </p:sp>
      <p:sp>
        <p:nvSpPr>
          <p:cNvPr id="5" name="Marcador de texto 4">
            <a:extLst>
              <a:ext uri="{FF2B5EF4-FFF2-40B4-BE49-F238E27FC236}">
                <a16:creationId xmlns:a16="http://schemas.microsoft.com/office/drawing/2014/main" id="{0D241C92-2C3E-F688-B441-E1095F9605FD}"/>
              </a:ext>
            </a:extLst>
          </p:cNvPr>
          <p:cNvSpPr>
            <a:spLocks noGrp="1"/>
          </p:cNvSpPr>
          <p:nvPr>
            <p:ph type="body" sz="quarter" idx="13"/>
          </p:nvPr>
        </p:nvSpPr>
        <p:spPr/>
        <p:txBody>
          <a:bodyPr/>
          <a:lstStyle/>
          <a:p>
            <a:r>
              <a:rPr lang="es-ES" spc="-67"/>
              <a:t>Conclusiones Defensas RFI Proyecto HCM</a:t>
            </a:r>
          </a:p>
        </p:txBody>
      </p:sp>
      <p:sp>
        <p:nvSpPr>
          <p:cNvPr id="6" name="CuadroTexto 5">
            <a:extLst>
              <a:ext uri="{FF2B5EF4-FFF2-40B4-BE49-F238E27FC236}">
                <a16:creationId xmlns:a16="http://schemas.microsoft.com/office/drawing/2014/main" id="{D3BED841-5F35-7B91-B185-9F55F612E7C7}"/>
              </a:ext>
            </a:extLst>
          </p:cNvPr>
          <p:cNvSpPr txBox="1"/>
          <p:nvPr/>
        </p:nvSpPr>
        <p:spPr>
          <a:xfrm>
            <a:off x="1181525" y="2001153"/>
            <a:ext cx="2784297" cy="1785104"/>
          </a:xfrm>
          <a:prstGeom prst="rect">
            <a:avLst/>
          </a:prstGeom>
          <a:noFill/>
        </p:spPr>
        <p:txBody>
          <a:bodyPr wrap="square" rtlCol="0">
            <a:spAutoFit/>
          </a:bodyPr>
          <a:lstStyle/>
          <a:p>
            <a:pPr algn="just"/>
            <a:r>
              <a:rPr lang="es-ES" sz="1100" b="1" kern="0" dirty="0">
                <a:solidFill>
                  <a:schemeClr val="tx1">
                    <a:lumMod val="50000"/>
                    <a:lumOff val="50000"/>
                  </a:schemeClr>
                </a:solidFill>
                <a:latin typeface="Arial Regular" pitchFamily="34" charset="0"/>
                <a:ea typeface="Arial Regular" pitchFamily="34" charset="-122"/>
              </a:rPr>
              <a:t>Continuidad funcional y menor riesgo de transición</a:t>
            </a:r>
          </a:p>
          <a:p>
            <a:pPr algn="just"/>
            <a:endParaRPr lang="es-ES" sz="1100" kern="0" dirty="0">
              <a:solidFill>
                <a:schemeClr val="tx1">
                  <a:lumMod val="50000"/>
                  <a:lumOff val="50000"/>
                </a:schemeClr>
              </a:solidFill>
              <a:latin typeface="Arial Regular" pitchFamily="34" charset="0"/>
              <a:ea typeface="Arial Regular" pitchFamily="34" charset="-122"/>
            </a:endParaRPr>
          </a:p>
          <a:p>
            <a:pPr algn="just"/>
            <a:r>
              <a:rPr lang="es-ES" sz="1100" kern="0" dirty="0">
                <a:solidFill>
                  <a:schemeClr val="tx1">
                    <a:lumMod val="50000"/>
                    <a:lumOff val="50000"/>
                  </a:schemeClr>
                </a:solidFill>
                <a:latin typeface="Arial Regular" pitchFamily="34" charset="0"/>
                <a:ea typeface="Arial Regular" pitchFamily="34" charset="-122"/>
              </a:rPr>
              <a:t>Oracle Cloud HCM representa la evolución natural de nuestro sistema actual (PeopleSoft), lo que facilita la migración, reduce la curva de aprendizaje y garantiza la coherencia de datos y estructuras ya consolidadas en la organización.</a:t>
            </a:r>
          </a:p>
        </p:txBody>
      </p:sp>
      <p:sp>
        <p:nvSpPr>
          <p:cNvPr id="7" name="CuadroTexto 6">
            <a:extLst>
              <a:ext uri="{FF2B5EF4-FFF2-40B4-BE49-F238E27FC236}">
                <a16:creationId xmlns:a16="http://schemas.microsoft.com/office/drawing/2014/main" id="{FD0187C4-5F24-C432-EE01-26A2085D7AA3}"/>
              </a:ext>
            </a:extLst>
          </p:cNvPr>
          <p:cNvSpPr txBox="1"/>
          <p:nvPr/>
        </p:nvSpPr>
        <p:spPr>
          <a:xfrm>
            <a:off x="4703849" y="2001153"/>
            <a:ext cx="2784297" cy="2292935"/>
          </a:xfrm>
          <a:prstGeom prst="rect">
            <a:avLst/>
          </a:prstGeom>
          <a:noFill/>
        </p:spPr>
        <p:txBody>
          <a:bodyPr wrap="square" rtlCol="0">
            <a:spAutoFit/>
          </a:bodyPr>
          <a:lstStyle/>
          <a:p>
            <a:pPr algn="just"/>
            <a:r>
              <a:rPr lang="es-ES" sz="1100" b="1" kern="0" dirty="0">
                <a:solidFill>
                  <a:schemeClr val="tx1">
                    <a:lumMod val="50000"/>
                    <a:lumOff val="50000"/>
                  </a:schemeClr>
                </a:solidFill>
                <a:latin typeface="Arial Regular" pitchFamily="34" charset="0"/>
                <a:ea typeface="Arial Regular" pitchFamily="34" charset="-122"/>
              </a:rPr>
              <a:t>Cobertura funcional completa y madura</a:t>
            </a:r>
          </a:p>
          <a:p>
            <a:pPr algn="just"/>
            <a:endParaRPr lang="es-ES" sz="1100" b="1" kern="0" dirty="0">
              <a:solidFill>
                <a:schemeClr val="tx1">
                  <a:lumMod val="50000"/>
                  <a:lumOff val="50000"/>
                </a:schemeClr>
              </a:solidFill>
              <a:latin typeface="Arial Regular" pitchFamily="34" charset="0"/>
              <a:ea typeface="Arial Regular" pitchFamily="34" charset="-122"/>
            </a:endParaRPr>
          </a:p>
          <a:p>
            <a:pPr algn="just"/>
            <a:r>
              <a:rPr lang="es-ES" sz="1100" kern="0" dirty="0">
                <a:solidFill>
                  <a:schemeClr val="tx1">
                    <a:lumMod val="50000"/>
                    <a:lumOff val="50000"/>
                  </a:schemeClr>
                </a:solidFill>
                <a:latin typeface="Arial Regular" pitchFamily="34" charset="0"/>
                <a:ea typeface="Arial Regular" pitchFamily="34" charset="-122"/>
              </a:rPr>
              <a:t>Es la única solución que cubre casi el 100 % de los módulos requeridos sin depender de extensiones externas. Todos los procesos clave (Core HR, Talento, Compensación, Desempeño, Formación, Tiempo, Salud laboral, Analítica y más) están consolidados, con mejores prácticas integradas y una suite robusta y testada en sectores regulados como el nuestro.</a:t>
            </a:r>
          </a:p>
        </p:txBody>
      </p:sp>
      <p:sp>
        <p:nvSpPr>
          <p:cNvPr id="8" name="CuadroTexto 7">
            <a:extLst>
              <a:ext uri="{FF2B5EF4-FFF2-40B4-BE49-F238E27FC236}">
                <a16:creationId xmlns:a16="http://schemas.microsoft.com/office/drawing/2014/main" id="{BCA70305-CE7C-366D-79F2-9EB1C4D86229}"/>
              </a:ext>
            </a:extLst>
          </p:cNvPr>
          <p:cNvSpPr txBox="1"/>
          <p:nvPr/>
        </p:nvSpPr>
        <p:spPr>
          <a:xfrm>
            <a:off x="8226178" y="2001152"/>
            <a:ext cx="2784297" cy="2123658"/>
          </a:xfrm>
          <a:prstGeom prst="rect">
            <a:avLst/>
          </a:prstGeom>
          <a:noFill/>
        </p:spPr>
        <p:txBody>
          <a:bodyPr wrap="square" rtlCol="0">
            <a:spAutoFit/>
          </a:bodyPr>
          <a:lstStyle/>
          <a:p>
            <a:pPr algn="just"/>
            <a:r>
              <a:rPr lang="es-ES" sz="1100" b="1" kern="0" dirty="0">
                <a:solidFill>
                  <a:schemeClr val="tx1">
                    <a:lumMod val="50000"/>
                    <a:lumOff val="50000"/>
                  </a:schemeClr>
                </a:solidFill>
                <a:latin typeface="Arial Regular" pitchFamily="34" charset="0"/>
                <a:ea typeface="Arial Regular" pitchFamily="34" charset="-122"/>
              </a:rPr>
              <a:t> Implantación escalonada y control de costes</a:t>
            </a:r>
          </a:p>
          <a:p>
            <a:pPr algn="just"/>
            <a:endParaRPr lang="es-ES" sz="1100" b="1" kern="0" dirty="0">
              <a:solidFill>
                <a:schemeClr val="tx1">
                  <a:lumMod val="50000"/>
                  <a:lumOff val="50000"/>
                </a:schemeClr>
              </a:solidFill>
              <a:latin typeface="Arial Regular" pitchFamily="34" charset="0"/>
              <a:ea typeface="Arial Regular" pitchFamily="34" charset="-122"/>
            </a:endParaRPr>
          </a:p>
          <a:p>
            <a:pPr algn="just"/>
            <a:r>
              <a:rPr lang="es-ES" sz="1100" kern="0" dirty="0">
                <a:solidFill>
                  <a:schemeClr val="tx1">
                    <a:lumMod val="50000"/>
                    <a:lumOff val="50000"/>
                  </a:schemeClr>
                </a:solidFill>
                <a:latin typeface="Arial Regular" pitchFamily="34" charset="0"/>
                <a:ea typeface="Arial Regular" pitchFamily="34" charset="-122"/>
              </a:rPr>
              <a:t>Oracle permite una implantación modular real, que nos da flexibilidad para migrar por fases, mantener PeopleSoft parcialmente en paralelo y pagar únicamente por los módulos implantados. </a:t>
            </a:r>
          </a:p>
          <a:p>
            <a:pPr algn="just"/>
            <a:endParaRPr lang="es-ES" sz="1100" kern="0" dirty="0">
              <a:solidFill>
                <a:schemeClr val="tx1">
                  <a:lumMod val="50000"/>
                  <a:lumOff val="50000"/>
                </a:schemeClr>
              </a:solidFill>
              <a:latin typeface="Arial Regular" pitchFamily="34" charset="0"/>
              <a:ea typeface="Arial Regular" pitchFamily="34" charset="-122"/>
            </a:endParaRPr>
          </a:p>
          <a:p>
            <a:pPr algn="just"/>
            <a:r>
              <a:rPr lang="es-ES" sz="1100" kern="0" dirty="0">
                <a:solidFill>
                  <a:schemeClr val="tx1">
                    <a:lumMod val="50000"/>
                    <a:lumOff val="50000"/>
                  </a:schemeClr>
                </a:solidFill>
                <a:latin typeface="Arial Regular" pitchFamily="34" charset="0"/>
                <a:ea typeface="Arial Regular" pitchFamily="34" charset="-122"/>
              </a:rPr>
              <a:t>Este modelo es ideal para ajustarnos al presupuesto 2026 sin comprometer el alcance funcional del proyecto.</a:t>
            </a:r>
          </a:p>
        </p:txBody>
      </p:sp>
      <p:sp>
        <p:nvSpPr>
          <p:cNvPr id="9" name="CuadroTexto 8">
            <a:extLst>
              <a:ext uri="{FF2B5EF4-FFF2-40B4-BE49-F238E27FC236}">
                <a16:creationId xmlns:a16="http://schemas.microsoft.com/office/drawing/2014/main" id="{A485113B-EA22-29A7-CF35-500EB2BC73A5}"/>
              </a:ext>
            </a:extLst>
          </p:cNvPr>
          <p:cNvSpPr txBox="1"/>
          <p:nvPr/>
        </p:nvSpPr>
        <p:spPr>
          <a:xfrm>
            <a:off x="1181524" y="4124810"/>
            <a:ext cx="2784297" cy="1615827"/>
          </a:xfrm>
          <a:prstGeom prst="rect">
            <a:avLst/>
          </a:prstGeom>
          <a:noFill/>
        </p:spPr>
        <p:txBody>
          <a:bodyPr wrap="square" rtlCol="0">
            <a:spAutoFit/>
          </a:bodyPr>
          <a:lstStyle/>
          <a:p>
            <a:pPr algn="just"/>
            <a:r>
              <a:rPr lang="es-ES" sz="1100" b="1" kern="0" dirty="0">
                <a:solidFill>
                  <a:schemeClr val="tx1">
                    <a:lumMod val="50000"/>
                    <a:lumOff val="50000"/>
                  </a:schemeClr>
                </a:solidFill>
                <a:latin typeface="Arial Regular" pitchFamily="34" charset="0"/>
                <a:ea typeface="Arial Regular" pitchFamily="34" charset="-122"/>
              </a:rPr>
              <a:t>Herramientas propias de migración y aceleradores de implantación</a:t>
            </a:r>
          </a:p>
          <a:p>
            <a:pPr algn="just"/>
            <a:endParaRPr lang="es-ES" sz="1100" b="1" kern="0" dirty="0">
              <a:solidFill>
                <a:schemeClr val="tx1">
                  <a:lumMod val="50000"/>
                  <a:lumOff val="50000"/>
                </a:schemeClr>
              </a:solidFill>
              <a:latin typeface="Arial Regular" pitchFamily="34" charset="0"/>
              <a:ea typeface="Arial Regular" pitchFamily="34" charset="-122"/>
            </a:endParaRPr>
          </a:p>
          <a:p>
            <a:pPr algn="just"/>
            <a:r>
              <a:rPr lang="es-ES" sz="1100" kern="0" dirty="0">
                <a:solidFill>
                  <a:schemeClr val="tx1">
                    <a:lumMod val="50000"/>
                    <a:lumOff val="50000"/>
                  </a:schemeClr>
                </a:solidFill>
                <a:latin typeface="Arial Regular" pitchFamily="34" charset="0"/>
                <a:ea typeface="Arial Regular" pitchFamily="34" charset="-122"/>
              </a:rPr>
              <a:t>Oracle ofrece herramientas exclusivas como SOAR y el Cloud </a:t>
            </a:r>
            <a:r>
              <a:rPr lang="es-ES" sz="1100" kern="0" dirty="0" err="1">
                <a:solidFill>
                  <a:schemeClr val="tx1">
                    <a:lumMod val="50000"/>
                    <a:lumOff val="50000"/>
                  </a:schemeClr>
                </a:solidFill>
                <a:latin typeface="Arial Regular" pitchFamily="34" charset="0"/>
                <a:ea typeface="Arial Regular" pitchFamily="34" charset="-122"/>
              </a:rPr>
              <a:t>Adoption</a:t>
            </a:r>
            <a:r>
              <a:rPr lang="es-ES" sz="1100" kern="0" dirty="0">
                <a:solidFill>
                  <a:schemeClr val="tx1">
                    <a:lumMod val="50000"/>
                    <a:lumOff val="50000"/>
                  </a:schemeClr>
                </a:solidFill>
                <a:latin typeface="Arial Regular" pitchFamily="34" charset="0"/>
                <a:ea typeface="Arial Regular" pitchFamily="34" charset="-122"/>
              </a:rPr>
              <a:t> </a:t>
            </a:r>
            <a:r>
              <a:rPr lang="es-ES" sz="1100" kern="0" dirty="0" err="1">
                <a:solidFill>
                  <a:schemeClr val="tx1">
                    <a:lumMod val="50000"/>
                    <a:lumOff val="50000"/>
                  </a:schemeClr>
                </a:solidFill>
                <a:latin typeface="Arial Regular" pitchFamily="34" charset="0"/>
                <a:ea typeface="Arial Regular" pitchFamily="34" charset="-122"/>
              </a:rPr>
              <a:t>Toolkit</a:t>
            </a:r>
            <a:r>
              <a:rPr lang="es-ES" sz="1100" kern="0" dirty="0">
                <a:solidFill>
                  <a:schemeClr val="tx1">
                    <a:lumMod val="50000"/>
                    <a:lumOff val="50000"/>
                  </a:schemeClr>
                </a:solidFill>
                <a:latin typeface="Arial Regular" pitchFamily="34" charset="0"/>
                <a:ea typeface="Arial Regular" pitchFamily="34" charset="-122"/>
              </a:rPr>
              <a:t>, que automatizan gran parte del traspaso de datos, configuración y </a:t>
            </a:r>
            <a:r>
              <a:rPr lang="es-ES" sz="1100" kern="0" dirty="0" err="1">
                <a:solidFill>
                  <a:schemeClr val="tx1">
                    <a:lumMod val="50000"/>
                    <a:lumOff val="50000"/>
                  </a:schemeClr>
                </a:solidFill>
                <a:latin typeface="Arial Regular" pitchFamily="34" charset="0"/>
                <a:ea typeface="Arial Regular" pitchFamily="34" charset="-122"/>
              </a:rPr>
              <a:t>testing</a:t>
            </a:r>
            <a:r>
              <a:rPr lang="es-ES" sz="1100" kern="0" dirty="0">
                <a:solidFill>
                  <a:schemeClr val="tx1">
                    <a:lumMod val="50000"/>
                    <a:lumOff val="50000"/>
                  </a:schemeClr>
                </a:solidFill>
                <a:latin typeface="Arial Regular" pitchFamily="34" charset="0"/>
                <a:ea typeface="Arial Regular" pitchFamily="34" charset="-122"/>
              </a:rPr>
              <a:t>, lo que reduce tiempos, riesgos y dependencia de recursos internos.</a:t>
            </a:r>
          </a:p>
        </p:txBody>
      </p:sp>
      <p:sp>
        <p:nvSpPr>
          <p:cNvPr id="10" name="CuadroTexto 9">
            <a:extLst>
              <a:ext uri="{FF2B5EF4-FFF2-40B4-BE49-F238E27FC236}">
                <a16:creationId xmlns:a16="http://schemas.microsoft.com/office/drawing/2014/main" id="{84431893-837D-09CB-E388-3CF1B16E62C9}"/>
              </a:ext>
            </a:extLst>
          </p:cNvPr>
          <p:cNvSpPr txBox="1"/>
          <p:nvPr/>
        </p:nvSpPr>
        <p:spPr>
          <a:xfrm>
            <a:off x="4703849" y="4450978"/>
            <a:ext cx="2784297" cy="1107996"/>
          </a:xfrm>
          <a:prstGeom prst="rect">
            <a:avLst/>
          </a:prstGeom>
          <a:noFill/>
        </p:spPr>
        <p:txBody>
          <a:bodyPr wrap="square" rtlCol="0">
            <a:spAutoFit/>
          </a:bodyPr>
          <a:lstStyle/>
          <a:p>
            <a:pPr algn="just"/>
            <a:r>
              <a:rPr lang="es-ES" sz="1100" b="1" kern="0" dirty="0">
                <a:solidFill>
                  <a:schemeClr val="tx1">
                    <a:lumMod val="50000"/>
                    <a:lumOff val="50000"/>
                  </a:schemeClr>
                </a:solidFill>
                <a:latin typeface="Arial Regular" pitchFamily="34" charset="0"/>
                <a:ea typeface="Arial Regular" pitchFamily="34" charset="-122"/>
              </a:rPr>
              <a:t>IA integrada, analítica potente y ecosistema alineado</a:t>
            </a:r>
          </a:p>
          <a:p>
            <a:pPr algn="just"/>
            <a:endParaRPr lang="es-ES" sz="1100" b="1" kern="0" dirty="0">
              <a:solidFill>
                <a:schemeClr val="tx1">
                  <a:lumMod val="50000"/>
                  <a:lumOff val="50000"/>
                </a:schemeClr>
              </a:solidFill>
              <a:latin typeface="Arial Regular" pitchFamily="34" charset="0"/>
              <a:ea typeface="Arial Regular" pitchFamily="34" charset="-122"/>
            </a:endParaRPr>
          </a:p>
          <a:p>
            <a:pPr algn="just"/>
            <a:r>
              <a:rPr lang="es-ES" sz="1100" kern="0" dirty="0">
                <a:solidFill>
                  <a:schemeClr val="tx1">
                    <a:lumMod val="50000"/>
                    <a:lumOff val="50000"/>
                  </a:schemeClr>
                </a:solidFill>
                <a:latin typeface="Arial Regular" pitchFamily="34" charset="0"/>
                <a:ea typeface="Arial Regular" pitchFamily="34" charset="-122"/>
              </a:rPr>
              <a:t>Oracle Cloud HCM incorpora IA nativa, asistentes digitales y analítica en tiempo real, directamente integradas en la suite.</a:t>
            </a:r>
          </a:p>
        </p:txBody>
      </p:sp>
      <p:sp>
        <p:nvSpPr>
          <p:cNvPr id="11" name="CuadroTexto 10">
            <a:extLst>
              <a:ext uri="{FF2B5EF4-FFF2-40B4-BE49-F238E27FC236}">
                <a16:creationId xmlns:a16="http://schemas.microsoft.com/office/drawing/2014/main" id="{E1D3F4CD-232C-3B9D-DDBC-607C692A6C01}"/>
              </a:ext>
            </a:extLst>
          </p:cNvPr>
          <p:cNvSpPr txBox="1"/>
          <p:nvPr/>
        </p:nvSpPr>
        <p:spPr>
          <a:xfrm>
            <a:off x="8226178" y="4245498"/>
            <a:ext cx="2784297" cy="1785104"/>
          </a:xfrm>
          <a:prstGeom prst="rect">
            <a:avLst/>
          </a:prstGeom>
          <a:noFill/>
        </p:spPr>
        <p:txBody>
          <a:bodyPr wrap="square" rtlCol="0">
            <a:spAutoFit/>
          </a:bodyPr>
          <a:lstStyle/>
          <a:p>
            <a:pPr algn="just"/>
            <a:r>
              <a:rPr lang="es-ES" sz="1100" b="1" kern="0" dirty="0">
                <a:solidFill>
                  <a:schemeClr val="tx1">
                    <a:lumMod val="50000"/>
                    <a:lumOff val="50000"/>
                  </a:schemeClr>
                </a:solidFill>
                <a:latin typeface="Arial Regular" pitchFamily="34" charset="0"/>
                <a:ea typeface="Arial Regular" pitchFamily="34" charset="-122"/>
              </a:rPr>
              <a:t>Sólido respaldo técnico y de mercado</a:t>
            </a:r>
          </a:p>
          <a:p>
            <a:pPr algn="just"/>
            <a:endParaRPr lang="es-ES" sz="1100" b="1" kern="0" dirty="0">
              <a:solidFill>
                <a:schemeClr val="tx1">
                  <a:lumMod val="50000"/>
                  <a:lumOff val="50000"/>
                </a:schemeClr>
              </a:solidFill>
              <a:latin typeface="Arial Regular" pitchFamily="34" charset="0"/>
              <a:ea typeface="Arial Regular" pitchFamily="34" charset="-122"/>
            </a:endParaRPr>
          </a:p>
          <a:p>
            <a:pPr algn="just"/>
            <a:r>
              <a:rPr lang="es-ES" sz="1100" kern="0" dirty="0">
                <a:solidFill>
                  <a:schemeClr val="tx1">
                    <a:lumMod val="50000"/>
                    <a:lumOff val="50000"/>
                  </a:schemeClr>
                </a:solidFill>
                <a:latin typeface="Arial Regular" pitchFamily="34" charset="0"/>
                <a:ea typeface="Arial Regular" pitchFamily="34" charset="-122"/>
              </a:rPr>
              <a:t>Oracle es líder consolidado en el Cuadrante Mágico de Gartner con +2.800 clientes en HCM y una posición destacada en sectores con alta exigencia normativa. Su red de partners especializados en migraciones desde PeopleSoft refuerza aún más la viabilidad del proyecto.</a:t>
            </a:r>
          </a:p>
        </p:txBody>
      </p:sp>
    </p:spTree>
    <p:extLst>
      <p:ext uri="{BB962C8B-B14F-4D97-AF65-F5344CB8AC3E}">
        <p14:creationId xmlns:p14="http://schemas.microsoft.com/office/powerpoint/2010/main" val="38287555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1C5AF-F0B7-0D8B-E341-8C8442C52E83}"/>
            </a:ext>
          </a:extLst>
        </p:cNvPr>
        <p:cNvGrpSpPr/>
        <p:nvPr/>
      </p:nvGrpSpPr>
      <p:grpSpPr>
        <a:xfrm>
          <a:off x="0" y="0"/>
          <a:ext cx="0" cy="0"/>
          <a:chOff x="0" y="0"/>
          <a:chExt cx="0" cy="0"/>
        </a:xfrm>
      </p:grpSpPr>
      <p:sp>
        <p:nvSpPr>
          <p:cNvPr id="57" name="Rectángulo 56">
            <a:extLst>
              <a:ext uri="{FF2B5EF4-FFF2-40B4-BE49-F238E27FC236}">
                <a16:creationId xmlns:a16="http://schemas.microsoft.com/office/drawing/2014/main" id="{2AFA094F-B0CB-0A21-2904-8223D164741F}"/>
              </a:ext>
            </a:extLst>
          </p:cNvPr>
          <p:cNvSpPr/>
          <p:nvPr/>
        </p:nvSpPr>
        <p:spPr>
          <a:xfrm>
            <a:off x="10227864" y="2666773"/>
            <a:ext cx="1576248"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4" name="Rectángulo 53">
            <a:extLst>
              <a:ext uri="{FF2B5EF4-FFF2-40B4-BE49-F238E27FC236}">
                <a16:creationId xmlns:a16="http://schemas.microsoft.com/office/drawing/2014/main" id="{E52A6251-8862-ADD8-EE3B-8439B60A32F0}"/>
              </a:ext>
            </a:extLst>
          </p:cNvPr>
          <p:cNvSpPr/>
          <p:nvPr/>
        </p:nvSpPr>
        <p:spPr>
          <a:xfrm>
            <a:off x="10227864" y="1111777"/>
            <a:ext cx="1576248"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Marcador de texto 1">
            <a:extLst>
              <a:ext uri="{FF2B5EF4-FFF2-40B4-BE49-F238E27FC236}">
                <a16:creationId xmlns:a16="http://schemas.microsoft.com/office/drawing/2014/main" id="{6EAC754A-34FF-BF6A-9090-6A941A1483A3}"/>
              </a:ext>
            </a:extLst>
          </p:cNvPr>
          <p:cNvSpPr>
            <a:spLocks noGrp="1"/>
          </p:cNvSpPr>
          <p:nvPr>
            <p:ph type="body" sz="quarter" idx="10"/>
          </p:nvPr>
        </p:nvSpPr>
        <p:spPr>
          <a:xfrm>
            <a:off x="84080" y="184382"/>
            <a:ext cx="11669556" cy="806971"/>
          </a:xfrm>
        </p:spPr>
        <p:txBody>
          <a:bodyPr>
            <a:noAutofit/>
          </a:bodyPr>
          <a:lstStyle/>
          <a:p>
            <a:pPr>
              <a:lnSpc>
                <a:spcPts val="4798"/>
              </a:lnSpc>
            </a:pPr>
            <a:r>
              <a:rPr lang="es-ES" sz="3200" kern="0" spc="-100" dirty="0">
                <a:latin typeface="Arial Regular" pitchFamily="34" charset="0"/>
                <a:ea typeface="Arial Regular" pitchFamily="34" charset="-122"/>
                <a:cs typeface="Arial Regular" pitchFamily="34" charset="-120"/>
              </a:rPr>
              <a:t>Conclusiones de departamentos del área.</a:t>
            </a:r>
            <a:endParaRPr lang="en-US" sz="3200" kern="0" spc="-100" dirty="0">
              <a:latin typeface="Arial Regular" pitchFamily="34" charset="0"/>
              <a:ea typeface="Arial Regular" pitchFamily="34" charset="-122"/>
              <a:cs typeface="Arial Regular" pitchFamily="34" charset="-120"/>
            </a:endParaRPr>
          </a:p>
        </p:txBody>
      </p:sp>
      <p:sp>
        <p:nvSpPr>
          <p:cNvPr id="5" name="Marcador de texto 4">
            <a:extLst>
              <a:ext uri="{FF2B5EF4-FFF2-40B4-BE49-F238E27FC236}">
                <a16:creationId xmlns:a16="http://schemas.microsoft.com/office/drawing/2014/main" id="{8403F3D8-952E-6D66-88AF-A0F61C3CE200}"/>
              </a:ext>
            </a:extLst>
          </p:cNvPr>
          <p:cNvSpPr>
            <a:spLocks noGrp="1"/>
          </p:cNvSpPr>
          <p:nvPr>
            <p:ph type="body" sz="quarter" idx="13"/>
          </p:nvPr>
        </p:nvSpPr>
        <p:spPr/>
        <p:txBody>
          <a:bodyPr/>
          <a:lstStyle/>
          <a:p>
            <a:r>
              <a:rPr lang="es-ES" spc="-67"/>
              <a:t>Conclusiones Defensas RFI Proyecto HCM</a:t>
            </a:r>
          </a:p>
        </p:txBody>
      </p:sp>
      <p:sp>
        <p:nvSpPr>
          <p:cNvPr id="13" name="Rectángulo 12">
            <a:extLst>
              <a:ext uri="{FF2B5EF4-FFF2-40B4-BE49-F238E27FC236}">
                <a16:creationId xmlns:a16="http://schemas.microsoft.com/office/drawing/2014/main" id="{14EC8FFB-900E-FECC-384C-274D7096436C}"/>
              </a:ext>
            </a:extLst>
          </p:cNvPr>
          <p:cNvSpPr/>
          <p:nvPr/>
        </p:nvSpPr>
        <p:spPr>
          <a:xfrm>
            <a:off x="307417" y="1103379"/>
            <a:ext cx="1576248"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Rectángulo 13">
            <a:extLst>
              <a:ext uri="{FF2B5EF4-FFF2-40B4-BE49-F238E27FC236}">
                <a16:creationId xmlns:a16="http://schemas.microsoft.com/office/drawing/2014/main" id="{439E471C-C0EF-0353-82DD-3AAD6343BFDF}"/>
              </a:ext>
            </a:extLst>
          </p:cNvPr>
          <p:cNvSpPr/>
          <p:nvPr/>
        </p:nvSpPr>
        <p:spPr>
          <a:xfrm>
            <a:off x="2098020" y="1103379"/>
            <a:ext cx="7969524"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Total asegurados">
            <a:extLst>
              <a:ext uri="{FF2B5EF4-FFF2-40B4-BE49-F238E27FC236}">
                <a16:creationId xmlns:a16="http://schemas.microsoft.com/office/drawing/2014/main" id="{411B4F84-48A1-5243-4FA0-5FB3F1A8B439}"/>
              </a:ext>
            </a:extLst>
          </p:cNvPr>
          <p:cNvSpPr/>
          <p:nvPr/>
        </p:nvSpPr>
        <p:spPr>
          <a:xfrm>
            <a:off x="450876" y="1244667"/>
            <a:ext cx="1432788" cy="355533"/>
          </a:xfrm>
          <a:prstGeom prst="rect">
            <a:avLst/>
          </a:prstGeom>
          <a:noFill/>
          <a:ln/>
        </p:spPr>
        <p:txBody>
          <a:bodyPr wrap="square" lIns="0" tIns="0" rIns="0" bIns="0" rtlCol="0" anchor="ctr"/>
          <a:lstStyle/>
          <a:p>
            <a:pPr>
              <a:lnSpc>
                <a:spcPts val="1457"/>
              </a:lnSpc>
            </a:pPr>
            <a:r>
              <a:rPr lang="es-ES_tradnl" sz="1125" b="1" kern="0" dirty="0">
                <a:solidFill>
                  <a:schemeClr val="tx1">
                    <a:alpha val="65000"/>
                  </a:schemeClr>
                </a:solidFill>
                <a:latin typeface="Arial Regular" pitchFamily="34" charset="0"/>
                <a:ea typeface="Arial Regular" pitchFamily="34" charset="-122"/>
                <a:cs typeface="Arial Regular" pitchFamily="34" charset="-120"/>
              </a:rPr>
              <a:t>Desarrollo y Talento</a:t>
            </a:r>
            <a:endParaRPr lang="es-ES_tradnl" sz="1125" b="1" kern="0" noProof="0" dirty="0">
              <a:solidFill>
                <a:schemeClr val="tx1">
                  <a:alpha val="65000"/>
                </a:schemeClr>
              </a:solidFill>
              <a:latin typeface="Arial Regular" pitchFamily="34" charset="0"/>
              <a:ea typeface="Arial Regular" pitchFamily="34" charset="-122"/>
              <a:cs typeface="Arial Regular" pitchFamily="34" charset="-120"/>
            </a:endParaRPr>
          </a:p>
        </p:txBody>
      </p:sp>
      <p:sp>
        <p:nvSpPr>
          <p:cNvPr id="16" name="Rectángulo 15">
            <a:extLst>
              <a:ext uri="{FF2B5EF4-FFF2-40B4-BE49-F238E27FC236}">
                <a16:creationId xmlns:a16="http://schemas.microsoft.com/office/drawing/2014/main" id="{7A610E5D-ED64-9F2E-C2D8-5642DADA0C00}"/>
              </a:ext>
            </a:extLst>
          </p:cNvPr>
          <p:cNvSpPr/>
          <p:nvPr/>
        </p:nvSpPr>
        <p:spPr>
          <a:xfrm>
            <a:off x="307417" y="1885076"/>
            <a:ext cx="1576248"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Total asegurados">
            <a:extLst>
              <a:ext uri="{FF2B5EF4-FFF2-40B4-BE49-F238E27FC236}">
                <a16:creationId xmlns:a16="http://schemas.microsoft.com/office/drawing/2014/main" id="{F067F287-DC4C-6273-A24F-06DA79012D62}"/>
              </a:ext>
            </a:extLst>
          </p:cNvPr>
          <p:cNvSpPr/>
          <p:nvPr/>
        </p:nvSpPr>
        <p:spPr>
          <a:xfrm>
            <a:off x="450876" y="2017220"/>
            <a:ext cx="1432788" cy="355533"/>
          </a:xfrm>
          <a:prstGeom prst="rect">
            <a:avLst/>
          </a:prstGeom>
          <a:noFill/>
          <a:ln/>
        </p:spPr>
        <p:txBody>
          <a:bodyPr wrap="square" lIns="0" tIns="0" rIns="0" bIns="0" rtlCol="0" anchor="ctr"/>
          <a:lstStyle/>
          <a:p>
            <a:pPr>
              <a:lnSpc>
                <a:spcPts val="1457"/>
              </a:lnSpc>
            </a:pPr>
            <a:r>
              <a:rPr lang="es-ES_tradnl" sz="1125" b="1" kern="0" dirty="0">
                <a:solidFill>
                  <a:schemeClr val="tx1">
                    <a:alpha val="65000"/>
                  </a:schemeClr>
                </a:solidFill>
                <a:latin typeface="Arial Regular" pitchFamily="34" charset="0"/>
                <a:ea typeface="Arial Regular" pitchFamily="34" charset="-122"/>
                <a:cs typeface="Arial Regular" pitchFamily="34" charset="-120"/>
              </a:rPr>
              <a:t>Selección</a:t>
            </a:r>
            <a:endParaRPr lang="es-ES_tradnl" sz="1125" b="1" kern="0" noProof="0" dirty="0">
              <a:solidFill>
                <a:schemeClr val="tx1">
                  <a:alpha val="65000"/>
                </a:schemeClr>
              </a:solidFill>
              <a:latin typeface="Arial Regular" pitchFamily="34" charset="0"/>
              <a:ea typeface="Arial Regular" pitchFamily="34" charset="-122"/>
              <a:cs typeface="Arial Regular" pitchFamily="34" charset="-120"/>
            </a:endParaRPr>
          </a:p>
        </p:txBody>
      </p:sp>
      <p:sp>
        <p:nvSpPr>
          <p:cNvPr id="18" name="Rectángulo 17">
            <a:extLst>
              <a:ext uri="{FF2B5EF4-FFF2-40B4-BE49-F238E27FC236}">
                <a16:creationId xmlns:a16="http://schemas.microsoft.com/office/drawing/2014/main" id="{A59E6DF9-5564-866F-18D4-223A1DE3D7C6}"/>
              </a:ext>
            </a:extLst>
          </p:cNvPr>
          <p:cNvSpPr/>
          <p:nvPr/>
        </p:nvSpPr>
        <p:spPr>
          <a:xfrm>
            <a:off x="307417" y="2666773"/>
            <a:ext cx="1576248"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Total asegurados">
            <a:extLst>
              <a:ext uri="{FF2B5EF4-FFF2-40B4-BE49-F238E27FC236}">
                <a16:creationId xmlns:a16="http://schemas.microsoft.com/office/drawing/2014/main" id="{70C409E2-E3BE-1F16-7B79-0C2F20C365BC}"/>
              </a:ext>
            </a:extLst>
          </p:cNvPr>
          <p:cNvSpPr/>
          <p:nvPr/>
        </p:nvSpPr>
        <p:spPr>
          <a:xfrm>
            <a:off x="450876" y="2808061"/>
            <a:ext cx="1432788" cy="355533"/>
          </a:xfrm>
          <a:prstGeom prst="rect">
            <a:avLst/>
          </a:prstGeom>
          <a:noFill/>
          <a:ln/>
        </p:spPr>
        <p:txBody>
          <a:bodyPr wrap="square" lIns="0" tIns="0" rIns="0" bIns="0" rtlCol="0" anchor="ctr"/>
          <a:lstStyle/>
          <a:p>
            <a:pPr>
              <a:lnSpc>
                <a:spcPts val="1457"/>
              </a:lnSpc>
            </a:pPr>
            <a:r>
              <a:rPr lang="es-ES_tradnl" sz="1125" b="1" kern="0" dirty="0">
                <a:solidFill>
                  <a:schemeClr val="tx1">
                    <a:alpha val="65000"/>
                  </a:schemeClr>
                </a:solidFill>
                <a:latin typeface="Arial Regular" pitchFamily="34" charset="0"/>
                <a:ea typeface="Arial Regular" pitchFamily="34" charset="-122"/>
                <a:cs typeface="Arial Regular" pitchFamily="34" charset="-120"/>
              </a:rPr>
              <a:t>Compensación</a:t>
            </a:r>
            <a:endParaRPr lang="es-ES_tradnl" sz="1125" b="1" kern="0" noProof="0" dirty="0">
              <a:solidFill>
                <a:schemeClr val="tx1">
                  <a:alpha val="65000"/>
                </a:schemeClr>
              </a:solidFill>
              <a:latin typeface="Arial Regular" pitchFamily="34" charset="0"/>
              <a:ea typeface="Arial Regular" pitchFamily="34" charset="-122"/>
              <a:cs typeface="Arial Regular" pitchFamily="34" charset="-120"/>
            </a:endParaRPr>
          </a:p>
        </p:txBody>
      </p:sp>
      <p:sp>
        <p:nvSpPr>
          <p:cNvPr id="20" name="Rectángulo 19">
            <a:extLst>
              <a:ext uri="{FF2B5EF4-FFF2-40B4-BE49-F238E27FC236}">
                <a16:creationId xmlns:a16="http://schemas.microsoft.com/office/drawing/2014/main" id="{ECD675B1-9DC9-BC6F-858D-F4B91EB6003E}"/>
              </a:ext>
            </a:extLst>
          </p:cNvPr>
          <p:cNvSpPr/>
          <p:nvPr/>
        </p:nvSpPr>
        <p:spPr>
          <a:xfrm>
            <a:off x="307414" y="4219379"/>
            <a:ext cx="1576248"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Total asegurados">
            <a:extLst>
              <a:ext uri="{FF2B5EF4-FFF2-40B4-BE49-F238E27FC236}">
                <a16:creationId xmlns:a16="http://schemas.microsoft.com/office/drawing/2014/main" id="{01A290F7-A664-4BD0-7997-F557D713A2A6}"/>
              </a:ext>
            </a:extLst>
          </p:cNvPr>
          <p:cNvSpPr/>
          <p:nvPr/>
        </p:nvSpPr>
        <p:spPr>
          <a:xfrm>
            <a:off x="450875" y="4339566"/>
            <a:ext cx="1432788" cy="355533"/>
          </a:xfrm>
          <a:prstGeom prst="rect">
            <a:avLst/>
          </a:prstGeom>
          <a:noFill/>
          <a:ln/>
        </p:spPr>
        <p:txBody>
          <a:bodyPr wrap="square" lIns="0" tIns="0" rIns="0" bIns="0" rtlCol="0" anchor="ctr"/>
          <a:lstStyle/>
          <a:p>
            <a:pPr>
              <a:lnSpc>
                <a:spcPts val="1457"/>
              </a:lnSpc>
            </a:pPr>
            <a:r>
              <a:rPr lang="es-ES_tradnl" sz="1125" b="1" kern="0" dirty="0">
                <a:solidFill>
                  <a:schemeClr val="tx1">
                    <a:alpha val="65000"/>
                  </a:schemeClr>
                </a:solidFill>
                <a:latin typeface="Arial Regular" pitchFamily="34" charset="0"/>
                <a:ea typeface="Arial Regular" pitchFamily="34" charset="-122"/>
                <a:cs typeface="Arial Regular" pitchFamily="34" charset="-120"/>
              </a:rPr>
              <a:t>Análisis</a:t>
            </a:r>
            <a:endParaRPr lang="es-ES_tradnl" sz="1125" b="1" kern="0" noProof="0" dirty="0">
              <a:solidFill>
                <a:schemeClr val="tx1">
                  <a:alpha val="65000"/>
                </a:schemeClr>
              </a:solidFill>
              <a:latin typeface="Arial Regular" pitchFamily="34" charset="0"/>
              <a:ea typeface="Arial Regular" pitchFamily="34" charset="-122"/>
              <a:cs typeface="Arial Regular" pitchFamily="34" charset="-120"/>
            </a:endParaRPr>
          </a:p>
        </p:txBody>
      </p:sp>
      <p:sp>
        <p:nvSpPr>
          <p:cNvPr id="22" name="Rectángulo 21">
            <a:extLst>
              <a:ext uri="{FF2B5EF4-FFF2-40B4-BE49-F238E27FC236}">
                <a16:creationId xmlns:a16="http://schemas.microsoft.com/office/drawing/2014/main" id="{5B20A978-B810-DCC7-EC9F-41B4D8A7FFA2}"/>
              </a:ext>
            </a:extLst>
          </p:cNvPr>
          <p:cNvSpPr/>
          <p:nvPr/>
        </p:nvSpPr>
        <p:spPr>
          <a:xfrm>
            <a:off x="2111238" y="1878438"/>
            <a:ext cx="7969524"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Rectángulo 22">
            <a:extLst>
              <a:ext uri="{FF2B5EF4-FFF2-40B4-BE49-F238E27FC236}">
                <a16:creationId xmlns:a16="http://schemas.microsoft.com/office/drawing/2014/main" id="{9A612243-8887-11B4-6403-4C315F22C851}"/>
              </a:ext>
            </a:extLst>
          </p:cNvPr>
          <p:cNvSpPr/>
          <p:nvPr/>
        </p:nvSpPr>
        <p:spPr>
          <a:xfrm>
            <a:off x="2111238" y="2653497"/>
            <a:ext cx="7969524"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 name="Rectángulo 23">
            <a:extLst>
              <a:ext uri="{FF2B5EF4-FFF2-40B4-BE49-F238E27FC236}">
                <a16:creationId xmlns:a16="http://schemas.microsoft.com/office/drawing/2014/main" id="{C73FEEA9-3496-055F-AC03-1809DDCEBAFA}"/>
              </a:ext>
            </a:extLst>
          </p:cNvPr>
          <p:cNvSpPr/>
          <p:nvPr/>
        </p:nvSpPr>
        <p:spPr>
          <a:xfrm>
            <a:off x="2111238" y="4210759"/>
            <a:ext cx="7969524"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6" name="Picture 4" descr="Comprar acciones de Oracle este 2024: Lo que necesitas saber - The Investor  U">
            <a:extLst>
              <a:ext uri="{FF2B5EF4-FFF2-40B4-BE49-F238E27FC236}">
                <a16:creationId xmlns:a16="http://schemas.microsoft.com/office/drawing/2014/main" id="{3311479A-4925-B754-BFBA-6424DA35D9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78128" y="2745373"/>
            <a:ext cx="875718" cy="492591"/>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Workday at Wake Forest - Workday">
            <a:extLst>
              <a:ext uri="{FF2B5EF4-FFF2-40B4-BE49-F238E27FC236}">
                <a16:creationId xmlns:a16="http://schemas.microsoft.com/office/drawing/2014/main" id="{664AA670-0F94-E0F0-1EEE-3F4726B838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21890" y="1275810"/>
            <a:ext cx="788195" cy="306520"/>
          </a:xfrm>
          <a:prstGeom prst="rect">
            <a:avLst/>
          </a:prstGeom>
          <a:noFill/>
          <a:extLst>
            <a:ext uri="{909E8E84-426E-40DD-AFC4-6F175D3DCCD1}">
              <a14:hiddenFill xmlns:a14="http://schemas.microsoft.com/office/drawing/2010/main">
                <a:solidFill>
                  <a:srgbClr val="FFFFFF"/>
                </a:solidFill>
              </a14:hiddenFill>
            </a:ext>
          </a:extLst>
        </p:spPr>
      </p:pic>
      <p:sp>
        <p:nvSpPr>
          <p:cNvPr id="31" name="Total asegurados">
            <a:extLst>
              <a:ext uri="{FF2B5EF4-FFF2-40B4-BE49-F238E27FC236}">
                <a16:creationId xmlns:a16="http://schemas.microsoft.com/office/drawing/2014/main" id="{75D9006C-A925-1E5E-FBA6-AFCBCDDCBC48}"/>
              </a:ext>
            </a:extLst>
          </p:cNvPr>
          <p:cNvSpPr/>
          <p:nvPr/>
        </p:nvSpPr>
        <p:spPr>
          <a:xfrm>
            <a:off x="2258340" y="1244443"/>
            <a:ext cx="7553172" cy="355533"/>
          </a:xfrm>
          <a:prstGeom prst="rect">
            <a:avLst/>
          </a:prstGeom>
          <a:noFill/>
          <a:ln/>
        </p:spPr>
        <p:txBody>
          <a:bodyPr wrap="square" lIns="0" tIns="0" rIns="0" bIns="0" rtlCol="0" anchor="ctr"/>
          <a:lstStyle/>
          <a:p>
            <a:r>
              <a:rPr lang="es-ES" sz="1100" dirty="0">
                <a:effectLst/>
                <a:latin typeface="Aptos" panose="020B0004020202020204" pitchFamily="34" charset="0"/>
                <a:ea typeface="Aptos" panose="020B0004020202020204" pitchFamily="34" charset="0"/>
                <a:cs typeface="Aptos" panose="020B0004020202020204" pitchFamily="34" charset="0"/>
              </a:rPr>
              <a:t>Workday responde más a las necesidades del departamento ya que bajo su criterio su interfaz es intuitiva y moderna, hace especial foco en las personas y realiza análisis predictivos para identificar tendencias y patrones de datos de talento.</a:t>
            </a:r>
          </a:p>
        </p:txBody>
      </p:sp>
      <p:sp>
        <p:nvSpPr>
          <p:cNvPr id="33" name="Total asegurados">
            <a:extLst>
              <a:ext uri="{FF2B5EF4-FFF2-40B4-BE49-F238E27FC236}">
                <a16:creationId xmlns:a16="http://schemas.microsoft.com/office/drawing/2014/main" id="{FA22534F-71E2-B70F-1B96-CF7754983809}"/>
              </a:ext>
            </a:extLst>
          </p:cNvPr>
          <p:cNvSpPr/>
          <p:nvPr/>
        </p:nvSpPr>
        <p:spPr>
          <a:xfrm>
            <a:off x="2306196" y="2017220"/>
            <a:ext cx="7553172" cy="355533"/>
          </a:xfrm>
          <a:prstGeom prst="rect">
            <a:avLst/>
          </a:prstGeom>
          <a:noFill/>
          <a:ln/>
        </p:spPr>
        <p:txBody>
          <a:bodyPr wrap="square" lIns="0" tIns="0" rIns="0" bIns="0" rtlCol="0" anchor="ctr"/>
          <a:lstStyle/>
          <a:p>
            <a:r>
              <a:rPr lang="es-ES" sz="1100" dirty="0">
                <a:effectLst/>
                <a:latin typeface="Aptos" panose="020B0004020202020204" pitchFamily="34" charset="0"/>
                <a:ea typeface="Aptos" panose="020B0004020202020204" pitchFamily="34" charset="0"/>
                <a:cs typeface="Aptos" panose="020B0004020202020204" pitchFamily="34" charset="0"/>
              </a:rPr>
              <a:t>El departamento considera que es más sencilla de utilizar y atractiva la parte de Talento la herramienta de Workday. </a:t>
            </a:r>
            <a:r>
              <a:rPr lang="es-ES" sz="1100" dirty="0">
                <a:latin typeface="Aptos" panose="020B0004020202020204" pitchFamily="34" charset="0"/>
                <a:ea typeface="Aptos" panose="020B0004020202020204" pitchFamily="34" charset="0"/>
                <a:cs typeface="Aptos" panose="020B0004020202020204" pitchFamily="34" charset="0"/>
              </a:rPr>
              <a:t>Además, les gusta la experiencia de usuario al ser muy intuitiva y tener integraciones con terceros como Linkedin.</a:t>
            </a:r>
            <a:endParaRPr lang="es-ES" sz="1100" dirty="0">
              <a:effectLst/>
              <a:latin typeface="Aptos" panose="020B0004020202020204" pitchFamily="34" charset="0"/>
              <a:ea typeface="Aptos" panose="020B0004020202020204" pitchFamily="34" charset="0"/>
              <a:cs typeface="Aptos" panose="020B0004020202020204" pitchFamily="34" charset="0"/>
            </a:endParaRPr>
          </a:p>
        </p:txBody>
      </p:sp>
      <p:sp>
        <p:nvSpPr>
          <p:cNvPr id="34" name="Rectángulo 33">
            <a:extLst>
              <a:ext uri="{FF2B5EF4-FFF2-40B4-BE49-F238E27FC236}">
                <a16:creationId xmlns:a16="http://schemas.microsoft.com/office/drawing/2014/main" id="{FF3D03E9-2974-D876-0EB5-1E137DF1E082}"/>
              </a:ext>
            </a:extLst>
          </p:cNvPr>
          <p:cNvSpPr/>
          <p:nvPr/>
        </p:nvSpPr>
        <p:spPr>
          <a:xfrm>
            <a:off x="2111238" y="3432128"/>
            <a:ext cx="7969524"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5" name="Rectángulo 34">
            <a:extLst>
              <a:ext uri="{FF2B5EF4-FFF2-40B4-BE49-F238E27FC236}">
                <a16:creationId xmlns:a16="http://schemas.microsoft.com/office/drawing/2014/main" id="{2662B832-F96C-6060-D0EB-AC74B628B704}"/>
              </a:ext>
            </a:extLst>
          </p:cNvPr>
          <p:cNvSpPr/>
          <p:nvPr/>
        </p:nvSpPr>
        <p:spPr>
          <a:xfrm>
            <a:off x="307415" y="3441651"/>
            <a:ext cx="1576248"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6" name="Total asegurados">
            <a:extLst>
              <a:ext uri="{FF2B5EF4-FFF2-40B4-BE49-F238E27FC236}">
                <a16:creationId xmlns:a16="http://schemas.microsoft.com/office/drawing/2014/main" id="{66A4F333-B2DE-4C71-76BC-3D604B6D9B22}"/>
              </a:ext>
            </a:extLst>
          </p:cNvPr>
          <p:cNvSpPr/>
          <p:nvPr/>
        </p:nvSpPr>
        <p:spPr>
          <a:xfrm>
            <a:off x="450874" y="3582939"/>
            <a:ext cx="1432788" cy="355533"/>
          </a:xfrm>
          <a:prstGeom prst="rect">
            <a:avLst/>
          </a:prstGeom>
          <a:noFill/>
          <a:ln/>
        </p:spPr>
        <p:txBody>
          <a:bodyPr wrap="square" lIns="0" tIns="0" rIns="0" bIns="0" rtlCol="0" anchor="ctr"/>
          <a:lstStyle/>
          <a:p>
            <a:pPr>
              <a:lnSpc>
                <a:spcPts val="1457"/>
              </a:lnSpc>
            </a:pPr>
            <a:r>
              <a:rPr lang="es-ES_tradnl" sz="1125" b="1" kern="0" dirty="0">
                <a:solidFill>
                  <a:schemeClr val="tx1">
                    <a:alpha val="65000"/>
                  </a:schemeClr>
                </a:solidFill>
                <a:latin typeface="Arial Regular" pitchFamily="34" charset="0"/>
                <a:ea typeface="Arial Regular" pitchFamily="34" charset="-122"/>
                <a:cs typeface="Arial Regular" pitchFamily="34" charset="-120"/>
              </a:rPr>
              <a:t>Att. personas</a:t>
            </a:r>
            <a:endParaRPr lang="es-ES_tradnl" sz="1125" b="1" kern="0" noProof="0" dirty="0">
              <a:solidFill>
                <a:schemeClr val="tx1">
                  <a:alpha val="65000"/>
                </a:schemeClr>
              </a:solidFill>
              <a:latin typeface="Arial Regular" pitchFamily="34" charset="0"/>
              <a:ea typeface="Arial Regular" pitchFamily="34" charset="-122"/>
              <a:cs typeface="Arial Regular" pitchFamily="34" charset="-120"/>
            </a:endParaRPr>
          </a:p>
        </p:txBody>
      </p:sp>
      <p:sp>
        <p:nvSpPr>
          <p:cNvPr id="38" name="Rectángulo 37">
            <a:extLst>
              <a:ext uri="{FF2B5EF4-FFF2-40B4-BE49-F238E27FC236}">
                <a16:creationId xmlns:a16="http://schemas.microsoft.com/office/drawing/2014/main" id="{8ECF8274-57D6-1C30-C16D-314E7ECA4A71}"/>
              </a:ext>
            </a:extLst>
          </p:cNvPr>
          <p:cNvSpPr/>
          <p:nvPr/>
        </p:nvSpPr>
        <p:spPr>
          <a:xfrm>
            <a:off x="303340" y="4993543"/>
            <a:ext cx="1576248"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9" name="Total asegurados">
            <a:extLst>
              <a:ext uri="{FF2B5EF4-FFF2-40B4-BE49-F238E27FC236}">
                <a16:creationId xmlns:a16="http://schemas.microsoft.com/office/drawing/2014/main" id="{686F0E86-7AC2-B863-6C12-4DAE950E9676}"/>
              </a:ext>
            </a:extLst>
          </p:cNvPr>
          <p:cNvSpPr/>
          <p:nvPr/>
        </p:nvSpPr>
        <p:spPr>
          <a:xfrm>
            <a:off x="446801" y="5113730"/>
            <a:ext cx="1432788" cy="355533"/>
          </a:xfrm>
          <a:prstGeom prst="rect">
            <a:avLst/>
          </a:prstGeom>
          <a:noFill/>
          <a:ln/>
        </p:spPr>
        <p:txBody>
          <a:bodyPr wrap="square" lIns="0" tIns="0" rIns="0" bIns="0" rtlCol="0" anchor="ctr"/>
          <a:lstStyle/>
          <a:p>
            <a:pPr>
              <a:lnSpc>
                <a:spcPts val="1457"/>
              </a:lnSpc>
            </a:pPr>
            <a:r>
              <a:rPr lang="es-ES_tradnl" sz="1125" b="1" kern="0" dirty="0">
                <a:solidFill>
                  <a:schemeClr val="tx1">
                    <a:alpha val="65000"/>
                  </a:schemeClr>
                </a:solidFill>
                <a:latin typeface="Arial Regular" pitchFamily="34" charset="0"/>
                <a:ea typeface="Arial Regular" pitchFamily="34" charset="-122"/>
                <a:cs typeface="Arial Regular" pitchFamily="34" charset="-120"/>
              </a:rPr>
              <a:t>Procesos</a:t>
            </a:r>
            <a:endParaRPr lang="es-ES_tradnl" sz="1125" b="1" kern="0" noProof="0" dirty="0">
              <a:solidFill>
                <a:schemeClr val="tx1">
                  <a:alpha val="65000"/>
                </a:schemeClr>
              </a:solidFill>
              <a:latin typeface="Arial Regular" pitchFamily="34" charset="0"/>
              <a:ea typeface="Arial Regular" pitchFamily="34" charset="-122"/>
              <a:cs typeface="Arial Regular" pitchFamily="34" charset="-120"/>
            </a:endParaRPr>
          </a:p>
        </p:txBody>
      </p:sp>
      <p:sp>
        <p:nvSpPr>
          <p:cNvPr id="40" name="Rectángulo 39">
            <a:extLst>
              <a:ext uri="{FF2B5EF4-FFF2-40B4-BE49-F238E27FC236}">
                <a16:creationId xmlns:a16="http://schemas.microsoft.com/office/drawing/2014/main" id="{9BDB371D-D456-84E5-AC32-179D0457D359}"/>
              </a:ext>
            </a:extLst>
          </p:cNvPr>
          <p:cNvSpPr/>
          <p:nvPr/>
        </p:nvSpPr>
        <p:spPr>
          <a:xfrm>
            <a:off x="2107164" y="4984923"/>
            <a:ext cx="7969524"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0" name="Total asegurados">
            <a:extLst>
              <a:ext uri="{FF2B5EF4-FFF2-40B4-BE49-F238E27FC236}">
                <a16:creationId xmlns:a16="http://schemas.microsoft.com/office/drawing/2014/main" id="{B92AD4AE-9D7E-6CEF-6980-E874924CC794}"/>
              </a:ext>
            </a:extLst>
          </p:cNvPr>
          <p:cNvSpPr/>
          <p:nvPr/>
        </p:nvSpPr>
        <p:spPr>
          <a:xfrm>
            <a:off x="2319414" y="2808061"/>
            <a:ext cx="7553172" cy="355533"/>
          </a:xfrm>
          <a:prstGeom prst="rect">
            <a:avLst/>
          </a:prstGeom>
          <a:noFill/>
          <a:ln/>
        </p:spPr>
        <p:txBody>
          <a:bodyPr wrap="square" lIns="0" tIns="0" rIns="0" bIns="0" rtlCol="0" anchor="ctr"/>
          <a:lstStyle/>
          <a:p>
            <a:r>
              <a:rPr lang="es-ES" sz="1100" dirty="0">
                <a:effectLst/>
                <a:latin typeface="Aptos" panose="020B0004020202020204" pitchFamily="34" charset="0"/>
                <a:ea typeface="Aptos" panose="020B0004020202020204" pitchFamily="34" charset="0"/>
                <a:cs typeface="Aptos" panose="020B0004020202020204" pitchFamily="34" charset="0"/>
              </a:rPr>
              <a:t>El departamento considera a la hora abordar el proyecto de cambio de HCM, el proyecto sería mas simple con Oracle. El histórico va a ser mas sencillo de migrar gracias a su herramienta y se podría abarcar el proyecto de forma faseada por módulos sin necesidad de hacerlo todo al mismo tiem</a:t>
            </a:r>
            <a:r>
              <a:rPr lang="es-ES" sz="1100" dirty="0">
                <a:latin typeface="Aptos" panose="020B0004020202020204" pitchFamily="34" charset="0"/>
                <a:ea typeface="Aptos" panose="020B0004020202020204" pitchFamily="34" charset="0"/>
                <a:cs typeface="Aptos" panose="020B0004020202020204" pitchFamily="34" charset="0"/>
              </a:rPr>
              <a:t>po.</a:t>
            </a:r>
            <a:endParaRPr lang="es-ES" sz="1100" dirty="0">
              <a:effectLst/>
              <a:latin typeface="Aptos" panose="020B0004020202020204" pitchFamily="34" charset="0"/>
              <a:ea typeface="Aptos" panose="020B0004020202020204" pitchFamily="34" charset="0"/>
              <a:cs typeface="Aptos" panose="020B0004020202020204" pitchFamily="34" charset="0"/>
            </a:endParaRPr>
          </a:p>
        </p:txBody>
      </p:sp>
      <p:sp>
        <p:nvSpPr>
          <p:cNvPr id="51" name="Total asegurados">
            <a:extLst>
              <a:ext uri="{FF2B5EF4-FFF2-40B4-BE49-F238E27FC236}">
                <a16:creationId xmlns:a16="http://schemas.microsoft.com/office/drawing/2014/main" id="{6B931CDE-EF14-F86A-A7F1-2783D02BAF95}"/>
              </a:ext>
            </a:extLst>
          </p:cNvPr>
          <p:cNvSpPr/>
          <p:nvPr/>
        </p:nvSpPr>
        <p:spPr>
          <a:xfrm>
            <a:off x="2319414" y="3552985"/>
            <a:ext cx="7553172" cy="355533"/>
          </a:xfrm>
          <a:prstGeom prst="rect">
            <a:avLst/>
          </a:prstGeom>
          <a:noFill/>
          <a:ln/>
        </p:spPr>
        <p:txBody>
          <a:bodyPr wrap="square" lIns="0" tIns="0" rIns="0" bIns="0" rtlCol="0" anchor="ctr"/>
          <a:lstStyle/>
          <a:p>
            <a:r>
              <a:rPr lang="es-ES" sz="1100" dirty="0">
                <a:effectLst/>
                <a:latin typeface="Aptos" panose="020B0004020202020204" pitchFamily="34" charset="0"/>
                <a:ea typeface="Aptos" panose="020B0004020202020204" pitchFamily="34" charset="0"/>
                <a:cs typeface="Aptos" panose="020B0004020202020204" pitchFamily="34" charset="0"/>
              </a:rPr>
              <a:t>El departamento considera que la opción más sólida y segura es la presentada por Oracle. Destaca que la base de People Soft será más fácil de trasladar a un nuevo producto de su mismo creador que a otro distinto.</a:t>
            </a:r>
          </a:p>
        </p:txBody>
      </p:sp>
      <p:sp>
        <p:nvSpPr>
          <p:cNvPr id="52" name="Total asegurados">
            <a:extLst>
              <a:ext uri="{FF2B5EF4-FFF2-40B4-BE49-F238E27FC236}">
                <a16:creationId xmlns:a16="http://schemas.microsoft.com/office/drawing/2014/main" id="{75C800DB-9169-2F80-42F9-86540A861BED}"/>
              </a:ext>
            </a:extLst>
          </p:cNvPr>
          <p:cNvSpPr/>
          <p:nvPr/>
        </p:nvSpPr>
        <p:spPr>
          <a:xfrm>
            <a:off x="2258340" y="4331444"/>
            <a:ext cx="7745196" cy="355533"/>
          </a:xfrm>
          <a:prstGeom prst="rect">
            <a:avLst/>
          </a:prstGeom>
          <a:noFill/>
          <a:ln/>
        </p:spPr>
        <p:txBody>
          <a:bodyPr wrap="square" lIns="0" tIns="0" rIns="0" bIns="0" rtlCol="0" anchor="ctr"/>
          <a:lstStyle/>
          <a:p>
            <a:r>
              <a:rPr lang="es-ES" sz="1000" dirty="0">
                <a:effectLst/>
                <a:latin typeface="Aptos" panose="020B0004020202020204" pitchFamily="34" charset="0"/>
                <a:ea typeface="Aptos" panose="020B0004020202020204" pitchFamily="34" charset="0"/>
                <a:cs typeface="Aptos" panose="020B0004020202020204" pitchFamily="34" charset="0"/>
              </a:rPr>
              <a:t>El departamento analiza que todas las herramientas evaluadas ofrecen capacidades de análisis. Oracle le ofrece una carga de datos históricos automatizada mientras que Workday podría presentar cierta dificultad o aumento de coste. El departamento concluye que Oracle tiene un conocimiento profundo de nuestro producto actual, lo cual facilita su implementación y reduce potenciales contratiempos</a:t>
            </a:r>
          </a:p>
        </p:txBody>
      </p:sp>
      <p:sp>
        <p:nvSpPr>
          <p:cNvPr id="53" name="Total asegurados">
            <a:extLst>
              <a:ext uri="{FF2B5EF4-FFF2-40B4-BE49-F238E27FC236}">
                <a16:creationId xmlns:a16="http://schemas.microsoft.com/office/drawing/2014/main" id="{71ED2993-7719-7077-4C56-EC2B090C873E}"/>
              </a:ext>
            </a:extLst>
          </p:cNvPr>
          <p:cNvSpPr/>
          <p:nvPr/>
        </p:nvSpPr>
        <p:spPr>
          <a:xfrm>
            <a:off x="2258340" y="5092521"/>
            <a:ext cx="7553172" cy="355533"/>
          </a:xfrm>
          <a:prstGeom prst="rect">
            <a:avLst/>
          </a:prstGeom>
          <a:noFill/>
          <a:ln/>
        </p:spPr>
        <p:txBody>
          <a:bodyPr wrap="square" lIns="0" tIns="0" rIns="0" bIns="0" rtlCol="0" anchor="ctr"/>
          <a:lstStyle/>
          <a:p>
            <a:r>
              <a:rPr lang="es-ES" sz="1000" dirty="0">
                <a:effectLst/>
                <a:latin typeface="Aptos" panose="020B0004020202020204" pitchFamily="34" charset="0"/>
                <a:ea typeface="Aptos" panose="020B0004020202020204" pitchFamily="34" charset="0"/>
                <a:cs typeface="Aptos" panose="020B0004020202020204" pitchFamily="34" charset="0"/>
              </a:rPr>
              <a:t>Desde el departamento de procesos, comprobamos que Oracle sería la solución natural de evolución desde PeopleSoft al ser del mismo fabricante y cubre ampliamente por encima de sus competidores las funcionalidades actuales de PeopleSoft incluyendo innovación y mejora tecnológica en todas ellas</a:t>
            </a:r>
            <a:r>
              <a:rPr lang="es-ES" sz="1100" dirty="0">
                <a:effectLst/>
                <a:latin typeface="Aptos" panose="020B0004020202020204" pitchFamily="34" charset="0"/>
                <a:ea typeface="Aptos" panose="020B0004020202020204" pitchFamily="34" charset="0"/>
                <a:cs typeface="Aptos" panose="020B0004020202020204" pitchFamily="34" charset="0"/>
              </a:rPr>
              <a:t>.</a:t>
            </a:r>
          </a:p>
        </p:txBody>
      </p:sp>
      <p:sp>
        <p:nvSpPr>
          <p:cNvPr id="55" name="Rectángulo 54">
            <a:extLst>
              <a:ext uri="{FF2B5EF4-FFF2-40B4-BE49-F238E27FC236}">
                <a16:creationId xmlns:a16="http://schemas.microsoft.com/office/drawing/2014/main" id="{E4624F5E-74F8-2AC8-667A-6D1798C2920B}"/>
              </a:ext>
            </a:extLst>
          </p:cNvPr>
          <p:cNvSpPr/>
          <p:nvPr/>
        </p:nvSpPr>
        <p:spPr>
          <a:xfrm>
            <a:off x="10232480" y="1873047"/>
            <a:ext cx="1576248"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56" name="Picture 2" descr="Workday at Wake Forest - Workday">
            <a:extLst>
              <a:ext uri="{FF2B5EF4-FFF2-40B4-BE49-F238E27FC236}">
                <a16:creationId xmlns:a16="http://schemas.microsoft.com/office/drawing/2014/main" id="{012AEEBB-5A73-583B-E570-608CB6D318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26506" y="2037080"/>
            <a:ext cx="788195" cy="306520"/>
          </a:xfrm>
          <a:prstGeom prst="rect">
            <a:avLst/>
          </a:prstGeom>
          <a:noFill/>
          <a:extLst>
            <a:ext uri="{909E8E84-426E-40DD-AFC4-6F175D3DCCD1}">
              <a14:hiddenFill xmlns:a14="http://schemas.microsoft.com/office/drawing/2010/main">
                <a:solidFill>
                  <a:srgbClr val="FFFFFF"/>
                </a:solidFill>
              </a14:hiddenFill>
            </a:ext>
          </a:extLst>
        </p:spPr>
      </p:pic>
      <p:sp>
        <p:nvSpPr>
          <p:cNvPr id="59" name="Rectángulo 58">
            <a:extLst>
              <a:ext uri="{FF2B5EF4-FFF2-40B4-BE49-F238E27FC236}">
                <a16:creationId xmlns:a16="http://schemas.microsoft.com/office/drawing/2014/main" id="{72FADC8D-10A9-BE28-90B8-C1C8D9E08184}"/>
              </a:ext>
            </a:extLst>
          </p:cNvPr>
          <p:cNvSpPr/>
          <p:nvPr/>
        </p:nvSpPr>
        <p:spPr>
          <a:xfrm>
            <a:off x="10227864" y="3426287"/>
            <a:ext cx="1576248"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60" name="Picture 4" descr="Comprar acciones de Oracle este 2024: Lo que necesitas saber - The Investor  U">
            <a:extLst>
              <a:ext uri="{FF2B5EF4-FFF2-40B4-BE49-F238E27FC236}">
                <a16:creationId xmlns:a16="http://schemas.microsoft.com/office/drawing/2014/main" id="{722C0237-015D-DEC6-E894-F3B12B1FCE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78128" y="3504887"/>
            <a:ext cx="875718" cy="492591"/>
          </a:xfrm>
          <a:prstGeom prst="rect">
            <a:avLst/>
          </a:prstGeom>
          <a:noFill/>
          <a:extLst>
            <a:ext uri="{909E8E84-426E-40DD-AFC4-6F175D3DCCD1}">
              <a14:hiddenFill xmlns:a14="http://schemas.microsoft.com/office/drawing/2010/main">
                <a:solidFill>
                  <a:srgbClr val="FFFFFF"/>
                </a:solidFill>
              </a14:hiddenFill>
            </a:ext>
          </a:extLst>
        </p:spPr>
      </p:pic>
      <p:sp>
        <p:nvSpPr>
          <p:cNvPr id="61" name="Rectángulo 60">
            <a:extLst>
              <a:ext uri="{FF2B5EF4-FFF2-40B4-BE49-F238E27FC236}">
                <a16:creationId xmlns:a16="http://schemas.microsoft.com/office/drawing/2014/main" id="{167AE73B-83E9-C908-5860-5BFDABF8687B}"/>
              </a:ext>
            </a:extLst>
          </p:cNvPr>
          <p:cNvSpPr/>
          <p:nvPr/>
        </p:nvSpPr>
        <p:spPr>
          <a:xfrm>
            <a:off x="10227864" y="4194049"/>
            <a:ext cx="1576248"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62" name="Picture 4" descr="Comprar acciones de Oracle este 2024: Lo que necesitas saber - The Investor  U">
            <a:extLst>
              <a:ext uri="{FF2B5EF4-FFF2-40B4-BE49-F238E27FC236}">
                <a16:creationId xmlns:a16="http://schemas.microsoft.com/office/drawing/2014/main" id="{1EED71E3-553E-71B3-854F-425FCF960C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78128" y="4272649"/>
            <a:ext cx="875718" cy="492591"/>
          </a:xfrm>
          <a:prstGeom prst="rect">
            <a:avLst/>
          </a:prstGeom>
          <a:noFill/>
          <a:extLst>
            <a:ext uri="{909E8E84-426E-40DD-AFC4-6F175D3DCCD1}">
              <a14:hiddenFill xmlns:a14="http://schemas.microsoft.com/office/drawing/2010/main">
                <a:solidFill>
                  <a:srgbClr val="FFFFFF"/>
                </a:solidFill>
              </a14:hiddenFill>
            </a:ext>
          </a:extLst>
        </p:spPr>
      </p:pic>
      <p:sp>
        <p:nvSpPr>
          <p:cNvPr id="63" name="Rectángulo 62">
            <a:extLst>
              <a:ext uri="{FF2B5EF4-FFF2-40B4-BE49-F238E27FC236}">
                <a16:creationId xmlns:a16="http://schemas.microsoft.com/office/drawing/2014/main" id="{B331BBAB-4D6B-BF57-EA25-09992FE273B0}"/>
              </a:ext>
            </a:extLst>
          </p:cNvPr>
          <p:cNvSpPr/>
          <p:nvPr/>
        </p:nvSpPr>
        <p:spPr>
          <a:xfrm>
            <a:off x="10236216" y="4961811"/>
            <a:ext cx="1576248"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64" name="Picture 4" descr="Comprar acciones de Oracle este 2024: Lo que necesitas saber - The Investor  U">
            <a:extLst>
              <a:ext uri="{FF2B5EF4-FFF2-40B4-BE49-F238E27FC236}">
                <a16:creationId xmlns:a16="http://schemas.microsoft.com/office/drawing/2014/main" id="{DD2491A5-1C0C-2A12-F8C0-4474FB8CC3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86480" y="5040411"/>
            <a:ext cx="875718" cy="492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822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E3426-1EF5-9994-E2CF-E9A226D0534C}"/>
            </a:ext>
          </a:extLst>
        </p:cNvPr>
        <p:cNvGrpSpPr/>
        <p:nvPr/>
      </p:nvGrpSpPr>
      <p:grpSpPr>
        <a:xfrm>
          <a:off x="0" y="0"/>
          <a:ext cx="0" cy="0"/>
          <a:chOff x="0" y="0"/>
          <a:chExt cx="0" cy="0"/>
        </a:xfrm>
      </p:grpSpPr>
      <p:sp>
        <p:nvSpPr>
          <p:cNvPr id="8" name="CuadroTexto 7">
            <a:extLst>
              <a:ext uri="{FF2B5EF4-FFF2-40B4-BE49-F238E27FC236}">
                <a16:creationId xmlns:a16="http://schemas.microsoft.com/office/drawing/2014/main" id="{8610A718-7E97-BBAC-EBFE-DBF4641EB06F}"/>
              </a:ext>
            </a:extLst>
          </p:cNvPr>
          <p:cNvSpPr txBox="1"/>
          <p:nvPr/>
        </p:nvSpPr>
        <p:spPr>
          <a:xfrm>
            <a:off x="8186795" y="822150"/>
            <a:ext cx="3924726" cy="4878259"/>
          </a:xfrm>
          <a:prstGeom prst="rect">
            <a:avLst/>
          </a:prstGeom>
          <a:noFill/>
        </p:spPr>
        <p:txBody>
          <a:bodyPr wrap="square" rtlCol="0">
            <a:spAutoFit/>
          </a:bodyPr>
          <a:lstStyle/>
          <a:p>
            <a:pPr algn="just"/>
            <a:r>
              <a:rPr lang="es-ES" sz="1200" b="1" kern="0" dirty="0">
                <a:solidFill>
                  <a:schemeClr val="tx1">
                    <a:lumMod val="50000"/>
                    <a:lumOff val="50000"/>
                  </a:schemeClr>
                </a:solidFill>
                <a:latin typeface="Arial Regular" pitchFamily="34" charset="0"/>
                <a:ea typeface="Arial Regular" pitchFamily="34" charset="-122"/>
              </a:rPr>
              <a:t> Reflexión</a:t>
            </a:r>
          </a:p>
          <a:p>
            <a:pPr algn="just"/>
            <a:endParaRPr lang="es-ES" sz="1100" kern="0" dirty="0">
              <a:solidFill>
                <a:schemeClr val="tx1">
                  <a:lumMod val="50000"/>
                  <a:lumOff val="50000"/>
                </a:schemeClr>
              </a:solidFill>
              <a:latin typeface="Arial Regular" pitchFamily="34" charset="0"/>
              <a:ea typeface="Arial Regular" pitchFamily="34" charset="-122"/>
            </a:endParaRPr>
          </a:p>
          <a:p>
            <a:pPr algn="just"/>
            <a:r>
              <a:rPr lang="es-ES" sz="1200" kern="0" dirty="0">
                <a:solidFill>
                  <a:schemeClr val="tx1">
                    <a:lumMod val="50000"/>
                    <a:lumOff val="50000"/>
                  </a:schemeClr>
                </a:solidFill>
                <a:latin typeface="Arial Regular" pitchFamily="34" charset="0"/>
                <a:ea typeface="Arial Regular" pitchFamily="34" charset="-122"/>
              </a:rPr>
              <a:t>A veces, una primera impresión visual no refleja todo lo que ofrece una herramienta. Lo importante es valorar la experiencia completa: cómo se accede a la información, cómo se completan tareas, cómo se reduce el número de clics y cómo se adaptan los flujos al rol de cada usuario.</a:t>
            </a:r>
          </a:p>
          <a:p>
            <a:pPr algn="just"/>
            <a:endParaRPr lang="es-ES" sz="1200" kern="0" dirty="0">
              <a:solidFill>
                <a:schemeClr val="tx1">
                  <a:lumMod val="50000"/>
                  <a:lumOff val="50000"/>
                </a:schemeClr>
              </a:solidFill>
              <a:latin typeface="Arial Regular" pitchFamily="34" charset="0"/>
              <a:ea typeface="Arial Regular" pitchFamily="34" charset="-122"/>
            </a:endParaRPr>
          </a:p>
          <a:p>
            <a:pPr marL="87313" algn="just">
              <a:tabLst>
                <a:tab pos="176213" algn="l"/>
              </a:tabLst>
            </a:pPr>
            <a:r>
              <a:rPr lang="es-ES" sz="1200" i="1" kern="0" dirty="0">
                <a:solidFill>
                  <a:schemeClr val="tx1">
                    <a:lumMod val="50000"/>
                    <a:lumOff val="50000"/>
                  </a:schemeClr>
                </a:solidFill>
                <a:latin typeface="Arial Regular" pitchFamily="34" charset="0"/>
                <a:ea typeface="Arial Regular" pitchFamily="34" charset="-122"/>
              </a:rPr>
              <a:t>La experiencia actual de Oracle Cloud HCM no tiene nada que ver con lo que conocemos de PeopleSoft.</a:t>
            </a:r>
          </a:p>
          <a:p>
            <a:pPr marL="87313" algn="just">
              <a:tabLst>
                <a:tab pos="176213" algn="l"/>
              </a:tabLst>
            </a:pPr>
            <a:r>
              <a:rPr lang="es-ES" sz="1200" i="1" kern="0" dirty="0">
                <a:solidFill>
                  <a:schemeClr val="tx1">
                    <a:lumMod val="50000"/>
                    <a:lumOff val="50000"/>
                  </a:schemeClr>
                </a:solidFill>
                <a:latin typeface="Arial Regular" pitchFamily="34" charset="0"/>
                <a:ea typeface="Arial Regular" pitchFamily="34" charset="-122"/>
              </a:rPr>
              <a:t>Su interfaz esta plenamente a la altura de los mejores productos del mercado, tanto en diseño como en funcionalidad.</a:t>
            </a:r>
          </a:p>
          <a:p>
            <a:pPr marL="87313" algn="just">
              <a:tabLst>
                <a:tab pos="176213" algn="l"/>
              </a:tabLst>
            </a:pPr>
            <a:endParaRPr lang="es-ES" sz="1200" i="1" kern="0" dirty="0">
              <a:solidFill>
                <a:schemeClr val="tx1">
                  <a:lumMod val="50000"/>
                  <a:lumOff val="50000"/>
                </a:schemeClr>
              </a:solidFill>
              <a:latin typeface="Arial Regular" pitchFamily="34" charset="0"/>
              <a:ea typeface="Arial Regular" pitchFamily="34" charset="-122"/>
            </a:endParaRPr>
          </a:p>
          <a:p>
            <a:r>
              <a:rPr lang="es-ES" sz="1200" b="1" kern="0" dirty="0">
                <a:solidFill>
                  <a:schemeClr val="tx1">
                    <a:lumMod val="50000"/>
                    <a:lumOff val="50000"/>
                  </a:schemeClr>
                </a:solidFill>
                <a:latin typeface="Arial Regular" pitchFamily="34" charset="0"/>
                <a:ea typeface="Arial Regular" pitchFamily="34" charset="-122"/>
              </a:rPr>
              <a:t>    </a:t>
            </a:r>
          </a:p>
          <a:p>
            <a:r>
              <a:rPr lang="es-ES" sz="1200" b="1" kern="0" dirty="0">
                <a:solidFill>
                  <a:schemeClr val="tx1">
                    <a:lumMod val="50000"/>
                    <a:lumOff val="50000"/>
                  </a:schemeClr>
                </a:solidFill>
                <a:latin typeface="Arial Regular" pitchFamily="34" charset="0"/>
                <a:ea typeface="Arial Regular" pitchFamily="34" charset="-122"/>
              </a:rPr>
              <a:t>        Nota final</a:t>
            </a:r>
          </a:p>
          <a:p>
            <a:pPr algn="ctr"/>
            <a:endParaRPr lang="es-ES" sz="1200" kern="0" dirty="0">
              <a:solidFill>
                <a:schemeClr val="tx1">
                  <a:lumMod val="50000"/>
                  <a:lumOff val="50000"/>
                </a:schemeClr>
              </a:solidFill>
              <a:latin typeface="Arial Regular" pitchFamily="34" charset="0"/>
              <a:ea typeface="Arial Regular" pitchFamily="34" charset="-122"/>
            </a:endParaRPr>
          </a:p>
          <a:p>
            <a:pPr algn="just"/>
            <a:r>
              <a:rPr lang="es-ES" sz="1200" i="1" kern="0" dirty="0">
                <a:solidFill>
                  <a:schemeClr val="tx1">
                    <a:lumMod val="50000"/>
                    <a:lumOff val="50000"/>
                  </a:schemeClr>
                </a:solidFill>
                <a:latin typeface="Arial Regular" pitchFamily="34" charset="0"/>
                <a:ea typeface="Arial Regular" pitchFamily="34" charset="-122"/>
              </a:rPr>
              <a:t>Estas aclaraciones no significan que Oracle sea la opción elegida, ni que estemos cerrando una decisión.</a:t>
            </a:r>
          </a:p>
          <a:p>
            <a:pPr algn="just"/>
            <a:r>
              <a:rPr lang="es-ES" sz="1200" i="1" kern="0" dirty="0">
                <a:solidFill>
                  <a:schemeClr val="tx1">
                    <a:lumMod val="50000"/>
                    <a:lumOff val="50000"/>
                  </a:schemeClr>
                </a:solidFill>
                <a:latin typeface="Arial Regular" pitchFamily="34" charset="0"/>
                <a:ea typeface="Arial Regular" pitchFamily="34" charset="-122"/>
              </a:rPr>
              <a:t>Solo buscamos actualizar la imagen que tenemos de cada producto antes de avanzar a las siguientes fases. </a:t>
            </a:r>
            <a:r>
              <a:rPr lang="es-ES" sz="1200" b="1" i="1" kern="0" dirty="0">
                <a:solidFill>
                  <a:schemeClr val="tx1">
                    <a:lumMod val="50000"/>
                    <a:lumOff val="50000"/>
                  </a:schemeClr>
                </a:solidFill>
                <a:latin typeface="Arial Regular" pitchFamily="34" charset="0"/>
                <a:ea typeface="Arial Regular" pitchFamily="34" charset="-122"/>
              </a:rPr>
              <a:t>El objetivo es tomar decisiones con la visión mas realista y completa posible. </a:t>
            </a:r>
          </a:p>
          <a:p>
            <a:pPr marL="87313" algn="just">
              <a:tabLst>
                <a:tab pos="176213" algn="l"/>
              </a:tabLst>
            </a:pPr>
            <a:endParaRPr lang="es-ES" sz="1200" i="1" kern="0" dirty="0">
              <a:solidFill>
                <a:schemeClr val="tx1">
                  <a:lumMod val="50000"/>
                  <a:lumOff val="50000"/>
                </a:schemeClr>
              </a:solidFill>
              <a:latin typeface="Arial Regular" pitchFamily="34" charset="0"/>
              <a:ea typeface="Arial Regular" pitchFamily="34" charset="-122"/>
            </a:endParaRPr>
          </a:p>
          <a:p>
            <a:pPr algn="just"/>
            <a:endParaRPr lang="es-ES" sz="1200" kern="0" dirty="0">
              <a:solidFill>
                <a:schemeClr val="tx1">
                  <a:lumMod val="50000"/>
                  <a:lumOff val="50000"/>
                </a:schemeClr>
              </a:solidFill>
              <a:latin typeface="Arial Regular" pitchFamily="34" charset="0"/>
              <a:ea typeface="Arial Regular" pitchFamily="34" charset="-122"/>
            </a:endParaRPr>
          </a:p>
        </p:txBody>
      </p:sp>
      <p:sp>
        <p:nvSpPr>
          <p:cNvPr id="2" name="Marcador de texto 1">
            <a:extLst>
              <a:ext uri="{FF2B5EF4-FFF2-40B4-BE49-F238E27FC236}">
                <a16:creationId xmlns:a16="http://schemas.microsoft.com/office/drawing/2014/main" id="{62E120CA-B69C-C968-56BD-8749B4832739}"/>
              </a:ext>
            </a:extLst>
          </p:cNvPr>
          <p:cNvSpPr>
            <a:spLocks noGrp="1"/>
          </p:cNvSpPr>
          <p:nvPr>
            <p:ph type="body" sz="quarter" idx="10"/>
          </p:nvPr>
        </p:nvSpPr>
        <p:spPr>
          <a:xfrm>
            <a:off x="84080" y="184382"/>
            <a:ext cx="11669556" cy="806971"/>
          </a:xfrm>
        </p:spPr>
        <p:txBody>
          <a:bodyPr>
            <a:noAutofit/>
          </a:bodyPr>
          <a:lstStyle/>
          <a:p>
            <a:pPr>
              <a:lnSpc>
                <a:spcPts val="4798"/>
              </a:lnSpc>
            </a:pPr>
            <a:r>
              <a:rPr lang="es-ES" sz="3200" kern="0" spc="-100" dirty="0">
                <a:latin typeface="Arial Regular" pitchFamily="34" charset="0"/>
                <a:ea typeface="Arial Regular" pitchFamily="34" charset="-122"/>
                <a:cs typeface="Arial Regular" pitchFamily="34" charset="-120"/>
              </a:rPr>
              <a:t>Aclaraciones User Interface HCM</a:t>
            </a:r>
            <a:endParaRPr lang="en-US" sz="3200" kern="0" spc="-100" dirty="0">
              <a:latin typeface="Arial Regular" pitchFamily="34" charset="0"/>
              <a:ea typeface="Arial Regular" pitchFamily="34" charset="-122"/>
              <a:cs typeface="Arial Regular" pitchFamily="34" charset="-120"/>
            </a:endParaRPr>
          </a:p>
        </p:txBody>
      </p:sp>
      <p:sp>
        <p:nvSpPr>
          <p:cNvPr id="5" name="Marcador de texto 4">
            <a:extLst>
              <a:ext uri="{FF2B5EF4-FFF2-40B4-BE49-F238E27FC236}">
                <a16:creationId xmlns:a16="http://schemas.microsoft.com/office/drawing/2014/main" id="{6F047C5F-A6EE-DD80-4275-C50A38A84A8A}"/>
              </a:ext>
            </a:extLst>
          </p:cNvPr>
          <p:cNvSpPr>
            <a:spLocks noGrp="1"/>
          </p:cNvSpPr>
          <p:nvPr>
            <p:ph type="body" sz="quarter" idx="13"/>
          </p:nvPr>
        </p:nvSpPr>
        <p:spPr>
          <a:xfrm>
            <a:off x="84080" y="6331629"/>
            <a:ext cx="5494417" cy="329637"/>
          </a:xfrm>
        </p:spPr>
        <p:txBody>
          <a:bodyPr/>
          <a:lstStyle/>
          <a:p>
            <a:r>
              <a:rPr lang="es-ES" spc="-67"/>
              <a:t>Conclusiones Defensas RFI Proyecto HCM</a:t>
            </a:r>
          </a:p>
        </p:txBody>
      </p:sp>
      <p:sp>
        <p:nvSpPr>
          <p:cNvPr id="4" name="CuadroTexto 3">
            <a:extLst>
              <a:ext uri="{FF2B5EF4-FFF2-40B4-BE49-F238E27FC236}">
                <a16:creationId xmlns:a16="http://schemas.microsoft.com/office/drawing/2014/main" id="{BBAAFE84-F53A-D1E5-0EFF-4E755937D110}"/>
              </a:ext>
            </a:extLst>
          </p:cNvPr>
          <p:cNvSpPr txBox="1"/>
          <p:nvPr/>
        </p:nvSpPr>
        <p:spPr>
          <a:xfrm>
            <a:off x="368157" y="822150"/>
            <a:ext cx="3616501" cy="5447645"/>
          </a:xfrm>
          <a:prstGeom prst="rect">
            <a:avLst/>
          </a:prstGeom>
          <a:noFill/>
        </p:spPr>
        <p:txBody>
          <a:bodyPr wrap="square" rtlCol="0">
            <a:spAutoFit/>
          </a:bodyPr>
          <a:lstStyle/>
          <a:p>
            <a:pPr algn="just">
              <a:spcAft>
                <a:spcPts val="600"/>
              </a:spcAft>
            </a:pPr>
            <a:r>
              <a:rPr lang="es-ES" sz="1200" kern="0" dirty="0">
                <a:solidFill>
                  <a:schemeClr val="tx1">
                    <a:lumMod val="50000"/>
                    <a:lumOff val="50000"/>
                  </a:schemeClr>
                </a:solidFill>
                <a:latin typeface="Arial Regular" pitchFamily="34" charset="0"/>
                <a:ea typeface="Arial Regular" pitchFamily="34" charset="-122"/>
              </a:rPr>
              <a:t>En base al feedback recibido creemos importante aclarar alguna percepción que ha surgido en algunas conversaciones, que la interfaz de Oracle es menos moderna que la de Workday. Esta impresión parece estar </a:t>
            </a:r>
            <a:r>
              <a:rPr lang="es-ES" sz="1200" b="1" kern="0" dirty="0">
                <a:solidFill>
                  <a:schemeClr val="tx1">
                    <a:lumMod val="50000"/>
                    <a:lumOff val="50000"/>
                  </a:schemeClr>
                </a:solidFill>
                <a:latin typeface="Arial Regular" pitchFamily="34" charset="0"/>
                <a:ea typeface="Arial Regular" pitchFamily="34" charset="-122"/>
              </a:rPr>
              <a:t>influida por la experiencia previa con PeopleSoft, pero no refleja la realidad actual del producto.</a:t>
            </a:r>
          </a:p>
          <a:p>
            <a:pPr algn="just">
              <a:spcAft>
                <a:spcPts val="600"/>
              </a:spcAft>
            </a:pPr>
            <a:r>
              <a:rPr lang="es-ES" sz="1200" b="1" kern="0" dirty="0">
                <a:solidFill>
                  <a:schemeClr val="tx1">
                    <a:lumMod val="50000"/>
                    <a:lumOff val="50000"/>
                  </a:schemeClr>
                </a:solidFill>
                <a:latin typeface="Arial Regular" pitchFamily="34" charset="0"/>
                <a:ea typeface="Arial Regular" pitchFamily="34" charset="-122"/>
              </a:rPr>
              <a:t>Oracle Fusion Cloud HCM ha sido rediseñado por completo en los últimos años</a:t>
            </a:r>
            <a:r>
              <a:rPr lang="es-ES" sz="1200" kern="0" dirty="0">
                <a:solidFill>
                  <a:schemeClr val="tx1">
                    <a:lumMod val="50000"/>
                    <a:lumOff val="50000"/>
                  </a:schemeClr>
                </a:solidFill>
                <a:latin typeface="Arial Regular" pitchFamily="34" charset="0"/>
                <a:ea typeface="Arial Regular" pitchFamily="34" charset="-122"/>
              </a:rPr>
              <a:t>, incorporando las mejores prácticas de experiencia de usuario (UX) y diseño responsivo. Su enfoque es claro: simplificar, hacer mas accesibles los procesos y adaptarse a perfiles muy distintos dentro de la organización.</a:t>
            </a:r>
          </a:p>
          <a:p>
            <a:pPr algn="just">
              <a:spcAft>
                <a:spcPts val="600"/>
              </a:spcAft>
            </a:pPr>
            <a:r>
              <a:rPr lang="es-ES" sz="1200" kern="0" dirty="0">
                <a:solidFill>
                  <a:schemeClr val="tx1">
                    <a:lumMod val="50000"/>
                    <a:lumOff val="50000"/>
                  </a:schemeClr>
                </a:solidFill>
                <a:latin typeface="Arial Regular" pitchFamily="34" charset="0"/>
                <a:ea typeface="Arial Regular" pitchFamily="34" charset="-122"/>
              </a:rPr>
              <a:t>Oracle utiliza Redwood UX, su framework visual actual,  que sigue principios muy similares a los de Workday:</a:t>
            </a:r>
          </a:p>
          <a:p>
            <a:pPr marL="174625" lvl="1" indent="-92075">
              <a:spcAft>
                <a:spcPts val="300"/>
              </a:spcAft>
              <a:buFont typeface="Arial" panose="020B0604020202020204" pitchFamily="34" charset="0"/>
              <a:buChar char="•"/>
            </a:pPr>
            <a:r>
              <a:rPr lang="es-ES" sz="1200" kern="0" dirty="0">
                <a:solidFill>
                  <a:schemeClr val="tx1">
                    <a:lumMod val="50000"/>
                    <a:lumOff val="50000"/>
                  </a:schemeClr>
                </a:solidFill>
                <a:latin typeface="Arial Regular" pitchFamily="34" charset="0"/>
                <a:ea typeface="Arial Regular" pitchFamily="34" charset="-122"/>
              </a:rPr>
              <a:t>Pantallas limpias, orientadas a tareas.</a:t>
            </a:r>
          </a:p>
          <a:p>
            <a:pPr marL="174625" lvl="1" indent="-92075">
              <a:spcAft>
                <a:spcPts val="300"/>
              </a:spcAft>
              <a:buFont typeface="Arial" panose="020B0604020202020204" pitchFamily="34" charset="0"/>
              <a:buChar char="•"/>
            </a:pPr>
            <a:r>
              <a:rPr lang="es-ES" sz="1200" kern="0" dirty="0">
                <a:solidFill>
                  <a:schemeClr val="tx1">
                    <a:lumMod val="50000"/>
                    <a:lumOff val="50000"/>
                  </a:schemeClr>
                </a:solidFill>
                <a:latin typeface="Arial Regular" pitchFamily="34" charset="0"/>
                <a:ea typeface="Arial Regular" pitchFamily="34" charset="-122"/>
              </a:rPr>
              <a:t>Navegación guiada, por pasos, con acciones destacadas.</a:t>
            </a:r>
          </a:p>
          <a:p>
            <a:pPr marL="174625" lvl="1" indent="-92075">
              <a:spcAft>
                <a:spcPts val="300"/>
              </a:spcAft>
              <a:buFont typeface="Arial" panose="020B0604020202020204" pitchFamily="34" charset="0"/>
              <a:buChar char="•"/>
            </a:pPr>
            <a:r>
              <a:rPr lang="es-ES" sz="1200" kern="0" dirty="0">
                <a:solidFill>
                  <a:schemeClr val="tx1">
                    <a:lumMod val="50000"/>
                    <a:lumOff val="50000"/>
                  </a:schemeClr>
                </a:solidFill>
                <a:latin typeface="Arial Regular" pitchFamily="34" charset="0"/>
                <a:ea typeface="Arial Regular" pitchFamily="34" charset="-122"/>
              </a:rPr>
              <a:t>Adaptabilidad a dispositivos móviles (responsive) y accesos directos personalizables.</a:t>
            </a:r>
          </a:p>
          <a:p>
            <a:pPr marL="174625" lvl="1" indent="-92075">
              <a:spcAft>
                <a:spcPts val="300"/>
              </a:spcAft>
              <a:buFont typeface="Arial" panose="020B0604020202020204" pitchFamily="34" charset="0"/>
              <a:buChar char="•"/>
            </a:pPr>
            <a:r>
              <a:rPr lang="es-ES" sz="1200" kern="0" dirty="0">
                <a:solidFill>
                  <a:schemeClr val="tx1">
                    <a:lumMod val="50000"/>
                    <a:lumOff val="50000"/>
                  </a:schemeClr>
                </a:solidFill>
                <a:latin typeface="Arial Regular" pitchFamily="34" charset="0"/>
                <a:ea typeface="Arial Regular" pitchFamily="34" charset="-122"/>
              </a:rPr>
              <a:t>Uso de asistentes inteligentes (Oracle Digital Assistant) integrados en la experiencia de usuario.</a:t>
            </a:r>
          </a:p>
          <a:p>
            <a:pPr algn="just"/>
            <a:endParaRPr lang="es-ES" sz="1100" kern="0" dirty="0">
              <a:solidFill>
                <a:schemeClr val="tx1">
                  <a:lumMod val="50000"/>
                  <a:lumOff val="50000"/>
                </a:schemeClr>
              </a:solidFill>
              <a:latin typeface="Arial Regular" pitchFamily="34" charset="0"/>
              <a:ea typeface="Arial Regular" pitchFamily="34" charset="-122"/>
            </a:endParaRPr>
          </a:p>
        </p:txBody>
      </p:sp>
      <p:sp>
        <p:nvSpPr>
          <p:cNvPr id="7" name="CuadroTexto 6">
            <a:extLst>
              <a:ext uri="{FF2B5EF4-FFF2-40B4-BE49-F238E27FC236}">
                <a16:creationId xmlns:a16="http://schemas.microsoft.com/office/drawing/2014/main" id="{55C96DB9-EF94-6809-97B1-E45C3907E8C7}"/>
              </a:ext>
            </a:extLst>
          </p:cNvPr>
          <p:cNvSpPr txBox="1"/>
          <p:nvPr/>
        </p:nvSpPr>
        <p:spPr>
          <a:xfrm>
            <a:off x="4159325" y="822150"/>
            <a:ext cx="3924726" cy="4016484"/>
          </a:xfrm>
          <a:prstGeom prst="rect">
            <a:avLst/>
          </a:prstGeom>
          <a:noFill/>
        </p:spPr>
        <p:txBody>
          <a:bodyPr wrap="square" rtlCol="0">
            <a:spAutoFit/>
          </a:bodyPr>
          <a:lstStyle/>
          <a:p>
            <a:pPr algn="just">
              <a:spcBef>
                <a:spcPts val="600"/>
              </a:spcBef>
            </a:pPr>
            <a:r>
              <a:rPr lang="es-ES" sz="1200" kern="0" dirty="0">
                <a:solidFill>
                  <a:schemeClr val="tx1">
                    <a:lumMod val="50000"/>
                    <a:lumOff val="50000"/>
                  </a:schemeClr>
                </a:solidFill>
                <a:latin typeface="Arial Regular" pitchFamily="34" charset="0"/>
                <a:ea typeface="Arial Regular" pitchFamily="34" charset="-122"/>
              </a:rPr>
              <a:t>Por su parte, Workday fue diseñado desde el inicio como un producto cloud-first, lo que le dio ventaja inicial en percepción visual. Y es cierto: su interfaz es intuitiva, bien valorada y moderna. </a:t>
            </a:r>
            <a:r>
              <a:rPr lang="es-ES" sz="1200" b="1" i="1" kern="0" dirty="0">
                <a:solidFill>
                  <a:schemeClr val="tx1">
                    <a:lumMod val="50000"/>
                    <a:lumOff val="50000"/>
                  </a:schemeClr>
                </a:solidFill>
                <a:latin typeface="Arial Regular" pitchFamily="34" charset="0"/>
                <a:ea typeface="Arial Regular" pitchFamily="34" charset="-122"/>
              </a:rPr>
              <a:t>Pero es importante recalcar que la distancia entre ambas experiencias hoy es mínima</a:t>
            </a:r>
            <a:r>
              <a:rPr lang="es-ES" sz="1200" kern="0" dirty="0">
                <a:solidFill>
                  <a:schemeClr val="tx1">
                    <a:lumMod val="50000"/>
                    <a:lumOff val="50000"/>
                  </a:schemeClr>
                </a:solidFill>
                <a:latin typeface="Arial Regular" pitchFamily="34" charset="0"/>
                <a:ea typeface="Arial Regular" pitchFamily="34" charset="-122"/>
              </a:rPr>
              <a:t>. </a:t>
            </a:r>
          </a:p>
          <a:p>
            <a:pPr algn="just">
              <a:spcBef>
                <a:spcPts val="600"/>
              </a:spcBef>
            </a:pPr>
            <a:r>
              <a:rPr lang="es-ES" sz="1200" kern="0" dirty="0">
                <a:solidFill>
                  <a:schemeClr val="tx1">
                    <a:lumMod val="50000"/>
                    <a:lumOff val="50000"/>
                  </a:schemeClr>
                </a:solidFill>
                <a:latin typeface="Arial Regular" pitchFamily="34" charset="0"/>
                <a:ea typeface="Arial Regular" pitchFamily="34" charset="-122"/>
              </a:rPr>
              <a:t>En muchos aspectos, Oracle ha alcanzado un nivel de experiencia visual y funcional muy similar, con un diseño muy pensado para </a:t>
            </a:r>
            <a:r>
              <a:rPr lang="es-ES" sz="1200" b="1" kern="0" dirty="0">
                <a:solidFill>
                  <a:schemeClr val="tx1">
                    <a:lumMod val="50000"/>
                    <a:lumOff val="50000"/>
                  </a:schemeClr>
                </a:solidFill>
                <a:latin typeface="Arial Regular" pitchFamily="34" charset="0"/>
                <a:ea typeface="Arial Regular" pitchFamily="34" charset="-122"/>
              </a:rPr>
              <a:t>hacer el trabajo mas sencillo y natural</a:t>
            </a:r>
            <a:r>
              <a:rPr lang="es-ES" sz="1200" kern="0" dirty="0">
                <a:solidFill>
                  <a:schemeClr val="tx1">
                    <a:lumMod val="50000"/>
                    <a:lumOff val="50000"/>
                  </a:schemeClr>
                </a:solidFill>
                <a:latin typeface="Arial Regular" pitchFamily="34" charset="0"/>
                <a:ea typeface="Arial Regular" pitchFamily="34" charset="-122"/>
              </a:rPr>
              <a:t>, sobre todo en organizaciones con </a:t>
            </a:r>
            <a:r>
              <a:rPr lang="es-ES" sz="1200" b="1" kern="0" dirty="0">
                <a:solidFill>
                  <a:schemeClr val="tx1">
                    <a:lumMod val="50000"/>
                    <a:lumOff val="50000"/>
                  </a:schemeClr>
                </a:solidFill>
                <a:latin typeface="Arial Regular" pitchFamily="34" charset="0"/>
                <a:ea typeface="Arial Regular" pitchFamily="34" charset="-122"/>
              </a:rPr>
              <a:t>roles diversos y flujos distintos</a:t>
            </a:r>
            <a:r>
              <a:rPr lang="es-ES" sz="1200" kern="0" dirty="0">
                <a:solidFill>
                  <a:schemeClr val="tx1">
                    <a:lumMod val="50000"/>
                    <a:lumOff val="50000"/>
                  </a:schemeClr>
                </a:solidFill>
                <a:latin typeface="Arial Regular" pitchFamily="34" charset="0"/>
                <a:ea typeface="Arial Regular" pitchFamily="34" charset="-122"/>
              </a:rPr>
              <a:t>.</a:t>
            </a:r>
          </a:p>
          <a:p>
            <a:pPr algn="just">
              <a:spcBef>
                <a:spcPts val="600"/>
              </a:spcBef>
            </a:pPr>
            <a:endParaRPr lang="es-ES" sz="1200" kern="0" dirty="0">
              <a:solidFill>
                <a:schemeClr val="tx1">
                  <a:lumMod val="50000"/>
                  <a:lumOff val="50000"/>
                </a:schemeClr>
              </a:solidFill>
              <a:latin typeface="Arial Regular" pitchFamily="34" charset="0"/>
              <a:ea typeface="Arial Regular" pitchFamily="34" charset="-122"/>
            </a:endParaRPr>
          </a:p>
          <a:p>
            <a:pPr marL="87313" algn="just">
              <a:spcBef>
                <a:spcPts val="600"/>
              </a:spcBef>
            </a:pPr>
            <a:r>
              <a:rPr lang="es-ES" sz="1200" i="1" kern="0" dirty="0">
                <a:solidFill>
                  <a:schemeClr val="tx1">
                    <a:lumMod val="50000"/>
                    <a:lumOff val="50000"/>
                  </a:schemeClr>
                </a:solidFill>
                <a:latin typeface="Arial Regular" pitchFamily="34" charset="0"/>
                <a:ea typeface="Arial Regular" pitchFamily="34" charset="-122"/>
              </a:rPr>
              <a:t>La fuerza de una UX no está solo en lo estético, sino en cómo se adapta al flujo real del trabajo, cómo guía al usuario paso a paso y como facilita completar de forma sencilla y lógica. En eso, Oracle ha avanzado con paso firme, combinando diseño y funcionalidad con un enfoque muy orientado a simplificar la experiencia de uso en organizaciones con múltiples perfiles y necesidades distintas.</a:t>
            </a:r>
          </a:p>
        </p:txBody>
      </p:sp>
      <p:cxnSp>
        <p:nvCxnSpPr>
          <p:cNvPr id="6" name="Conector recto 5">
            <a:extLst>
              <a:ext uri="{FF2B5EF4-FFF2-40B4-BE49-F238E27FC236}">
                <a16:creationId xmlns:a16="http://schemas.microsoft.com/office/drawing/2014/main" id="{7F7942DA-F61F-26F1-795D-8BC2FD51B2D3}"/>
              </a:ext>
            </a:extLst>
          </p:cNvPr>
          <p:cNvCxnSpPr>
            <a:cxnSpLocks/>
          </p:cNvCxnSpPr>
          <p:nvPr/>
        </p:nvCxnSpPr>
        <p:spPr>
          <a:xfrm>
            <a:off x="8264769" y="2497018"/>
            <a:ext cx="0" cy="931982"/>
          </a:xfrm>
          <a:prstGeom prst="line">
            <a:avLst/>
          </a:prstGeom>
          <a:ln w="28575">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pic>
        <p:nvPicPr>
          <p:cNvPr id="13" name="Gráfico 12" descr="Anclar con relleno sólido">
            <a:extLst>
              <a:ext uri="{FF2B5EF4-FFF2-40B4-BE49-F238E27FC236}">
                <a16:creationId xmlns:a16="http://schemas.microsoft.com/office/drawing/2014/main" id="{A9ED708A-EFE3-E6D7-ED75-A1AF26BA64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86253" y="3726558"/>
            <a:ext cx="282733" cy="282733"/>
          </a:xfrm>
          <a:prstGeom prst="rect">
            <a:avLst/>
          </a:prstGeom>
        </p:spPr>
      </p:pic>
      <p:cxnSp>
        <p:nvCxnSpPr>
          <p:cNvPr id="14" name="Conector recto 13">
            <a:extLst>
              <a:ext uri="{FF2B5EF4-FFF2-40B4-BE49-F238E27FC236}">
                <a16:creationId xmlns:a16="http://schemas.microsoft.com/office/drawing/2014/main" id="{E95108F2-B7AB-AB7F-EB5A-C03A20715B93}"/>
              </a:ext>
            </a:extLst>
          </p:cNvPr>
          <p:cNvCxnSpPr>
            <a:cxnSpLocks/>
          </p:cNvCxnSpPr>
          <p:nvPr/>
        </p:nvCxnSpPr>
        <p:spPr>
          <a:xfrm>
            <a:off x="4258407" y="3308842"/>
            <a:ext cx="0" cy="1512208"/>
          </a:xfrm>
          <a:prstGeom prst="line">
            <a:avLst/>
          </a:prstGeom>
          <a:ln w="28575">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803853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80F0C-1BC3-0E9C-CF69-C9A7549E2625}"/>
            </a:ext>
          </a:extLst>
        </p:cNvPr>
        <p:cNvGrpSpPr/>
        <p:nvPr/>
      </p:nvGrpSpPr>
      <p:grpSpPr>
        <a:xfrm>
          <a:off x="0" y="0"/>
          <a:ext cx="0" cy="0"/>
          <a:chOff x="0" y="0"/>
          <a:chExt cx="0" cy="0"/>
        </a:xfrm>
      </p:grpSpPr>
      <p:sp>
        <p:nvSpPr>
          <p:cNvPr id="8" name="CuadroTexto 7">
            <a:extLst>
              <a:ext uri="{FF2B5EF4-FFF2-40B4-BE49-F238E27FC236}">
                <a16:creationId xmlns:a16="http://schemas.microsoft.com/office/drawing/2014/main" id="{FF9800EE-D8B3-D6B5-964A-B8320FA58912}"/>
              </a:ext>
            </a:extLst>
          </p:cNvPr>
          <p:cNvSpPr txBox="1"/>
          <p:nvPr/>
        </p:nvSpPr>
        <p:spPr>
          <a:xfrm>
            <a:off x="8186795" y="1121087"/>
            <a:ext cx="3924726" cy="3385542"/>
          </a:xfrm>
          <a:prstGeom prst="rect">
            <a:avLst/>
          </a:prstGeom>
          <a:noFill/>
        </p:spPr>
        <p:txBody>
          <a:bodyPr wrap="square" rtlCol="0">
            <a:spAutoFit/>
          </a:bodyPr>
          <a:lstStyle/>
          <a:p>
            <a:pPr algn="just">
              <a:spcBef>
                <a:spcPts val="600"/>
              </a:spcBef>
            </a:pPr>
            <a:r>
              <a:rPr lang="es-ES" sz="1200" b="1" kern="0" dirty="0">
                <a:solidFill>
                  <a:schemeClr val="tx1">
                    <a:lumMod val="50000"/>
                    <a:lumOff val="50000"/>
                  </a:schemeClr>
                </a:solidFill>
                <a:latin typeface="Arial Regular" pitchFamily="34" charset="0"/>
                <a:ea typeface="Arial Regular" pitchFamily="34" charset="-122"/>
              </a:rPr>
              <a:t>Igual en móvil que en escritorio</a:t>
            </a:r>
          </a:p>
          <a:p>
            <a:pPr algn="just">
              <a:spcBef>
                <a:spcPts val="600"/>
              </a:spcBef>
            </a:pPr>
            <a:r>
              <a:rPr lang="es-ES" sz="1200" kern="0" dirty="0">
                <a:solidFill>
                  <a:schemeClr val="tx1">
                    <a:lumMod val="50000"/>
                    <a:lumOff val="50000"/>
                  </a:schemeClr>
                </a:solidFill>
                <a:latin typeface="Arial Regular" pitchFamily="34" charset="0"/>
                <a:ea typeface="Arial Regular" pitchFamily="34" charset="-122"/>
              </a:rPr>
              <a:t>Redwood está pensado para verse y usarse igual de bien en un portátil, un móvil o una Tablet.</a:t>
            </a:r>
          </a:p>
          <a:p>
            <a:pPr algn="just">
              <a:spcBef>
                <a:spcPts val="600"/>
              </a:spcBef>
            </a:pPr>
            <a:r>
              <a:rPr lang="es-ES" sz="1200" kern="0" dirty="0">
                <a:solidFill>
                  <a:schemeClr val="tx1">
                    <a:lumMod val="50000"/>
                    <a:lumOff val="50000"/>
                  </a:schemeClr>
                </a:solidFill>
                <a:latin typeface="Arial Regular" pitchFamily="34" charset="0"/>
                <a:ea typeface="Arial Regular" pitchFamily="34" charset="-122"/>
              </a:rPr>
              <a:t>Todo es responsive, es decir, se adapta automáticamente al tamaño del dispositivo sin perder funcionalidad.</a:t>
            </a:r>
            <a:endParaRPr lang="es-ES" sz="1200" b="1" kern="0" dirty="0">
              <a:solidFill>
                <a:schemeClr val="tx1">
                  <a:lumMod val="50000"/>
                  <a:lumOff val="50000"/>
                </a:schemeClr>
              </a:solidFill>
              <a:latin typeface="Arial Regular" pitchFamily="34" charset="0"/>
              <a:ea typeface="Arial Regular" pitchFamily="34" charset="-122"/>
            </a:endParaRPr>
          </a:p>
          <a:p>
            <a:pPr algn="just"/>
            <a:endParaRPr lang="es-ES" sz="1200" b="1" kern="0" dirty="0">
              <a:solidFill>
                <a:schemeClr val="tx1">
                  <a:lumMod val="50000"/>
                  <a:lumOff val="50000"/>
                </a:schemeClr>
              </a:solidFill>
              <a:latin typeface="Arial Regular" pitchFamily="34" charset="0"/>
              <a:ea typeface="Arial Regular" pitchFamily="34" charset="-122"/>
            </a:endParaRPr>
          </a:p>
          <a:p>
            <a:pPr algn="just"/>
            <a:r>
              <a:rPr lang="es-ES" sz="1200" b="1" kern="0" dirty="0">
                <a:solidFill>
                  <a:schemeClr val="tx1">
                    <a:lumMod val="50000"/>
                    <a:lumOff val="50000"/>
                  </a:schemeClr>
                </a:solidFill>
                <a:latin typeface="Arial Regular" pitchFamily="34" charset="0"/>
                <a:ea typeface="Arial Regular" pitchFamily="34" charset="-122"/>
              </a:rPr>
              <a:t>En resumen</a:t>
            </a:r>
          </a:p>
          <a:p>
            <a:pPr algn="just"/>
            <a:r>
              <a:rPr lang="es-ES" sz="1200" kern="0" dirty="0">
                <a:solidFill>
                  <a:schemeClr val="tx1">
                    <a:lumMod val="50000"/>
                    <a:lumOff val="50000"/>
                  </a:schemeClr>
                </a:solidFill>
                <a:latin typeface="Arial Regular" pitchFamily="34" charset="0"/>
                <a:ea typeface="Arial Regular" pitchFamily="34" charset="-122"/>
              </a:rPr>
              <a:t>Redwood UX no es solo una interfaz bonita. Es una forma de trabajar más clara, rápida y centrada en las personas.</a:t>
            </a:r>
          </a:p>
          <a:p>
            <a:pPr algn="just"/>
            <a:endParaRPr lang="es-ES" sz="1200" kern="0" dirty="0">
              <a:solidFill>
                <a:schemeClr val="tx1">
                  <a:lumMod val="50000"/>
                  <a:lumOff val="50000"/>
                </a:schemeClr>
              </a:solidFill>
              <a:latin typeface="Arial Regular" pitchFamily="34" charset="0"/>
              <a:ea typeface="Arial Regular" pitchFamily="34" charset="-122"/>
            </a:endParaRPr>
          </a:p>
          <a:p>
            <a:pPr algn="just"/>
            <a:r>
              <a:rPr lang="es-ES" sz="1200" kern="0" dirty="0">
                <a:solidFill>
                  <a:schemeClr val="tx1">
                    <a:lumMod val="50000"/>
                    <a:lumOff val="50000"/>
                  </a:schemeClr>
                </a:solidFill>
                <a:latin typeface="Arial Regular" pitchFamily="34" charset="0"/>
                <a:ea typeface="Arial Regular" pitchFamily="34" charset="-122"/>
              </a:rPr>
              <a:t>Con Oracle Cloud HCM, esta experiencia ya está integrada, lo que facilita que los usuarios se adapten rápidamente, incluso los que vienen de entornos más tradicionales.</a:t>
            </a:r>
          </a:p>
          <a:p>
            <a:pPr algn="just"/>
            <a:endParaRPr lang="es-ES" sz="1200" kern="0" dirty="0">
              <a:solidFill>
                <a:schemeClr val="tx1">
                  <a:lumMod val="50000"/>
                  <a:lumOff val="50000"/>
                </a:schemeClr>
              </a:solidFill>
              <a:latin typeface="Arial Regular" pitchFamily="34" charset="0"/>
              <a:ea typeface="Arial Regular" pitchFamily="34" charset="-122"/>
            </a:endParaRPr>
          </a:p>
        </p:txBody>
      </p:sp>
      <p:sp>
        <p:nvSpPr>
          <p:cNvPr id="2" name="Marcador de texto 1">
            <a:extLst>
              <a:ext uri="{FF2B5EF4-FFF2-40B4-BE49-F238E27FC236}">
                <a16:creationId xmlns:a16="http://schemas.microsoft.com/office/drawing/2014/main" id="{511D86D1-50B6-0E29-0717-13EE802E4CA2}"/>
              </a:ext>
            </a:extLst>
          </p:cNvPr>
          <p:cNvSpPr>
            <a:spLocks noGrp="1"/>
          </p:cNvSpPr>
          <p:nvPr>
            <p:ph type="body" sz="quarter" idx="10"/>
          </p:nvPr>
        </p:nvSpPr>
        <p:spPr>
          <a:xfrm>
            <a:off x="84080" y="184382"/>
            <a:ext cx="11669556" cy="806971"/>
          </a:xfrm>
        </p:spPr>
        <p:txBody>
          <a:bodyPr>
            <a:noAutofit/>
          </a:bodyPr>
          <a:lstStyle/>
          <a:p>
            <a:pPr>
              <a:lnSpc>
                <a:spcPts val="4798"/>
              </a:lnSpc>
            </a:pPr>
            <a:r>
              <a:rPr lang="es-ES" sz="3200" kern="0" spc="-100" dirty="0">
                <a:latin typeface="Arial Regular" pitchFamily="34" charset="0"/>
                <a:ea typeface="Arial Regular" pitchFamily="34" charset="-122"/>
              </a:rPr>
              <a:t>Anexo framework Redwood UX</a:t>
            </a:r>
            <a:endParaRPr lang="en-US" sz="3200" kern="0" spc="-100" dirty="0">
              <a:latin typeface="Arial Regular" pitchFamily="34" charset="0"/>
              <a:ea typeface="Arial Regular" pitchFamily="34" charset="-122"/>
            </a:endParaRPr>
          </a:p>
        </p:txBody>
      </p:sp>
      <p:sp>
        <p:nvSpPr>
          <p:cNvPr id="5" name="Marcador de texto 4">
            <a:extLst>
              <a:ext uri="{FF2B5EF4-FFF2-40B4-BE49-F238E27FC236}">
                <a16:creationId xmlns:a16="http://schemas.microsoft.com/office/drawing/2014/main" id="{13C2E9BD-BB07-D65A-9495-9EF6D878D3D1}"/>
              </a:ext>
            </a:extLst>
          </p:cNvPr>
          <p:cNvSpPr>
            <a:spLocks noGrp="1"/>
          </p:cNvSpPr>
          <p:nvPr>
            <p:ph type="body" sz="quarter" idx="13"/>
          </p:nvPr>
        </p:nvSpPr>
        <p:spPr>
          <a:xfrm>
            <a:off x="84080" y="6331629"/>
            <a:ext cx="5494417" cy="329637"/>
          </a:xfrm>
        </p:spPr>
        <p:txBody>
          <a:bodyPr/>
          <a:lstStyle/>
          <a:p>
            <a:r>
              <a:rPr lang="es-ES" spc="-67"/>
              <a:t>Conclusiones Defensas RFI Proyecto HCM</a:t>
            </a:r>
          </a:p>
        </p:txBody>
      </p:sp>
      <p:sp>
        <p:nvSpPr>
          <p:cNvPr id="4" name="CuadroTexto 3">
            <a:extLst>
              <a:ext uri="{FF2B5EF4-FFF2-40B4-BE49-F238E27FC236}">
                <a16:creationId xmlns:a16="http://schemas.microsoft.com/office/drawing/2014/main" id="{831960DE-4F66-BEAE-26B5-D5A4C9AD0A3D}"/>
              </a:ext>
            </a:extLst>
          </p:cNvPr>
          <p:cNvSpPr txBox="1"/>
          <p:nvPr/>
        </p:nvSpPr>
        <p:spPr>
          <a:xfrm>
            <a:off x="368157" y="1121087"/>
            <a:ext cx="3616501" cy="4355038"/>
          </a:xfrm>
          <a:prstGeom prst="rect">
            <a:avLst/>
          </a:prstGeom>
          <a:noFill/>
        </p:spPr>
        <p:txBody>
          <a:bodyPr wrap="square" rtlCol="0">
            <a:spAutoFit/>
          </a:bodyPr>
          <a:lstStyle/>
          <a:p>
            <a:pPr algn="just">
              <a:spcAft>
                <a:spcPts val="600"/>
              </a:spcAft>
            </a:pPr>
            <a:r>
              <a:rPr lang="es-ES" sz="1200" kern="0" dirty="0">
                <a:solidFill>
                  <a:schemeClr val="tx1">
                    <a:lumMod val="50000"/>
                    <a:lumOff val="50000"/>
                  </a:schemeClr>
                </a:solidFill>
                <a:latin typeface="Arial Regular" pitchFamily="34" charset="0"/>
                <a:ea typeface="Arial Regular" pitchFamily="34" charset="-122"/>
              </a:rPr>
              <a:t>Oracle Redwood UX es el nuevo estándar de diseño de Oracle para todas sus aplicaciones cloud. No solo moderniza la interfaz visual, sino que transforma la experiencia de uso con un enfoque centrado en la persona, accesible, claro y adaptado a distintos perfiles profesionales. </a:t>
            </a:r>
          </a:p>
          <a:p>
            <a:pPr algn="just">
              <a:spcAft>
                <a:spcPts val="600"/>
              </a:spcAft>
            </a:pPr>
            <a:r>
              <a:rPr lang="es-ES" sz="1200" kern="0" dirty="0">
                <a:solidFill>
                  <a:schemeClr val="tx1">
                    <a:lumMod val="50000"/>
                    <a:lumOff val="50000"/>
                  </a:schemeClr>
                </a:solidFill>
                <a:latin typeface="Arial Regular" pitchFamily="34" charset="0"/>
                <a:ea typeface="Arial Regular" pitchFamily="34" charset="-122"/>
              </a:rPr>
              <a:t>Ha sido reconocido con premios internacionales como el San Francisco Design Week Award y el pasado año 2024 obtuvo el Indigo Design Award, y ha sido nombrado finalista en eventos como Cannes Lions, mostrando su impacto no solo en el entorno empresarial sino también en el diseño creativo.</a:t>
            </a:r>
          </a:p>
          <a:p>
            <a:pPr algn="just">
              <a:spcAft>
                <a:spcPts val="600"/>
              </a:spcAft>
            </a:pPr>
            <a:r>
              <a:rPr lang="es-ES" sz="1200" kern="0" dirty="0">
                <a:solidFill>
                  <a:schemeClr val="tx1">
                    <a:lumMod val="50000"/>
                    <a:lumOff val="50000"/>
                  </a:schemeClr>
                </a:solidFill>
                <a:latin typeface="Arial Regular" pitchFamily="34" charset="0"/>
                <a:ea typeface="Arial Regular" pitchFamily="34" charset="-122"/>
              </a:rPr>
              <a:t>Lo que refuerza que estamos ante una experiencia de usuario premiada, no solo funcional. </a:t>
            </a:r>
          </a:p>
          <a:p>
            <a:pPr algn="just">
              <a:spcAft>
                <a:spcPts val="600"/>
              </a:spcAft>
            </a:pPr>
            <a:r>
              <a:rPr lang="es-ES" sz="1200" kern="0" dirty="0">
                <a:solidFill>
                  <a:schemeClr val="tx1">
                    <a:lumMod val="50000"/>
                    <a:lumOff val="50000"/>
                  </a:schemeClr>
                </a:solidFill>
                <a:latin typeface="Arial Regular" pitchFamily="34" charset="0"/>
                <a:ea typeface="Arial Regular" pitchFamily="34" charset="-122"/>
              </a:rPr>
              <a:t>Su objetivo es hacer que las herramientas empresariales dejen de sentirse “corporativas” y empiecen a sentirse intuitivas, humanas y agradables de usar en el día a día.</a:t>
            </a:r>
          </a:p>
          <a:p>
            <a:pPr algn="just">
              <a:spcAft>
                <a:spcPts val="600"/>
              </a:spcAft>
            </a:pPr>
            <a:r>
              <a:rPr lang="es-ES" sz="1200" kern="0" dirty="0">
                <a:solidFill>
                  <a:schemeClr val="tx1">
                    <a:lumMod val="50000"/>
                    <a:lumOff val="50000"/>
                  </a:schemeClr>
                </a:solidFill>
                <a:latin typeface="Arial Regular" pitchFamily="34" charset="0"/>
                <a:ea typeface="Arial Regular" pitchFamily="34" charset="-122"/>
              </a:rPr>
              <a:t>.</a:t>
            </a:r>
          </a:p>
          <a:p>
            <a:pPr algn="just">
              <a:spcAft>
                <a:spcPts val="600"/>
              </a:spcAft>
            </a:pPr>
            <a:endParaRPr lang="es-ES" sz="1200" kern="0" dirty="0">
              <a:solidFill>
                <a:schemeClr val="tx1">
                  <a:lumMod val="50000"/>
                  <a:lumOff val="50000"/>
                </a:schemeClr>
              </a:solidFill>
              <a:latin typeface="Arial Regular" pitchFamily="34" charset="0"/>
              <a:ea typeface="Arial Regular" pitchFamily="34" charset="-122"/>
            </a:endParaRPr>
          </a:p>
        </p:txBody>
      </p:sp>
      <p:sp>
        <p:nvSpPr>
          <p:cNvPr id="7" name="CuadroTexto 6">
            <a:extLst>
              <a:ext uri="{FF2B5EF4-FFF2-40B4-BE49-F238E27FC236}">
                <a16:creationId xmlns:a16="http://schemas.microsoft.com/office/drawing/2014/main" id="{F41F4C88-4985-B067-8AD6-EA256BEF87E4}"/>
              </a:ext>
            </a:extLst>
          </p:cNvPr>
          <p:cNvSpPr txBox="1"/>
          <p:nvPr/>
        </p:nvSpPr>
        <p:spPr>
          <a:xfrm>
            <a:off x="4159325" y="1121087"/>
            <a:ext cx="3924726" cy="4555093"/>
          </a:xfrm>
          <a:prstGeom prst="rect">
            <a:avLst/>
          </a:prstGeom>
          <a:noFill/>
        </p:spPr>
        <p:txBody>
          <a:bodyPr wrap="square" rtlCol="0">
            <a:spAutoFit/>
          </a:bodyPr>
          <a:lstStyle/>
          <a:p>
            <a:pPr algn="just">
              <a:spcAft>
                <a:spcPts val="600"/>
              </a:spcAft>
            </a:pPr>
            <a:r>
              <a:rPr lang="es-ES" sz="1200" b="1" kern="0" dirty="0">
                <a:solidFill>
                  <a:schemeClr val="tx1">
                    <a:lumMod val="50000"/>
                    <a:lumOff val="50000"/>
                  </a:schemeClr>
                </a:solidFill>
                <a:latin typeface="Arial Regular" pitchFamily="34" charset="0"/>
                <a:ea typeface="Arial Regular" pitchFamily="34" charset="-122"/>
              </a:rPr>
              <a:t>Claridad visual</a:t>
            </a:r>
          </a:p>
          <a:p>
            <a:pPr algn="just">
              <a:spcAft>
                <a:spcPts val="600"/>
              </a:spcAft>
            </a:pPr>
            <a:r>
              <a:rPr lang="es-ES" sz="1200" kern="0" dirty="0">
                <a:solidFill>
                  <a:schemeClr val="tx1">
                    <a:lumMod val="50000"/>
                    <a:lumOff val="50000"/>
                  </a:schemeClr>
                </a:solidFill>
                <a:latin typeface="Arial Regular" pitchFamily="34" charset="0"/>
                <a:ea typeface="Arial Regular" pitchFamily="34" charset="-122"/>
              </a:rPr>
              <a:t>Todo está pensado para que el usuario vea solo lo que necesita en cada momento.</a:t>
            </a:r>
          </a:p>
          <a:p>
            <a:pPr algn="just">
              <a:spcAft>
                <a:spcPts val="600"/>
              </a:spcAft>
            </a:pPr>
            <a:r>
              <a:rPr lang="es-ES" sz="1200" kern="0" dirty="0">
                <a:solidFill>
                  <a:schemeClr val="tx1">
                    <a:lumMod val="50000"/>
                    <a:lumOff val="50000"/>
                  </a:schemeClr>
                </a:solidFill>
                <a:latin typeface="Arial Regular" pitchFamily="34" charset="0"/>
                <a:ea typeface="Arial Regular" pitchFamily="34" charset="-122"/>
              </a:rPr>
              <a:t>Pantallas limpias, sin ruido ni botones innecesarios. Se eliminan los menús complejos de antes y se sustituyen por rutas claras y visuales</a:t>
            </a:r>
            <a:endParaRPr lang="es-ES" sz="1200" b="1" kern="0" dirty="0">
              <a:solidFill>
                <a:schemeClr val="tx1">
                  <a:lumMod val="50000"/>
                  <a:lumOff val="50000"/>
                </a:schemeClr>
              </a:solidFill>
              <a:latin typeface="Arial Regular" pitchFamily="34" charset="0"/>
              <a:ea typeface="Arial Regular" pitchFamily="34" charset="-122"/>
            </a:endParaRPr>
          </a:p>
          <a:p>
            <a:pPr algn="just">
              <a:spcAft>
                <a:spcPts val="600"/>
              </a:spcAft>
            </a:pPr>
            <a:r>
              <a:rPr lang="es-ES" sz="1200" b="1" kern="0" dirty="0">
                <a:solidFill>
                  <a:schemeClr val="tx1">
                    <a:lumMod val="50000"/>
                    <a:lumOff val="50000"/>
                  </a:schemeClr>
                </a:solidFill>
                <a:latin typeface="Arial Regular" pitchFamily="34" charset="0"/>
                <a:ea typeface="Arial Regular" pitchFamily="34" charset="-122"/>
              </a:rPr>
              <a:t>Diseño centrado en la persona</a:t>
            </a:r>
          </a:p>
          <a:p>
            <a:pPr algn="just">
              <a:spcAft>
                <a:spcPts val="600"/>
              </a:spcAft>
            </a:pPr>
            <a:r>
              <a:rPr lang="es-ES" sz="1200" kern="0" dirty="0">
                <a:solidFill>
                  <a:schemeClr val="tx1">
                    <a:lumMod val="50000"/>
                    <a:lumOff val="50000"/>
                  </a:schemeClr>
                </a:solidFill>
                <a:latin typeface="Arial Regular" pitchFamily="34" charset="0"/>
                <a:ea typeface="Arial Regular" pitchFamily="34" charset="-122"/>
              </a:rPr>
              <a:t>Redwood está adaptado a los distintos tipos de usuarios: un manager ve lo que le importa, un empleado ve lo que necesita, y todo está diseñado para que las acciones más habituales estén a un clic.</a:t>
            </a:r>
          </a:p>
          <a:p>
            <a:pPr algn="just">
              <a:spcBef>
                <a:spcPts val="600"/>
              </a:spcBef>
            </a:pPr>
            <a:r>
              <a:rPr lang="es-ES" sz="1200" kern="0" dirty="0">
                <a:solidFill>
                  <a:schemeClr val="tx1">
                    <a:lumMod val="50000"/>
                    <a:lumOff val="50000"/>
                  </a:schemeClr>
                </a:solidFill>
                <a:latin typeface="Arial Regular" pitchFamily="34" charset="0"/>
                <a:ea typeface="Arial Regular" pitchFamily="34" charset="-122"/>
              </a:rPr>
              <a:t>Es un diseño que entiende el “rol” de quien está delante de la pantalla.</a:t>
            </a:r>
          </a:p>
          <a:p>
            <a:pPr algn="just">
              <a:spcBef>
                <a:spcPts val="600"/>
              </a:spcBef>
            </a:pPr>
            <a:r>
              <a:rPr lang="es-ES" sz="1200" b="1" kern="0" dirty="0">
                <a:solidFill>
                  <a:schemeClr val="tx1">
                    <a:lumMod val="50000"/>
                    <a:lumOff val="50000"/>
                  </a:schemeClr>
                </a:solidFill>
                <a:latin typeface="Arial Regular" pitchFamily="34" charset="0"/>
                <a:ea typeface="Arial Regular" pitchFamily="34" charset="-122"/>
              </a:rPr>
              <a:t>Fluidez y ayuda inteligente</a:t>
            </a:r>
          </a:p>
          <a:p>
            <a:pPr algn="just">
              <a:spcBef>
                <a:spcPts val="600"/>
              </a:spcBef>
            </a:pPr>
            <a:r>
              <a:rPr lang="es-ES" sz="1200" kern="0" dirty="0">
                <a:solidFill>
                  <a:schemeClr val="tx1">
                    <a:lumMod val="50000"/>
                    <a:lumOff val="50000"/>
                  </a:schemeClr>
                </a:solidFill>
                <a:latin typeface="Arial Regular" pitchFamily="34" charset="0"/>
                <a:ea typeface="Arial Regular" pitchFamily="34" charset="-122"/>
              </a:rPr>
              <a:t>Con Redwood, muchas tareas están guiadas paso a paso o incluso sugeridas por el sistema (gracias a asistentes inteligentes como Oracle Digital Assistant).</a:t>
            </a:r>
          </a:p>
          <a:p>
            <a:pPr algn="just">
              <a:spcBef>
                <a:spcPts val="600"/>
              </a:spcBef>
            </a:pPr>
            <a:r>
              <a:rPr lang="es-ES" sz="1200" kern="0" dirty="0">
                <a:solidFill>
                  <a:schemeClr val="tx1">
                    <a:lumMod val="50000"/>
                    <a:lumOff val="50000"/>
                  </a:schemeClr>
                </a:solidFill>
                <a:latin typeface="Arial Regular" pitchFamily="34" charset="0"/>
                <a:ea typeface="Arial Regular" pitchFamily="34" charset="-122"/>
              </a:rPr>
              <a:t>Esto hace que hasta procesos complejos se vuelvan manejables, incluso para personas no técnicas.</a:t>
            </a:r>
          </a:p>
          <a:p>
            <a:pPr algn="just">
              <a:spcBef>
                <a:spcPts val="600"/>
              </a:spcBef>
            </a:pPr>
            <a:endParaRPr lang="es-ES" sz="1200" kern="0" dirty="0">
              <a:solidFill>
                <a:schemeClr val="tx1">
                  <a:lumMod val="50000"/>
                  <a:lumOff val="50000"/>
                </a:schemeClr>
              </a:solidFill>
              <a:latin typeface="Arial Regular" pitchFamily="34" charset="0"/>
              <a:ea typeface="Arial Regular" pitchFamily="34" charset="-122"/>
            </a:endParaRPr>
          </a:p>
        </p:txBody>
      </p:sp>
    </p:spTree>
    <p:extLst>
      <p:ext uri="{BB962C8B-B14F-4D97-AF65-F5344CB8AC3E}">
        <p14:creationId xmlns:p14="http://schemas.microsoft.com/office/powerpoint/2010/main" val="1620478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1CE091B0-519C-C29E-86AF-E5A295096849}"/>
              </a:ext>
            </a:extLst>
          </p:cNvPr>
          <p:cNvSpPr>
            <a:spLocks noGrp="1"/>
          </p:cNvSpPr>
          <p:nvPr>
            <p:ph type="body" sz="quarter" idx="10"/>
          </p:nvPr>
        </p:nvSpPr>
        <p:spPr/>
        <p:txBody>
          <a:bodyPr/>
          <a:lstStyle/>
          <a:p>
            <a:r>
              <a:rPr lang="en-US" kern="0" spc="-100" dirty="0">
                <a:solidFill>
                  <a:srgbClr val="FFFFFF"/>
                </a:solidFill>
                <a:latin typeface="Arial Regular" pitchFamily="34" charset="0"/>
                <a:ea typeface="Arial Regular" pitchFamily="34" charset="-122"/>
                <a:cs typeface="Arial Regular" pitchFamily="34" charset="-120"/>
              </a:rPr>
              <a:t>Evidencia del cierre de RFI</a:t>
            </a:r>
            <a:endParaRPr lang="en-US" spc="-100" dirty="0"/>
          </a:p>
        </p:txBody>
      </p:sp>
      <p:sp>
        <p:nvSpPr>
          <p:cNvPr id="3" name="Marcador de texto 2">
            <a:extLst>
              <a:ext uri="{FF2B5EF4-FFF2-40B4-BE49-F238E27FC236}">
                <a16:creationId xmlns:a16="http://schemas.microsoft.com/office/drawing/2014/main" id="{36CA8D57-512C-D058-F147-E78F185EC5E7}"/>
              </a:ext>
            </a:extLst>
          </p:cNvPr>
          <p:cNvSpPr>
            <a:spLocks noGrp="1"/>
          </p:cNvSpPr>
          <p:nvPr>
            <p:ph type="body" sz="quarter" idx="13"/>
          </p:nvPr>
        </p:nvSpPr>
        <p:spPr/>
        <p:txBody>
          <a:bodyPr/>
          <a:lstStyle/>
          <a:p>
            <a:r>
              <a:rPr lang="es-ES" dirty="0"/>
              <a:t>Evidencia del cierre </a:t>
            </a:r>
            <a:r>
              <a:rPr lang="es-ES"/>
              <a:t>del concurso.</a:t>
            </a:r>
            <a:endParaRPr lang="es-ES" dirty="0"/>
          </a:p>
        </p:txBody>
      </p:sp>
      <p:pic>
        <p:nvPicPr>
          <p:cNvPr id="1026" name="Picture 2">
            <a:extLst>
              <a:ext uri="{FF2B5EF4-FFF2-40B4-BE49-F238E27FC236}">
                <a16:creationId xmlns:a16="http://schemas.microsoft.com/office/drawing/2014/main" id="{12B01139-3DF8-07DE-37B5-CE988DEE69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252" y="1585713"/>
            <a:ext cx="11132067" cy="431367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4" name="Marcador de texto 3">
            <a:extLst>
              <a:ext uri="{FF2B5EF4-FFF2-40B4-BE49-F238E27FC236}">
                <a16:creationId xmlns:a16="http://schemas.microsoft.com/office/drawing/2014/main" id="{229D63CD-C862-C3AA-11F9-B4EE29E13CBE}"/>
              </a:ext>
            </a:extLst>
          </p:cNvPr>
          <p:cNvSpPr txBox="1">
            <a:spLocks/>
          </p:cNvSpPr>
          <p:nvPr/>
        </p:nvSpPr>
        <p:spPr>
          <a:xfrm>
            <a:off x="174871" y="958610"/>
            <a:ext cx="6911729" cy="48761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2400" kern="0" dirty="0">
                <a:solidFill>
                  <a:srgbClr val="FFFFFF">
                    <a:alpha val="70000"/>
                  </a:srgbClr>
                </a:solidFill>
                <a:latin typeface="Arial Regular" pitchFamily="34" charset="0"/>
                <a:ea typeface="Arial Regular" pitchFamily="34" charset="-122"/>
                <a:cs typeface="Arial Regular" pitchFamily="34" charset="-120"/>
              </a:rPr>
              <a:t>Fecha de cierre del concurso: 12/06/2025</a:t>
            </a:r>
            <a:endParaRPr lang="en-US" sz="2400" dirty="0"/>
          </a:p>
        </p:txBody>
      </p:sp>
    </p:spTree>
    <p:extLst>
      <p:ext uri="{BB962C8B-B14F-4D97-AF65-F5344CB8AC3E}">
        <p14:creationId xmlns:p14="http://schemas.microsoft.com/office/powerpoint/2010/main" val="37738766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387D4-3DD1-40ED-2D13-8B0132E2FC94}"/>
            </a:ext>
          </a:extLst>
        </p:cNvPr>
        <p:cNvGrpSpPr/>
        <p:nvPr/>
      </p:nvGrpSpPr>
      <p:grpSpPr>
        <a:xfrm>
          <a:off x="0" y="0"/>
          <a:ext cx="0" cy="0"/>
          <a:chOff x="0" y="0"/>
          <a:chExt cx="0" cy="0"/>
        </a:xfrm>
      </p:grpSpPr>
      <p:sp>
        <p:nvSpPr>
          <p:cNvPr id="3" name="Marcador de texto 2">
            <a:extLst>
              <a:ext uri="{FF2B5EF4-FFF2-40B4-BE49-F238E27FC236}">
                <a16:creationId xmlns:a16="http://schemas.microsoft.com/office/drawing/2014/main" id="{4E57ACD0-A6F7-CED5-2884-A7AD10050182}"/>
              </a:ext>
            </a:extLst>
          </p:cNvPr>
          <p:cNvSpPr>
            <a:spLocks noGrp="1"/>
          </p:cNvSpPr>
          <p:nvPr>
            <p:ph type="body" sz="quarter" idx="10"/>
          </p:nvPr>
        </p:nvSpPr>
        <p:spPr/>
        <p:txBody>
          <a:bodyPr/>
          <a:lstStyle/>
          <a:p>
            <a:r>
              <a:rPr lang="en-US" kern="0" spc="-100">
                <a:solidFill>
                  <a:srgbClr val="FFFFFF"/>
                </a:solidFill>
                <a:latin typeface="Arial Regular" pitchFamily="34" charset="0"/>
                <a:ea typeface="Arial Regular" pitchFamily="34" charset="-122"/>
                <a:cs typeface="Arial Regular" pitchFamily="34" charset="-120"/>
              </a:rPr>
              <a:t>Conclusion final</a:t>
            </a:r>
            <a:endParaRPr lang="en-US" spc="-100"/>
          </a:p>
        </p:txBody>
      </p:sp>
      <p:sp>
        <p:nvSpPr>
          <p:cNvPr id="7" name="Marcador de texto 6">
            <a:extLst>
              <a:ext uri="{FF2B5EF4-FFF2-40B4-BE49-F238E27FC236}">
                <a16:creationId xmlns:a16="http://schemas.microsoft.com/office/drawing/2014/main" id="{82430BAF-6088-1179-EA2C-922CB89CB55C}"/>
              </a:ext>
            </a:extLst>
          </p:cNvPr>
          <p:cNvSpPr>
            <a:spLocks noGrp="1"/>
          </p:cNvSpPr>
          <p:nvPr>
            <p:ph type="body" sz="quarter" idx="13"/>
          </p:nvPr>
        </p:nvSpPr>
        <p:spPr/>
        <p:txBody>
          <a:bodyPr/>
          <a:lstStyle/>
          <a:p>
            <a:r>
              <a:rPr lang="es-ES" spc="-67"/>
              <a:t>Conclusiones Defensas RFI Proyecto HCM</a:t>
            </a:r>
          </a:p>
        </p:txBody>
      </p:sp>
      <p:sp>
        <p:nvSpPr>
          <p:cNvPr id="4" name="Marcador de texto 3">
            <a:extLst>
              <a:ext uri="{FF2B5EF4-FFF2-40B4-BE49-F238E27FC236}">
                <a16:creationId xmlns:a16="http://schemas.microsoft.com/office/drawing/2014/main" id="{5003749B-01E0-7BEE-8553-BBA248B042CA}"/>
              </a:ext>
            </a:extLst>
          </p:cNvPr>
          <p:cNvSpPr>
            <a:spLocks noGrp="1"/>
          </p:cNvSpPr>
          <p:nvPr>
            <p:ph type="body" sz="quarter" idx="18"/>
          </p:nvPr>
        </p:nvSpPr>
        <p:spPr>
          <a:xfrm>
            <a:off x="174871" y="819975"/>
            <a:ext cx="5312833" cy="3825747"/>
          </a:xfrm>
        </p:spPr>
        <p:txBody>
          <a:bodyPr/>
          <a:lstStyle/>
          <a:p>
            <a:r>
              <a:rPr lang="es-ES" kern="0" dirty="0">
                <a:solidFill>
                  <a:srgbClr val="FFFFFF">
                    <a:alpha val="70000"/>
                  </a:srgbClr>
                </a:solidFill>
                <a:latin typeface="Arial Regular" pitchFamily="34" charset="0"/>
                <a:ea typeface="Arial Regular" pitchFamily="34" charset="-122"/>
                <a:cs typeface="Arial Regular" pitchFamily="34" charset="-120"/>
              </a:rPr>
              <a:t>Oracle Cloud HCM combina funcionalidad, control presupuestario, solidez tecnológica y continuidad operativa, posicionándose como la opción más segura, eficiente y estratégica para abordar la modernización de nuestra plataforma HCM en 2026.</a:t>
            </a:r>
          </a:p>
          <a:p>
            <a:endParaRPr lang="es-ES" kern="0" dirty="0">
              <a:solidFill>
                <a:srgbClr val="FFFFFF">
                  <a:alpha val="70000"/>
                </a:srgbClr>
              </a:solidFill>
              <a:latin typeface="Arial Regular" pitchFamily="34" charset="0"/>
              <a:ea typeface="Arial Regular" pitchFamily="34" charset="-122"/>
              <a:cs typeface="Arial Regular" pitchFamily="34" charset="-120"/>
            </a:endParaRPr>
          </a:p>
          <a:p>
            <a:r>
              <a:rPr lang="es-ES" kern="0" dirty="0">
                <a:solidFill>
                  <a:srgbClr val="FFFFFF">
                    <a:alpha val="70000"/>
                  </a:srgbClr>
                </a:solidFill>
                <a:latin typeface="Arial Regular" pitchFamily="34" charset="0"/>
                <a:ea typeface="Arial Regular" pitchFamily="34" charset="-122"/>
                <a:cs typeface="Arial Regular" pitchFamily="34" charset="-120"/>
              </a:rPr>
              <a:t>Recomendamos avanzar con Oracle Cloud HCM y Workday a la siguiente fase (RFQ), estructurando un plan de implantación gradual por módulos clave, comenzando por Core HR.</a:t>
            </a:r>
            <a:endParaRPr lang="en-US" dirty="0"/>
          </a:p>
        </p:txBody>
      </p:sp>
    </p:spTree>
    <p:extLst>
      <p:ext uri="{BB962C8B-B14F-4D97-AF65-F5344CB8AC3E}">
        <p14:creationId xmlns:p14="http://schemas.microsoft.com/office/powerpoint/2010/main" val="61868865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Diseño personalizado">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668942D5D55AD54889B97A5804CC7CB7" ma:contentTypeVersion="10" ma:contentTypeDescription="Crear nuevo documento." ma:contentTypeScope="" ma:versionID="65a49e707d813719fd6006cd9f10aec9">
  <xsd:schema xmlns:xsd="http://www.w3.org/2001/XMLSchema" xmlns:xs="http://www.w3.org/2001/XMLSchema" xmlns:p="http://schemas.microsoft.com/office/2006/metadata/properties" xmlns:ns2="403c840e-fe4b-4cab-81e0-53fe22c61228" xmlns:ns3="13612990-49cb-4353-8a68-985d58aaefb8" targetNamespace="http://schemas.microsoft.com/office/2006/metadata/properties" ma:root="true" ma:fieldsID="a459d74f8292fb60e644389fec71094f" ns2:_="" ns3:_="">
    <xsd:import namespace="403c840e-fe4b-4cab-81e0-53fe22c61228"/>
    <xsd:import namespace="13612990-49cb-4353-8a68-985d58aaefb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03c840e-fe4b-4cab-81e0-53fe22c6122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3612990-49cb-4353-8a68-985d58aaefb8" elementFormDefault="qualified">
    <xsd:import namespace="http://schemas.microsoft.com/office/2006/documentManagement/types"/>
    <xsd:import namespace="http://schemas.microsoft.com/office/infopath/2007/PartnerControls"/>
    <xsd:element name="SharedWithUsers" ma:index="12"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1920378-BE08-4BD2-8409-74B40C9787EE}">
  <ds:schemaRefs>
    <ds:schemaRef ds:uri="http://purl.org/dc/elements/1.1/"/>
    <ds:schemaRef ds:uri="13612990-49cb-4353-8a68-985d58aaefb8"/>
    <ds:schemaRef ds:uri="http://purl.org/dc/terms/"/>
    <ds:schemaRef ds:uri="http://www.w3.org/XML/1998/namespace"/>
    <ds:schemaRef ds:uri="http://purl.org/dc/dcmitype/"/>
    <ds:schemaRef ds:uri="403c840e-fe4b-4cab-81e0-53fe22c61228"/>
    <ds:schemaRef ds:uri="http://schemas.microsoft.com/office/2006/documentManagement/types"/>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4508A075-0987-4612-AE56-E428F608A828}">
  <ds:schemaRefs>
    <ds:schemaRef ds:uri="http://schemas.microsoft.com/sharepoint/v3/contenttype/forms"/>
  </ds:schemaRefs>
</ds:datastoreItem>
</file>

<file path=customXml/itemProps3.xml><?xml version="1.0" encoding="utf-8"?>
<ds:datastoreItem xmlns:ds="http://schemas.openxmlformats.org/officeDocument/2006/customXml" ds:itemID="{44B76041-D91D-407A-9B3F-5341C4036C8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03c840e-fe4b-4cab-81e0-53fe22c61228"/>
    <ds:schemaRef ds:uri="13612990-49cb-4353-8a68-985d58aaefb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189</TotalTime>
  <Words>3923</Words>
  <Application>Microsoft Office PowerPoint</Application>
  <PresentationFormat>Panorámica</PresentationFormat>
  <Paragraphs>429</Paragraphs>
  <Slides>15</Slides>
  <Notes>14</Notes>
  <HiddenSlides>0</HiddenSlides>
  <MMClips>0</MMClips>
  <ScaleCrop>false</ScaleCrop>
  <HeadingPairs>
    <vt:vector size="6" baseType="variant">
      <vt:variant>
        <vt:lpstr>Fuentes usadas</vt:lpstr>
      </vt:variant>
      <vt:variant>
        <vt:i4>5</vt:i4>
      </vt:variant>
      <vt:variant>
        <vt:lpstr>Tema</vt:lpstr>
      </vt:variant>
      <vt:variant>
        <vt:i4>2</vt:i4>
      </vt:variant>
      <vt:variant>
        <vt:lpstr>Títulos de diapositiva</vt:lpstr>
      </vt:variant>
      <vt:variant>
        <vt:i4>15</vt:i4>
      </vt:variant>
    </vt:vector>
  </HeadingPairs>
  <TitlesOfParts>
    <vt:vector size="22" baseType="lpstr">
      <vt:lpstr>Aptos</vt:lpstr>
      <vt:lpstr>Aptos Display</vt:lpstr>
      <vt:lpstr>Arial</vt:lpstr>
      <vt:lpstr>Arial Regular</vt:lpstr>
      <vt:lpstr>Segoe UI</vt:lpstr>
      <vt:lpstr>Tema de Office</vt:lpstr>
      <vt:lpstr>Diseño personalizado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ENRIQUE CID CALERO</dc:creator>
  <cp:lastModifiedBy>ENRIQUE CID CALERO</cp:lastModifiedBy>
  <cp:revision>1</cp:revision>
  <dcterms:created xsi:type="dcterms:W3CDTF">2025-06-04T09:50:56Z</dcterms:created>
  <dcterms:modified xsi:type="dcterms:W3CDTF">2025-11-12T14:27:05Z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0x010100668942D5D55AD54889B97A5804CC7CB7</vt:lpwstr>
  </property>
</Properties>
</file>