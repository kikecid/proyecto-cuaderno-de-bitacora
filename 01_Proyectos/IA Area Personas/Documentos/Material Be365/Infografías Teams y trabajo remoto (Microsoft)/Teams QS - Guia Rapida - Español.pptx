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0058400" cy="7772400"/>
  <p:notesSz cx="10058400" cy="7772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adugi" panose="020B0502040204020203" pitchFamily="34" charset="0"/>
      <p:regular r:id="rId14"/>
      <p:bold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Segoe UI Light" panose="020B0502040204020203" pitchFamily="34" charset="0"/>
      <p:regular r:id="rId20"/>
      <p:italic r:id="rId21"/>
    </p:embeddedFont>
    <p:embeddedFont>
      <p:font typeface="Times New Roman" panose="02020603050405020304" pitchFamily="18" charset="0"/>
      <p:regular r:id="rId22"/>
    </p:embeddedFont>
  </p:embeddedFont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C2AB1-D44C-427B-B5FF-87988C340B50}" v="2" dt="2020-03-25T12:36:21.2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20687" y="3311100"/>
            <a:ext cx="4509134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6264A7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74" y="147378"/>
            <a:ext cx="960505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30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12" Type="http://schemas.openxmlformats.org/officeDocument/2006/relationships/image" Target="../media/image29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0" Type="http://schemas.openxmlformats.org/officeDocument/2006/relationships/image" Target="../media/image27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10" Type="http://schemas.openxmlformats.org/officeDocument/2006/relationships/image" Target="../media/image39.jpg"/><Relationship Id="rId4" Type="http://schemas.openxmlformats.org/officeDocument/2006/relationships/image" Target="../media/image33.jpg"/><Relationship Id="rId9" Type="http://schemas.openxmlformats.org/officeDocument/2006/relationships/image" Target="../media/image3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Relationship Id="rId9" Type="http://schemas.openxmlformats.org/officeDocument/2006/relationships/image" Target="../media/image4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49.jpg"/><Relationship Id="rId7" Type="http://schemas.openxmlformats.org/officeDocument/2006/relationships/image" Target="../media/image53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Relationship Id="rId9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010" y="979896"/>
            <a:ext cx="6702425" cy="86296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Guía de inicio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 rápido</a:t>
            </a:r>
            <a:endParaRPr sz="28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300" spc="-10" dirty="0">
                <a:solidFill>
                  <a:srgbClr val="505050"/>
                </a:solidFill>
                <a:latin typeface="Gadugi"/>
                <a:cs typeface="Gadugi"/>
              </a:rPr>
              <a:t>¿Es </a:t>
            </a:r>
            <a:r>
              <a:rPr sz="1300" spc="-5" dirty="0">
                <a:solidFill>
                  <a:srgbClr val="505050"/>
                </a:solidFill>
                <a:latin typeface="Gadugi"/>
                <a:cs typeface="Gadugi"/>
              </a:rPr>
              <a:t>la </a:t>
            </a:r>
            <a:r>
              <a:rPr sz="1300" spc="-10" dirty="0">
                <a:solidFill>
                  <a:srgbClr val="505050"/>
                </a:solidFill>
                <a:latin typeface="Gadugi"/>
                <a:cs typeface="Gadugi"/>
              </a:rPr>
              <a:t>primera vez </a:t>
            </a:r>
            <a:r>
              <a:rPr sz="1300" spc="-5" dirty="0">
                <a:solidFill>
                  <a:srgbClr val="505050"/>
                </a:solidFill>
                <a:latin typeface="Gadugi"/>
                <a:cs typeface="Gadugi"/>
              </a:rPr>
              <a:t>que usa Microsoft </a:t>
            </a:r>
            <a:r>
              <a:rPr sz="1300" spc="-30" dirty="0">
                <a:solidFill>
                  <a:srgbClr val="505050"/>
                </a:solidFill>
                <a:latin typeface="Gadugi"/>
                <a:cs typeface="Gadugi"/>
              </a:rPr>
              <a:t>Teams? </a:t>
            </a:r>
            <a:r>
              <a:rPr sz="1300" spc="-10" dirty="0">
                <a:solidFill>
                  <a:srgbClr val="505050"/>
                </a:solidFill>
                <a:latin typeface="Gadugi"/>
                <a:cs typeface="Gadugi"/>
              </a:rPr>
              <a:t>Con esta </a:t>
            </a:r>
            <a:r>
              <a:rPr sz="1300" spc="-5" dirty="0">
                <a:solidFill>
                  <a:srgbClr val="505050"/>
                </a:solidFill>
                <a:latin typeface="Gadugi"/>
                <a:cs typeface="Gadugi"/>
              </a:rPr>
              <a:t>guía </a:t>
            </a:r>
            <a:r>
              <a:rPr sz="1300" spc="-10" dirty="0">
                <a:solidFill>
                  <a:srgbClr val="505050"/>
                </a:solidFill>
                <a:latin typeface="Gadugi"/>
                <a:cs typeface="Gadugi"/>
              </a:rPr>
              <a:t>aprenderá los conceptos</a:t>
            </a:r>
            <a:r>
              <a:rPr sz="1300" spc="27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1300" spc="-10" dirty="0">
                <a:solidFill>
                  <a:srgbClr val="505050"/>
                </a:solidFill>
                <a:latin typeface="Gadugi"/>
                <a:cs typeface="Gadugi"/>
              </a:rPr>
              <a:t>básicos.</a:t>
            </a:r>
            <a:endParaRPr sz="1300">
              <a:latin typeface="Gadugi"/>
              <a:cs typeface="Gadug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674" y="147378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4" name="object 4"/>
          <p:cNvSpPr/>
          <p:nvPr/>
        </p:nvSpPr>
        <p:spPr>
          <a:xfrm>
            <a:off x="8711183" y="0"/>
            <a:ext cx="1331975" cy="598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6711" y="3025139"/>
            <a:ext cx="7627619" cy="4174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5292" y="3095244"/>
            <a:ext cx="7493507" cy="40355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79419" y="3880103"/>
            <a:ext cx="1463040" cy="56578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57150" rIns="0" bIns="0" rtlCol="0">
            <a:spAutoFit/>
          </a:bodyPr>
          <a:lstStyle/>
          <a:p>
            <a:pPr marL="121285" marR="159385">
              <a:lnSpc>
                <a:spcPct val="100000"/>
              </a:lnSpc>
              <a:spcBef>
                <a:spcPts val="450"/>
              </a:spcBef>
            </a:pPr>
            <a:r>
              <a:rPr sz="650" b="1" spc="-5" dirty="0">
                <a:latin typeface="Gadugi"/>
                <a:cs typeface="Gadugi"/>
              </a:rPr>
              <a:t>Administrar su </a:t>
            </a:r>
            <a:r>
              <a:rPr sz="650" b="1" spc="-10" dirty="0">
                <a:latin typeface="Gadugi"/>
                <a:cs typeface="Gadugi"/>
              </a:rPr>
              <a:t>equipo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Agregue o quite miembros, cree  un canal nuevo o consiga un  vínculo </a:t>
            </a:r>
            <a:r>
              <a:rPr sz="650" spc="-10" dirty="0">
                <a:solidFill>
                  <a:srgbClr val="505050"/>
                </a:solidFill>
                <a:latin typeface="Gadugi"/>
                <a:cs typeface="Gadugi"/>
              </a:rPr>
              <a:t>al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equipo.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6255" y="4561332"/>
            <a:ext cx="1481455" cy="54864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755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95"/>
              </a:spcBef>
            </a:pPr>
            <a:r>
              <a:rPr sz="650" b="1" spc="-10" dirty="0">
                <a:latin typeface="Gadugi"/>
                <a:cs typeface="Gadugi"/>
              </a:rPr>
              <a:t>Agregar</a:t>
            </a:r>
            <a:r>
              <a:rPr sz="650" b="1" spc="20" dirty="0">
                <a:latin typeface="Gadugi"/>
                <a:cs typeface="Gadugi"/>
              </a:rPr>
              <a:t> </a:t>
            </a:r>
            <a:r>
              <a:rPr sz="650" b="1" spc="-5" dirty="0">
                <a:latin typeface="Gadugi"/>
                <a:cs typeface="Gadugi"/>
              </a:rPr>
              <a:t>archivos</a:t>
            </a:r>
            <a:endParaRPr sz="650">
              <a:latin typeface="Gadugi"/>
              <a:cs typeface="Gadugi"/>
            </a:endParaRPr>
          </a:p>
          <a:p>
            <a:pPr marL="90805" marR="247650">
              <a:lnSpc>
                <a:spcPct val="100000"/>
              </a:lnSpc>
            </a:pP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Permita que los demás vean un  archivo o que colaboren </a:t>
            </a:r>
            <a:r>
              <a:rPr sz="650" spc="-10" dirty="0">
                <a:solidFill>
                  <a:srgbClr val="505050"/>
                </a:solidFill>
                <a:latin typeface="Gadugi"/>
                <a:cs typeface="Gadugi"/>
              </a:rPr>
              <a:t>en</a:t>
            </a:r>
            <a:r>
              <a:rPr sz="650" spc="-7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él.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7307" y="5995415"/>
            <a:ext cx="1564005" cy="492759"/>
          </a:xfrm>
          <a:prstGeom prst="rect">
            <a:avLst/>
          </a:prstGeom>
          <a:solidFill>
            <a:srgbClr val="D1D1D1"/>
          </a:solidFill>
        </p:spPr>
        <p:txBody>
          <a:bodyPr vert="horz" wrap="square" lIns="0" tIns="4508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55"/>
              </a:spcBef>
            </a:pPr>
            <a:r>
              <a:rPr sz="650" b="1" spc="-5" dirty="0">
                <a:latin typeface="Gadugi"/>
                <a:cs typeface="Gadugi"/>
              </a:rPr>
              <a:t>Redactar </a:t>
            </a:r>
            <a:r>
              <a:rPr sz="650" b="1" dirty="0">
                <a:latin typeface="Gadugi"/>
                <a:cs typeface="Gadugi"/>
              </a:rPr>
              <a:t>un</a:t>
            </a:r>
            <a:r>
              <a:rPr sz="650" b="1" spc="-10" dirty="0">
                <a:latin typeface="Gadugi"/>
                <a:cs typeface="Gadugi"/>
              </a:rPr>
              <a:t> mensaje</a:t>
            </a:r>
            <a:endParaRPr sz="650">
              <a:latin typeface="Gadugi"/>
              <a:cs typeface="Gadugi"/>
            </a:endParaRPr>
          </a:p>
          <a:p>
            <a:pPr marL="92710" marR="122555">
              <a:lnSpc>
                <a:spcPct val="100000"/>
              </a:lnSpc>
            </a:pP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Escríbalo y dele formato aquí..  Agregue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archivo, un emoji,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</a:t>
            </a:r>
            <a:r>
              <a:rPr sz="650" spc="-8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GIF  o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adhesivo para</a:t>
            </a:r>
            <a:r>
              <a:rPr sz="650" spc="-4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animarlo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8671" y="5324855"/>
            <a:ext cx="1347470" cy="518159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</a:pPr>
            <a:r>
              <a:rPr sz="650" b="1" spc="-10" dirty="0">
                <a:latin typeface="Gadugi"/>
                <a:cs typeface="Gadugi"/>
              </a:rPr>
              <a:t>Responder</a:t>
            </a:r>
            <a:endParaRPr sz="650">
              <a:latin typeface="Gadugi"/>
              <a:cs typeface="Gadugi"/>
            </a:endParaRPr>
          </a:p>
          <a:p>
            <a:pPr marL="100330" marR="209550">
              <a:lnSpc>
                <a:spcPct val="100000"/>
              </a:lnSpc>
            </a:pP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Su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mensaje se adjunta a</a:t>
            </a:r>
            <a:r>
              <a:rPr sz="650" spc="-10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una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conversación</a:t>
            </a:r>
            <a:r>
              <a:rPr sz="650" spc="-4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determinada.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8847" y="2234183"/>
            <a:ext cx="1503045" cy="67691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3189" marR="142875">
              <a:lnSpc>
                <a:spcPct val="100000"/>
              </a:lnSpc>
              <a:spcBef>
                <a:spcPts val="560"/>
              </a:spcBef>
            </a:pPr>
            <a:r>
              <a:rPr sz="650" b="1" spc="-5" dirty="0">
                <a:latin typeface="Gadugi"/>
                <a:cs typeface="Gadugi"/>
              </a:rPr>
              <a:t>Administrar la configuración </a:t>
            </a:r>
            <a:r>
              <a:rPr sz="650" b="1" spc="-10" dirty="0">
                <a:latin typeface="Gadugi"/>
                <a:cs typeface="Gadugi"/>
              </a:rPr>
              <a:t>de  perfil</a:t>
            </a:r>
            <a:endParaRPr sz="650">
              <a:latin typeface="Gadugi"/>
              <a:cs typeface="Gadugi"/>
            </a:endParaRPr>
          </a:p>
          <a:p>
            <a:pPr marL="123189" marR="237490">
              <a:lnSpc>
                <a:spcPct val="100000"/>
              </a:lnSpc>
            </a:pP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Cambie la configuración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de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la  aplicación, cambie su imagen o  descargue la aplicación</a:t>
            </a:r>
            <a:r>
              <a:rPr sz="650" spc="-3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móvil.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2532" y="2234183"/>
            <a:ext cx="1607820" cy="67691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15570" marR="130175">
              <a:lnSpc>
                <a:spcPct val="100000"/>
              </a:lnSpc>
              <a:spcBef>
                <a:spcPts val="345"/>
              </a:spcBef>
            </a:pPr>
            <a:r>
              <a:rPr sz="650" b="1" spc="-5" dirty="0">
                <a:latin typeface="Gadugi"/>
                <a:cs typeface="Gadugi"/>
              </a:rPr>
              <a:t>Usar el cuadro </a:t>
            </a:r>
            <a:r>
              <a:rPr sz="650" b="1" spc="-10" dirty="0">
                <a:latin typeface="Gadugi"/>
                <a:cs typeface="Gadugi"/>
              </a:rPr>
              <a:t>de </a:t>
            </a:r>
            <a:r>
              <a:rPr sz="650" b="1" spc="-5" dirty="0">
                <a:latin typeface="Gadugi"/>
                <a:cs typeface="Gadugi"/>
              </a:rPr>
              <a:t>comandos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Busque elementos o contactos  específicos, </a:t>
            </a:r>
            <a:r>
              <a:rPr sz="650" spc="-10" dirty="0">
                <a:solidFill>
                  <a:srgbClr val="505050"/>
                </a:solidFill>
                <a:latin typeface="Gadugi"/>
                <a:cs typeface="Gadugi"/>
              </a:rPr>
              <a:t>realice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acciones rápidas e  inicie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aplicaciones.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9772" y="2234183"/>
            <a:ext cx="1263650" cy="67691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lnSpc>
                <a:spcPct val="100000"/>
              </a:lnSpc>
              <a:spcBef>
                <a:spcPts val="345"/>
              </a:spcBef>
            </a:pPr>
            <a:r>
              <a:rPr sz="650" b="1" spc="-5" dirty="0">
                <a:latin typeface="Gadugi"/>
                <a:cs typeface="Gadugi"/>
              </a:rPr>
              <a:t>Comenzar un nuevo </a:t>
            </a:r>
            <a:r>
              <a:rPr sz="650" b="1" dirty="0">
                <a:latin typeface="Gadugi"/>
                <a:cs typeface="Gadugi"/>
              </a:rPr>
              <a:t>chat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Inicie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una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conversación</a:t>
            </a:r>
            <a:r>
              <a:rPr sz="650" spc="-10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uno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uno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o en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grupo  pequeño.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404" y="3736847"/>
            <a:ext cx="1472565" cy="59309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sz="650" b="1" spc="-5" dirty="0">
                <a:latin typeface="Gadugi"/>
                <a:cs typeface="Gadugi"/>
              </a:rPr>
              <a:t>Ver y organizar</a:t>
            </a:r>
            <a:r>
              <a:rPr sz="650" b="1" spc="15" dirty="0">
                <a:latin typeface="Gadugi"/>
                <a:cs typeface="Gadugi"/>
              </a:rPr>
              <a:t> </a:t>
            </a:r>
            <a:r>
              <a:rPr sz="650" b="1" spc="-10" dirty="0">
                <a:latin typeface="Gadugi"/>
                <a:cs typeface="Gadugi"/>
              </a:rPr>
              <a:t>equipos</a:t>
            </a:r>
            <a:endParaRPr sz="650">
              <a:latin typeface="Gadugi"/>
              <a:cs typeface="Gadugi"/>
            </a:endParaRPr>
          </a:p>
          <a:p>
            <a:pPr marL="91440" marR="132715">
              <a:lnSpc>
                <a:spcPct val="100000"/>
              </a:lnSpc>
            </a:pP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Haga clic para ver sus equipos. En  la lista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de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equipos, arrastre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  nombre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de equipo para</a:t>
            </a:r>
            <a:r>
              <a:rPr sz="650" spc="-7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cambiarlo  de posición.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1664" y="2234183"/>
            <a:ext cx="1452880" cy="67691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8260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380"/>
              </a:spcBef>
            </a:pPr>
            <a:r>
              <a:rPr sz="650" b="1" spc="-10" dirty="0">
                <a:latin typeface="Gadugi"/>
                <a:cs typeface="Gadugi"/>
              </a:rPr>
              <a:t>Agregar</a:t>
            </a:r>
            <a:r>
              <a:rPr sz="650" b="1" spc="20" dirty="0">
                <a:latin typeface="Gadugi"/>
                <a:cs typeface="Gadugi"/>
              </a:rPr>
              <a:t> </a:t>
            </a:r>
            <a:r>
              <a:rPr sz="650" b="1" spc="-5" dirty="0">
                <a:latin typeface="Gadugi"/>
                <a:cs typeface="Gadugi"/>
              </a:rPr>
              <a:t>fichas</a:t>
            </a:r>
            <a:endParaRPr sz="650">
              <a:latin typeface="Gadugi"/>
              <a:cs typeface="Gadugi"/>
            </a:endParaRPr>
          </a:p>
          <a:p>
            <a:pPr marL="120014" marR="107314">
              <a:lnSpc>
                <a:spcPct val="100000"/>
              </a:lnSpc>
            </a:pP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Destaque aplicaciones, servicios y  archivos en la parte superior de  un</a:t>
            </a:r>
            <a:r>
              <a:rPr sz="650" spc="-2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canal.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17875" y="2729483"/>
            <a:ext cx="396239" cy="5791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50136" y="2232660"/>
            <a:ext cx="1501140" cy="67691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86360" marR="88265">
              <a:lnSpc>
                <a:spcPct val="100000"/>
              </a:lnSpc>
              <a:spcBef>
                <a:spcPts val="345"/>
              </a:spcBef>
            </a:pPr>
            <a:r>
              <a:rPr sz="650" b="1" spc="-5" dirty="0">
                <a:latin typeface="Gadugi"/>
                <a:cs typeface="Gadugi"/>
              </a:rPr>
              <a:t>Todos los </a:t>
            </a:r>
            <a:r>
              <a:rPr sz="650" b="1" spc="-10" dirty="0">
                <a:latin typeface="Gadugi"/>
                <a:cs typeface="Gadugi"/>
              </a:rPr>
              <a:t>equipos </a:t>
            </a:r>
            <a:r>
              <a:rPr sz="650" b="1" spc="-5" dirty="0">
                <a:latin typeface="Gadugi"/>
                <a:cs typeface="Gadugi"/>
              </a:rPr>
              <a:t>tienen canales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Haga clic en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uno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para ver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los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archivos y </a:t>
            </a:r>
            <a:r>
              <a:rPr sz="650" spc="-10" dirty="0">
                <a:solidFill>
                  <a:srgbClr val="505050"/>
                </a:solidFill>
                <a:latin typeface="Gadugi"/>
                <a:cs typeface="Gadugi"/>
              </a:rPr>
              <a:t>las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conversaciones sobre  ese tema, departamento o</a:t>
            </a:r>
            <a:r>
              <a:rPr sz="650" spc="-3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proyecto.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029700" y="3456432"/>
            <a:ext cx="105156" cy="105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5044" y="3494532"/>
            <a:ext cx="489584" cy="29209"/>
          </a:xfrm>
          <a:custGeom>
            <a:avLst/>
            <a:gdLst/>
            <a:ahLst/>
            <a:cxnLst/>
            <a:rect l="l" t="t" r="r" b="b"/>
            <a:pathLst>
              <a:path w="489584" h="29210">
                <a:moveTo>
                  <a:pt x="489203" y="28956"/>
                </a:moveTo>
                <a:lnTo>
                  <a:pt x="0" y="28956"/>
                </a:lnTo>
                <a:lnTo>
                  <a:pt x="0" y="0"/>
                </a:lnTo>
                <a:lnTo>
                  <a:pt x="489203" y="0"/>
                </a:lnTo>
                <a:lnTo>
                  <a:pt x="489203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79520" y="3145535"/>
            <a:ext cx="105156" cy="1036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64864" y="3177539"/>
            <a:ext cx="600710" cy="35560"/>
          </a:xfrm>
          <a:custGeom>
            <a:avLst/>
            <a:gdLst/>
            <a:ahLst/>
            <a:cxnLst/>
            <a:rect l="l" t="t" r="r" b="b"/>
            <a:pathLst>
              <a:path w="600710" h="35560">
                <a:moveTo>
                  <a:pt x="0" y="35051"/>
                </a:moveTo>
                <a:lnTo>
                  <a:pt x="0" y="6095"/>
                </a:lnTo>
                <a:lnTo>
                  <a:pt x="600455" y="0"/>
                </a:lnTo>
                <a:lnTo>
                  <a:pt x="600455" y="27432"/>
                </a:lnTo>
                <a:lnTo>
                  <a:pt x="0" y="35051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48555" y="2909316"/>
            <a:ext cx="32384" cy="289560"/>
          </a:xfrm>
          <a:custGeom>
            <a:avLst/>
            <a:gdLst/>
            <a:ahLst/>
            <a:cxnLst/>
            <a:rect l="l" t="t" r="r" b="b"/>
            <a:pathLst>
              <a:path w="32385" h="289560">
                <a:moveTo>
                  <a:pt x="28955" y="289559"/>
                </a:moveTo>
                <a:lnTo>
                  <a:pt x="0" y="289559"/>
                </a:lnTo>
                <a:lnTo>
                  <a:pt x="3047" y="0"/>
                </a:lnTo>
                <a:lnTo>
                  <a:pt x="32003" y="0"/>
                </a:lnTo>
                <a:lnTo>
                  <a:pt x="28955" y="289559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77896" y="3302508"/>
            <a:ext cx="29209" cy="368935"/>
          </a:xfrm>
          <a:custGeom>
            <a:avLst/>
            <a:gdLst/>
            <a:ahLst/>
            <a:cxnLst/>
            <a:rect l="l" t="t" r="r" b="b"/>
            <a:pathLst>
              <a:path w="29210" h="368935">
                <a:moveTo>
                  <a:pt x="28955" y="368808"/>
                </a:moveTo>
                <a:lnTo>
                  <a:pt x="0" y="368808"/>
                </a:lnTo>
                <a:lnTo>
                  <a:pt x="0" y="0"/>
                </a:lnTo>
                <a:lnTo>
                  <a:pt x="28955" y="0"/>
                </a:lnTo>
                <a:lnTo>
                  <a:pt x="28955" y="368808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39796" y="3628644"/>
            <a:ext cx="105156" cy="103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76816" y="2906267"/>
            <a:ext cx="38100" cy="603885"/>
          </a:xfrm>
          <a:custGeom>
            <a:avLst/>
            <a:gdLst/>
            <a:ahLst/>
            <a:cxnLst/>
            <a:rect l="l" t="t" r="r" b="b"/>
            <a:pathLst>
              <a:path w="38100" h="603885">
                <a:moveTo>
                  <a:pt x="28955" y="603504"/>
                </a:moveTo>
                <a:lnTo>
                  <a:pt x="0" y="601980"/>
                </a:lnTo>
                <a:lnTo>
                  <a:pt x="9144" y="0"/>
                </a:lnTo>
                <a:lnTo>
                  <a:pt x="38100" y="0"/>
                </a:lnTo>
                <a:lnTo>
                  <a:pt x="28955" y="603504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44039" y="3878580"/>
            <a:ext cx="105156" cy="1036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58112" y="3916680"/>
            <a:ext cx="257810" cy="27940"/>
          </a:xfrm>
          <a:custGeom>
            <a:avLst/>
            <a:gdLst/>
            <a:ahLst/>
            <a:cxnLst/>
            <a:rect l="l" t="t" r="r" b="b"/>
            <a:pathLst>
              <a:path w="257810" h="27939">
                <a:moveTo>
                  <a:pt x="257555" y="27431"/>
                </a:moveTo>
                <a:lnTo>
                  <a:pt x="0" y="27431"/>
                </a:lnTo>
                <a:lnTo>
                  <a:pt x="0" y="0"/>
                </a:lnTo>
                <a:lnTo>
                  <a:pt x="257555" y="0"/>
                </a:lnTo>
                <a:lnTo>
                  <a:pt x="257555" y="27431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20367" y="3502152"/>
            <a:ext cx="29209" cy="132715"/>
          </a:xfrm>
          <a:custGeom>
            <a:avLst/>
            <a:gdLst/>
            <a:ahLst/>
            <a:cxnLst/>
            <a:rect l="l" t="t" r="r" b="b"/>
            <a:pathLst>
              <a:path w="29209" h="132714">
                <a:moveTo>
                  <a:pt x="0" y="132588"/>
                </a:moveTo>
                <a:lnTo>
                  <a:pt x="28956" y="132588"/>
                </a:lnTo>
                <a:lnTo>
                  <a:pt x="28956" y="0"/>
                </a:lnTo>
                <a:lnTo>
                  <a:pt x="0" y="0"/>
                </a:lnTo>
                <a:lnTo>
                  <a:pt x="0" y="132588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28800" y="3582923"/>
            <a:ext cx="105156" cy="1036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18844" y="3621024"/>
            <a:ext cx="490855" cy="29209"/>
          </a:xfrm>
          <a:custGeom>
            <a:avLst/>
            <a:gdLst/>
            <a:ahLst/>
            <a:cxnLst/>
            <a:rect l="l" t="t" r="r" b="b"/>
            <a:pathLst>
              <a:path w="490855" h="29210">
                <a:moveTo>
                  <a:pt x="490727" y="28956"/>
                </a:moveTo>
                <a:lnTo>
                  <a:pt x="0" y="28956"/>
                </a:lnTo>
                <a:lnTo>
                  <a:pt x="0" y="0"/>
                </a:lnTo>
                <a:lnTo>
                  <a:pt x="490727" y="0"/>
                </a:lnTo>
                <a:lnTo>
                  <a:pt x="490727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29483" y="6591300"/>
            <a:ext cx="29209" cy="283845"/>
          </a:xfrm>
          <a:custGeom>
            <a:avLst/>
            <a:gdLst/>
            <a:ahLst/>
            <a:cxnLst/>
            <a:rect l="l" t="t" r="r" b="b"/>
            <a:pathLst>
              <a:path w="29210" h="283845">
                <a:moveTo>
                  <a:pt x="0" y="283464"/>
                </a:moveTo>
                <a:lnTo>
                  <a:pt x="28956" y="283464"/>
                </a:lnTo>
                <a:lnTo>
                  <a:pt x="28956" y="0"/>
                </a:lnTo>
                <a:lnTo>
                  <a:pt x="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91383" y="6832091"/>
            <a:ext cx="105156" cy="1036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84292" y="3578352"/>
            <a:ext cx="103632" cy="1051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68111" y="3616452"/>
            <a:ext cx="737870" cy="29209"/>
          </a:xfrm>
          <a:custGeom>
            <a:avLst/>
            <a:gdLst/>
            <a:ahLst/>
            <a:cxnLst/>
            <a:rect l="l" t="t" r="r" b="b"/>
            <a:pathLst>
              <a:path w="737870" h="29210">
                <a:moveTo>
                  <a:pt x="737616" y="28956"/>
                </a:moveTo>
                <a:lnTo>
                  <a:pt x="0" y="28956"/>
                </a:lnTo>
                <a:lnTo>
                  <a:pt x="0" y="0"/>
                </a:lnTo>
                <a:lnTo>
                  <a:pt x="737616" y="0"/>
                </a:lnTo>
                <a:lnTo>
                  <a:pt x="737616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81344" y="2909316"/>
            <a:ext cx="29209" cy="721360"/>
          </a:xfrm>
          <a:custGeom>
            <a:avLst/>
            <a:gdLst/>
            <a:ahLst/>
            <a:cxnLst/>
            <a:rect l="l" t="t" r="r" b="b"/>
            <a:pathLst>
              <a:path w="29210" h="721360">
                <a:moveTo>
                  <a:pt x="28955" y="720851"/>
                </a:moveTo>
                <a:lnTo>
                  <a:pt x="0" y="720851"/>
                </a:lnTo>
                <a:lnTo>
                  <a:pt x="0" y="0"/>
                </a:lnTo>
                <a:lnTo>
                  <a:pt x="28955" y="0"/>
                </a:lnTo>
                <a:lnTo>
                  <a:pt x="28955" y="720851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86528" y="5634228"/>
            <a:ext cx="105156" cy="1036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071871" y="5672328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53027" y="3621023"/>
            <a:ext cx="103632" cy="25907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18047" y="5369052"/>
            <a:ext cx="103632" cy="10515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56147" y="5103876"/>
            <a:ext cx="32384" cy="309880"/>
          </a:xfrm>
          <a:custGeom>
            <a:avLst/>
            <a:gdLst/>
            <a:ahLst/>
            <a:cxnLst/>
            <a:rect l="l" t="t" r="r" b="b"/>
            <a:pathLst>
              <a:path w="32385" h="309879">
                <a:moveTo>
                  <a:pt x="28955" y="309371"/>
                </a:moveTo>
                <a:lnTo>
                  <a:pt x="0" y="309371"/>
                </a:lnTo>
                <a:lnTo>
                  <a:pt x="3048" y="0"/>
                </a:lnTo>
                <a:lnTo>
                  <a:pt x="32003" y="0"/>
                </a:lnTo>
                <a:lnTo>
                  <a:pt x="28955" y="309371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47303" y="6800088"/>
            <a:ext cx="103632" cy="1051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185403" y="6487667"/>
            <a:ext cx="30480" cy="326390"/>
          </a:xfrm>
          <a:custGeom>
            <a:avLst/>
            <a:gdLst/>
            <a:ahLst/>
            <a:cxnLst/>
            <a:rect l="l" t="t" r="r" b="b"/>
            <a:pathLst>
              <a:path w="30479" h="326390">
                <a:moveTo>
                  <a:pt x="30480" y="326135"/>
                </a:moveTo>
                <a:lnTo>
                  <a:pt x="1524" y="326135"/>
                </a:lnTo>
                <a:lnTo>
                  <a:pt x="0" y="1524"/>
                </a:lnTo>
                <a:lnTo>
                  <a:pt x="27432" y="0"/>
                </a:lnTo>
                <a:lnTo>
                  <a:pt x="30480" y="326135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344155" y="3151632"/>
            <a:ext cx="105156" cy="1051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77683" y="2906267"/>
            <a:ext cx="27940" cy="299085"/>
          </a:xfrm>
          <a:custGeom>
            <a:avLst/>
            <a:gdLst/>
            <a:ahLst/>
            <a:cxnLst/>
            <a:rect l="l" t="t" r="r" b="b"/>
            <a:pathLst>
              <a:path w="27940" h="299085">
                <a:moveTo>
                  <a:pt x="27432" y="298704"/>
                </a:moveTo>
                <a:lnTo>
                  <a:pt x="0" y="298704"/>
                </a:lnTo>
                <a:lnTo>
                  <a:pt x="0" y="0"/>
                </a:lnTo>
                <a:lnTo>
                  <a:pt x="27432" y="0"/>
                </a:lnTo>
                <a:lnTo>
                  <a:pt x="27432" y="298704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82880" y="2909316"/>
            <a:ext cx="1527175" cy="59309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sz="650" b="1" spc="-5" dirty="0">
                <a:latin typeface="Gadugi"/>
                <a:cs typeface="Gadugi"/>
              </a:rPr>
              <a:t>Desplazarse </a:t>
            </a:r>
            <a:r>
              <a:rPr sz="650" b="1" spc="-10" dirty="0">
                <a:latin typeface="Gadugi"/>
                <a:cs typeface="Gadugi"/>
              </a:rPr>
              <a:t>por</a:t>
            </a:r>
            <a:r>
              <a:rPr sz="650" b="1" spc="25" dirty="0">
                <a:latin typeface="Gadugi"/>
                <a:cs typeface="Gadugi"/>
              </a:rPr>
              <a:t> </a:t>
            </a:r>
            <a:r>
              <a:rPr sz="650" b="1" spc="-10" dirty="0">
                <a:latin typeface="Gadugi"/>
                <a:cs typeface="Gadugi"/>
              </a:rPr>
              <a:t>Teams</a:t>
            </a:r>
            <a:endParaRPr sz="650">
              <a:latin typeface="Gadugi"/>
              <a:cs typeface="Gadugi"/>
            </a:endParaRPr>
          </a:p>
          <a:p>
            <a:pPr marL="91440" marR="175260">
              <a:lnSpc>
                <a:spcPct val="100000"/>
              </a:lnSpc>
            </a:pPr>
            <a:r>
              <a:rPr sz="650" spc="-10" dirty="0">
                <a:solidFill>
                  <a:srgbClr val="505050"/>
                </a:solidFill>
                <a:latin typeface="Gadugi"/>
                <a:cs typeface="Gadugi"/>
              </a:rPr>
              <a:t>Utilice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estos botones para cambiar  entre la fuente de actividades, el  chat, sus equipos, y reuniones y  archivos.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70403" y="5995415"/>
            <a:ext cx="1475740" cy="59626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650">
              <a:latin typeface="Times New Roman"/>
              <a:cs typeface="Times New Roman"/>
            </a:endParaRPr>
          </a:p>
          <a:p>
            <a:pPr marL="86360" marR="163830">
              <a:lnSpc>
                <a:spcPct val="100000"/>
              </a:lnSpc>
              <a:spcBef>
                <a:spcPts val="5"/>
              </a:spcBef>
            </a:pPr>
            <a:r>
              <a:rPr sz="650" b="1" spc="-5" dirty="0">
                <a:latin typeface="Gadugi"/>
                <a:cs typeface="Gadugi"/>
              </a:rPr>
              <a:t>Unirse a un </a:t>
            </a:r>
            <a:r>
              <a:rPr sz="650" b="1" spc="-10" dirty="0">
                <a:latin typeface="Gadugi"/>
                <a:cs typeface="Gadugi"/>
              </a:rPr>
              <a:t>equipo </a:t>
            </a:r>
            <a:r>
              <a:rPr sz="650" b="1" spc="-5" dirty="0">
                <a:latin typeface="Gadugi"/>
                <a:cs typeface="Gadugi"/>
              </a:rPr>
              <a:t>o </a:t>
            </a:r>
            <a:r>
              <a:rPr sz="650" b="1" spc="-10" dirty="0">
                <a:latin typeface="Gadugi"/>
                <a:cs typeface="Gadugi"/>
              </a:rPr>
              <a:t>crear </a:t>
            </a:r>
            <a:r>
              <a:rPr sz="650" b="1" spc="-5" dirty="0">
                <a:latin typeface="Gadugi"/>
                <a:cs typeface="Gadugi"/>
              </a:rPr>
              <a:t>uno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Encuentre el equipo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que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está  buscando, únase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con un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código</a:t>
            </a:r>
            <a:r>
              <a:rPr sz="650" spc="-11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o  cree </a:t>
            </a:r>
            <a:r>
              <a:rPr sz="650" dirty="0">
                <a:solidFill>
                  <a:srgbClr val="505050"/>
                </a:solidFill>
                <a:latin typeface="Gadugi"/>
                <a:cs typeface="Gadugi"/>
              </a:rPr>
              <a:t>uno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usted</a:t>
            </a:r>
            <a:r>
              <a:rPr sz="650" spc="-4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mismo.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6595" y="4556759"/>
            <a:ext cx="1470660" cy="492759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92710" marR="103505">
              <a:lnSpc>
                <a:spcPct val="100000"/>
              </a:lnSpc>
              <a:spcBef>
                <a:spcPts val="345"/>
              </a:spcBef>
            </a:pPr>
            <a:r>
              <a:rPr sz="650" b="1" spc="-5" dirty="0">
                <a:latin typeface="Gadugi"/>
                <a:cs typeface="Gadugi"/>
              </a:rPr>
              <a:t>Buscar aplicaciones personales 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Haga clic para buscar y administrar  sus aplicaciones</a:t>
            </a:r>
            <a:r>
              <a:rPr sz="650" spc="-1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personales.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47444" y="6960107"/>
            <a:ext cx="247015" cy="29209"/>
          </a:xfrm>
          <a:custGeom>
            <a:avLst/>
            <a:gdLst/>
            <a:ahLst/>
            <a:cxnLst/>
            <a:rect l="l" t="t" r="r" b="b"/>
            <a:pathLst>
              <a:path w="247014" h="29209">
                <a:moveTo>
                  <a:pt x="0" y="28956"/>
                </a:moveTo>
                <a:lnTo>
                  <a:pt x="246887" y="28956"/>
                </a:lnTo>
                <a:lnTo>
                  <a:pt x="246887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76044" y="6926580"/>
            <a:ext cx="103632" cy="1051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78307" y="6644640"/>
            <a:ext cx="1469390" cy="49403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 algn="just">
              <a:lnSpc>
                <a:spcPct val="100000"/>
              </a:lnSpc>
              <a:spcBef>
                <a:spcPts val="355"/>
              </a:spcBef>
            </a:pPr>
            <a:r>
              <a:rPr sz="650" b="1" spc="-10" dirty="0">
                <a:latin typeface="Gadugi"/>
                <a:cs typeface="Gadugi"/>
              </a:rPr>
              <a:t>Agregar</a:t>
            </a:r>
            <a:r>
              <a:rPr sz="650" b="1" spc="20" dirty="0">
                <a:latin typeface="Gadugi"/>
                <a:cs typeface="Gadugi"/>
              </a:rPr>
              <a:t> </a:t>
            </a:r>
            <a:r>
              <a:rPr sz="650" b="1" spc="-5" dirty="0">
                <a:latin typeface="Gadugi"/>
                <a:cs typeface="Gadugi"/>
              </a:rPr>
              <a:t>aplicaciones</a:t>
            </a:r>
            <a:endParaRPr sz="650">
              <a:latin typeface="Gadugi"/>
              <a:cs typeface="Gadugi"/>
            </a:endParaRPr>
          </a:p>
          <a:p>
            <a:pPr marL="91440" marR="239395" algn="just">
              <a:lnSpc>
                <a:spcPct val="100000"/>
              </a:lnSpc>
            </a:pP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Inicie la tienda para examinar o  buscar aplicaciones que puede  agregar a</a:t>
            </a:r>
            <a:r>
              <a:rPr sz="650" spc="-15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650" spc="-5" dirty="0">
                <a:solidFill>
                  <a:srgbClr val="505050"/>
                </a:solidFill>
                <a:latin typeface="Gadugi"/>
                <a:cs typeface="Gadugi"/>
              </a:rPr>
              <a:t>Teams.</a:t>
            </a:r>
            <a:endParaRPr sz="650">
              <a:latin typeface="Gadugi"/>
              <a:cs typeface="Gadug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671827" y="4613148"/>
            <a:ext cx="262128" cy="1036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571" y="1084656"/>
            <a:ext cx="1906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Iniciar</a:t>
            </a:r>
            <a:r>
              <a:rPr sz="2800" b="0" spc="-50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sesión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559" y="1685052"/>
            <a:ext cx="44469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r>
              <a:rPr sz="900" dirty="0">
                <a:latin typeface="Gadugi"/>
                <a:cs typeface="Gadugi"/>
              </a:rPr>
              <a:t>En </a:t>
            </a:r>
            <a:r>
              <a:rPr sz="900" spc="-5" dirty="0">
                <a:latin typeface="Gadugi"/>
                <a:cs typeface="Gadugi"/>
              </a:rPr>
              <a:t>Windows, haga clic</a:t>
            </a:r>
            <a:r>
              <a:rPr sz="900" spc="4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Inicio	</a:t>
            </a:r>
            <a:r>
              <a:rPr sz="900" dirty="0">
                <a:latin typeface="Gadugi"/>
                <a:cs typeface="Gadugi"/>
              </a:rPr>
              <a:t>&gt; </a:t>
            </a:r>
            <a:r>
              <a:rPr sz="900" b="1" spc="-5" dirty="0">
                <a:latin typeface="Gadugi"/>
                <a:cs typeface="Gadugi"/>
              </a:rPr>
              <a:t>Microsoft Corporation </a:t>
            </a:r>
            <a:r>
              <a:rPr sz="900" dirty="0">
                <a:latin typeface="Gadugi"/>
                <a:cs typeface="Gadugi"/>
              </a:rPr>
              <a:t>&gt; </a:t>
            </a:r>
            <a:r>
              <a:rPr sz="900" b="1" spc="-5" dirty="0">
                <a:latin typeface="Gadugi"/>
                <a:cs typeface="Gadugi"/>
              </a:rPr>
              <a:t>Microsoft</a:t>
            </a:r>
            <a:r>
              <a:rPr sz="900" b="1" spc="3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Teams</a:t>
            </a:r>
            <a:r>
              <a:rPr sz="900" spc="-5" dirty="0">
                <a:latin typeface="Gadugi"/>
                <a:cs typeface="Gadugi"/>
              </a:rPr>
              <a:t>.</a:t>
            </a:r>
            <a:endParaRPr sz="900" dirty="0">
              <a:latin typeface="Gadugi"/>
              <a:cs typeface="Gadugi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latin typeface="Gadugi"/>
                <a:cs typeface="Gadugi"/>
              </a:rPr>
              <a:t>En </a:t>
            </a:r>
            <a:r>
              <a:rPr sz="900" spc="-5" dirty="0">
                <a:latin typeface="Gadugi"/>
                <a:cs typeface="Gadugi"/>
              </a:rPr>
              <a:t>Mac, vaya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la carpeta </a:t>
            </a:r>
            <a:r>
              <a:rPr sz="900" b="1" spc="-5" dirty="0">
                <a:latin typeface="Gadugi"/>
                <a:cs typeface="Gadugi"/>
              </a:rPr>
              <a:t>Aplicaciones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haga clic en </a:t>
            </a:r>
            <a:r>
              <a:rPr sz="900" b="1" spc="-5" dirty="0">
                <a:latin typeface="Gadugi"/>
                <a:cs typeface="Gadugi"/>
              </a:rPr>
              <a:t>Microsoft Teams</a:t>
            </a:r>
            <a:r>
              <a:rPr sz="900" spc="-5" dirty="0">
                <a:latin typeface="Gadugi"/>
                <a:cs typeface="Gadugi"/>
              </a:rPr>
              <a:t>. En dispositivos  móviles, pulse el icono </a:t>
            </a:r>
            <a:r>
              <a:rPr sz="900" b="1" spc="-5" dirty="0">
                <a:latin typeface="Gadugi"/>
                <a:cs typeface="Gadugi"/>
              </a:rPr>
              <a:t>Teams</a:t>
            </a:r>
            <a:r>
              <a:rPr sz="900" spc="-5" dirty="0">
                <a:latin typeface="Gadugi"/>
                <a:cs typeface="Gadugi"/>
              </a:rPr>
              <a:t>. Después, inicie sesión con </a:t>
            </a:r>
            <a:r>
              <a:rPr sz="900" dirty="0">
                <a:latin typeface="Gadugi"/>
                <a:cs typeface="Gadugi"/>
              </a:rPr>
              <a:t>su </a:t>
            </a:r>
            <a:r>
              <a:rPr sz="900" spc="-5" dirty="0">
                <a:latin typeface="Gadugi"/>
                <a:cs typeface="Gadugi"/>
              </a:rPr>
              <a:t>nombre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usuario </a:t>
            </a:r>
            <a:r>
              <a:rPr sz="900" dirty="0">
                <a:latin typeface="Gadugi"/>
                <a:cs typeface="Gadugi"/>
              </a:rPr>
              <a:t>y  </a:t>
            </a:r>
            <a:r>
              <a:rPr sz="900" spc="-5" dirty="0">
                <a:latin typeface="Gadugi"/>
                <a:cs typeface="Gadugi"/>
              </a:rPr>
              <a:t>contraseña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Office</a:t>
            </a:r>
            <a:r>
              <a:rPr sz="900" spc="3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365.</a:t>
            </a:r>
            <a:endParaRPr sz="900" dirty="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Gadugi"/>
                <a:cs typeface="Gadugi"/>
              </a:rPr>
              <a:t>(Si </a:t>
            </a:r>
            <a:r>
              <a:rPr sz="900" spc="-5" dirty="0">
                <a:latin typeface="Gadugi"/>
                <a:cs typeface="Gadugi"/>
              </a:rPr>
              <a:t>está usando Teams gratuito, inicie sesión </a:t>
            </a:r>
            <a:r>
              <a:rPr sz="900" dirty="0">
                <a:latin typeface="Gadugi"/>
                <a:cs typeface="Gadugi"/>
              </a:rPr>
              <a:t>con </a:t>
            </a:r>
            <a:r>
              <a:rPr sz="900" spc="-5" dirty="0">
                <a:latin typeface="Gadugi"/>
                <a:cs typeface="Gadugi"/>
              </a:rPr>
              <a:t>ese nombre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usuario </a:t>
            </a:r>
            <a:r>
              <a:rPr sz="900" dirty="0">
                <a:latin typeface="Gadugi"/>
                <a:cs typeface="Gadugi"/>
              </a:rPr>
              <a:t>y</a:t>
            </a:r>
            <a:r>
              <a:rPr sz="900" spc="14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contraseña).</a:t>
            </a:r>
            <a:endParaRPr sz="900" dirty="0">
              <a:latin typeface="Gadugi"/>
              <a:cs typeface="Gadug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2435" y="1231391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26780" y="1084656"/>
            <a:ext cx="4371975" cy="1563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9883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Seleccionar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un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equipo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y 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un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canal</a:t>
            </a:r>
            <a:endParaRPr sz="2800">
              <a:latin typeface="Segoe UI Light"/>
              <a:cs typeface="Segoe UI Light"/>
            </a:endParaRPr>
          </a:p>
          <a:p>
            <a:pPr marL="12700" marR="5080">
              <a:lnSpc>
                <a:spcPts val="1080"/>
              </a:lnSpc>
              <a:spcBef>
                <a:spcPts val="25"/>
              </a:spcBef>
            </a:pPr>
            <a:r>
              <a:rPr sz="900" dirty="0">
                <a:latin typeface="Gadugi"/>
                <a:cs typeface="Gadugi"/>
              </a:rPr>
              <a:t>Un </a:t>
            </a:r>
            <a:r>
              <a:rPr sz="900" i="1" dirty="0">
                <a:latin typeface="Segoe UI"/>
                <a:cs typeface="Segoe UI"/>
              </a:rPr>
              <a:t>equipo </a:t>
            </a:r>
            <a:r>
              <a:rPr sz="900" spc="-5" dirty="0">
                <a:latin typeface="Gadugi"/>
                <a:cs typeface="Gadugi"/>
              </a:rPr>
              <a:t>es </a:t>
            </a:r>
            <a:r>
              <a:rPr sz="900" spc="-10" dirty="0">
                <a:latin typeface="Gadugi"/>
                <a:cs typeface="Gadugi"/>
              </a:rPr>
              <a:t>una </a:t>
            </a:r>
            <a:r>
              <a:rPr sz="900" spc="-5" dirty="0">
                <a:latin typeface="Gadugi"/>
                <a:cs typeface="Gadugi"/>
              </a:rPr>
              <a:t>colección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contactos, conversaciones, archivos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herramientas </a:t>
            </a:r>
            <a:r>
              <a:rPr sz="900" spc="-10" dirty="0">
                <a:latin typeface="Gadugi"/>
                <a:cs typeface="Gadugi"/>
              </a:rPr>
              <a:t>que  </a:t>
            </a:r>
            <a:r>
              <a:rPr sz="900" dirty="0">
                <a:latin typeface="Gadugi"/>
                <a:cs typeface="Gadugi"/>
              </a:rPr>
              <a:t>se </a:t>
            </a:r>
            <a:r>
              <a:rPr sz="900" spc="-10" dirty="0">
                <a:latin typeface="Gadugi"/>
                <a:cs typeface="Gadugi"/>
              </a:rPr>
              <a:t>encuentran </a:t>
            </a:r>
            <a:r>
              <a:rPr sz="900" spc="-5" dirty="0">
                <a:latin typeface="Gadugi"/>
                <a:cs typeface="Gadugi"/>
              </a:rPr>
              <a:t>en un </a:t>
            </a:r>
            <a:r>
              <a:rPr sz="900" dirty="0">
                <a:latin typeface="Gadugi"/>
                <a:cs typeface="Gadugi"/>
              </a:rPr>
              <a:t>mismo </a:t>
            </a:r>
            <a:r>
              <a:rPr sz="900" spc="-5" dirty="0">
                <a:latin typeface="Gadugi"/>
                <a:cs typeface="Gadugi"/>
              </a:rPr>
              <a:t>lugar. </a:t>
            </a:r>
            <a:r>
              <a:rPr sz="900" spc="5" dirty="0">
                <a:latin typeface="Gadugi"/>
                <a:cs typeface="Gadugi"/>
              </a:rPr>
              <a:t>Un </a:t>
            </a:r>
            <a:r>
              <a:rPr sz="900" i="1" spc="-5" dirty="0">
                <a:latin typeface="Segoe UI"/>
                <a:cs typeface="Segoe UI"/>
              </a:rPr>
              <a:t>canal </a:t>
            </a:r>
            <a:r>
              <a:rPr sz="900" spc="-5" dirty="0">
                <a:latin typeface="Gadugi"/>
                <a:cs typeface="Gadugi"/>
              </a:rPr>
              <a:t>es un debate en un equipo, que está  dedicado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un departamento, un proyecto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spc="-5" dirty="0">
                <a:latin typeface="Gadugi"/>
                <a:cs typeface="Gadugi"/>
              </a:rPr>
              <a:t>un</a:t>
            </a:r>
            <a:r>
              <a:rPr sz="900" spc="9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tema.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ts val="1045"/>
              </a:lnSpc>
              <a:tabLst>
                <a:tab pos="1336675" algn="l"/>
              </a:tabLst>
            </a:pP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2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Equipos	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seleccione un equipo. Escoja un canal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explore las</a:t>
            </a:r>
            <a:r>
              <a:rPr sz="900" spc="8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fichas</a:t>
            </a:r>
            <a:endParaRPr sz="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sz="900" b="1" spc="-5" dirty="0">
                <a:latin typeface="Gadugi"/>
                <a:cs typeface="Gadugi"/>
              </a:rPr>
              <a:t>Conversaciones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b="1" spc="-5" dirty="0">
                <a:latin typeface="Gadugi"/>
                <a:cs typeface="Gadugi"/>
              </a:rPr>
              <a:t>Archivos</a:t>
            </a:r>
            <a:r>
              <a:rPr sz="900" spc="-5" dirty="0">
                <a:latin typeface="Gadugi"/>
                <a:cs typeface="Gadugi"/>
              </a:rPr>
              <a:t>, entre</a:t>
            </a:r>
            <a:r>
              <a:rPr sz="900" spc="6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otras.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7858" y="5099396"/>
            <a:ext cx="25400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latin typeface="Gadugi"/>
                <a:cs typeface="Gadugi"/>
              </a:rPr>
              <a:t>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559" y="4445040"/>
            <a:ext cx="4640580" cy="1224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Iniciar una</a:t>
            </a:r>
            <a:r>
              <a:rPr sz="2800" b="0" spc="10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conversación</a:t>
            </a:r>
            <a:endParaRPr sz="2800">
              <a:latin typeface="Segoe UI Light"/>
              <a:cs typeface="Segoe UI Light"/>
            </a:endParaRPr>
          </a:p>
          <a:p>
            <a:pPr marL="12700" marR="324485">
              <a:lnSpc>
                <a:spcPct val="100000"/>
              </a:lnSpc>
              <a:spcBef>
                <a:spcPts val="685"/>
              </a:spcBef>
              <a:tabLst>
                <a:tab pos="2318385" algn="l"/>
              </a:tabLst>
            </a:pPr>
            <a:r>
              <a:rPr sz="900" i="1" spc="-5" dirty="0">
                <a:latin typeface="Segoe UI"/>
                <a:cs typeface="Segoe UI"/>
              </a:rPr>
              <a:t>Con todo </a:t>
            </a:r>
            <a:r>
              <a:rPr sz="900" i="1" dirty="0">
                <a:latin typeface="Segoe UI"/>
                <a:cs typeface="Segoe UI"/>
              </a:rPr>
              <a:t>el </a:t>
            </a:r>
            <a:r>
              <a:rPr sz="900" i="1" spc="-5" dirty="0">
                <a:latin typeface="Segoe UI"/>
                <a:cs typeface="Segoe UI"/>
              </a:rPr>
              <a:t>equipo</a:t>
            </a:r>
            <a:r>
              <a:rPr sz="900" spc="-5" dirty="0">
                <a:latin typeface="Gadugi"/>
                <a:cs typeface="Gadugi"/>
              </a:rPr>
              <a:t>... Haga clic</a:t>
            </a:r>
            <a:r>
              <a:rPr sz="900" spc="10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2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Equipos	</a:t>
            </a:r>
            <a:r>
              <a:rPr sz="900" dirty="0">
                <a:latin typeface="Gadugi"/>
                <a:cs typeface="Gadugi"/>
              </a:rPr>
              <a:t>, </a:t>
            </a:r>
            <a:r>
              <a:rPr sz="900" spc="-5" dirty="0">
                <a:latin typeface="Gadugi"/>
                <a:cs typeface="Gadugi"/>
              </a:rPr>
              <a:t>escoja un equipo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un canal, escriba el  mensaje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haga clic en</a:t>
            </a:r>
            <a:r>
              <a:rPr sz="900" spc="5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Enviar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Gadugi"/>
              <a:cs typeface="Gadug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955290" algn="l"/>
                <a:tab pos="3740150" algn="l"/>
              </a:tabLst>
            </a:pPr>
            <a:r>
              <a:rPr sz="900" i="1" spc="-5" dirty="0">
                <a:latin typeface="Segoe UI"/>
                <a:cs typeface="Segoe UI"/>
              </a:rPr>
              <a:t>Con </a:t>
            </a:r>
            <a:r>
              <a:rPr sz="900" i="1" dirty="0">
                <a:latin typeface="Segoe UI"/>
                <a:cs typeface="Segoe UI"/>
              </a:rPr>
              <a:t>un </a:t>
            </a:r>
            <a:r>
              <a:rPr sz="900" i="1" spc="-5" dirty="0">
                <a:latin typeface="Segoe UI"/>
                <a:cs typeface="Segoe UI"/>
              </a:rPr>
              <a:t>contacto </a:t>
            </a:r>
            <a:r>
              <a:rPr sz="900" i="1" dirty="0">
                <a:latin typeface="Segoe UI"/>
                <a:cs typeface="Segoe UI"/>
              </a:rPr>
              <a:t>o un </a:t>
            </a:r>
            <a:r>
              <a:rPr sz="900" i="1" spc="-5" dirty="0">
                <a:latin typeface="Segoe UI"/>
                <a:cs typeface="Segoe UI"/>
              </a:rPr>
              <a:t>grupo</a:t>
            </a:r>
            <a:r>
              <a:rPr sz="900" spc="-5" dirty="0">
                <a:latin typeface="Gadugi"/>
                <a:cs typeface="Gadugi"/>
              </a:rPr>
              <a:t>... Haga clic en</a:t>
            </a:r>
            <a:r>
              <a:rPr sz="900" spc="1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Nuevo</a:t>
            </a:r>
            <a:r>
              <a:rPr sz="900" b="1" spc="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chat	</a:t>
            </a:r>
            <a:r>
              <a:rPr sz="900" dirty="0">
                <a:latin typeface="Gadugi"/>
                <a:cs typeface="Gadugi"/>
              </a:rPr>
              <a:t>, </a:t>
            </a:r>
            <a:r>
              <a:rPr sz="900" spc="-5" dirty="0">
                <a:latin typeface="Gadugi"/>
                <a:cs typeface="Gadugi"/>
              </a:rPr>
              <a:t>escriba el nombre de la persona 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spc="-5" dirty="0">
                <a:latin typeface="Gadugi"/>
                <a:cs typeface="Gadugi"/>
              </a:rPr>
              <a:t>el grupo en el campo </a:t>
            </a:r>
            <a:r>
              <a:rPr sz="900" b="1" spc="-5" dirty="0">
                <a:latin typeface="Gadugi"/>
                <a:cs typeface="Gadugi"/>
              </a:rPr>
              <a:t>Para</a:t>
            </a:r>
            <a:r>
              <a:rPr sz="900" spc="-5" dirty="0">
                <a:latin typeface="Gadugi"/>
                <a:cs typeface="Gadugi"/>
              </a:rPr>
              <a:t>, escriba el mensaje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204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Enviar	</a:t>
            </a:r>
            <a:r>
              <a:rPr sz="900" dirty="0">
                <a:latin typeface="Gadugi"/>
                <a:cs typeface="Gadugi"/>
              </a:rPr>
              <a:t>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7720" y="2593848"/>
            <a:ext cx="3052571" cy="1722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6948" y="5818632"/>
            <a:ext cx="3604259" cy="15895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2160" y="2755392"/>
            <a:ext cx="3118103" cy="1763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6674" y="145891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26835" y="4620333"/>
            <a:ext cx="2779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Iniciar una</a:t>
            </a:r>
            <a:r>
              <a:rPr sz="2800" b="0" spc="-60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reunión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26780" y="5100307"/>
            <a:ext cx="4340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Gadugi"/>
                <a:cs typeface="Gadugi"/>
              </a:rPr>
              <a:t>Haga clic en </a:t>
            </a:r>
            <a:r>
              <a:rPr sz="900" b="1" spc="-5" dirty="0">
                <a:latin typeface="Gadugi"/>
                <a:cs typeface="Gadugi"/>
              </a:rPr>
              <a:t>Reunirse ahora </a:t>
            </a:r>
            <a:r>
              <a:rPr sz="900" spc="-5" dirty="0">
                <a:latin typeface="Gadugi"/>
                <a:cs typeface="Gadugi"/>
              </a:rPr>
              <a:t>en el área donde escribe el mensaje para iniciar </a:t>
            </a:r>
            <a:r>
              <a:rPr sz="900" spc="-10" dirty="0">
                <a:latin typeface="Gadugi"/>
                <a:cs typeface="Gadugi"/>
              </a:rPr>
              <a:t>una  reunión </a:t>
            </a:r>
            <a:r>
              <a:rPr sz="900" spc="-5" dirty="0">
                <a:latin typeface="Gadugi"/>
                <a:cs typeface="Gadugi"/>
              </a:rPr>
              <a:t>en un canal. </a:t>
            </a:r>
            <a:r>
              <a:rPr sz="900" dirty="0">
                <a:latin typeface="Gadugi"/>
                <a:cs typeface="Gadugi"/>
              </a:rPr>
              <a:t>(Si </a:t>
            </a:r>
            <a:r>
              <a:rPr sz="900" spc="-5" dirty="0">
                <a:latin typeface="Gadugi"/>
                <a:cs typeface="Gadugi"/>
              </a:rPr>
              <a:t>hace clic en </a:t>
            </a:r>
            <a:r>
              <a:rPr sz="900" b="1" spc="-5" dirty="0">
                <a:latin typeface="Gadugi"/>
                <a:cs typeface="Gadugi"/>
              </a:rPr>
              <a:t>Responder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después en </a:t>
            </a:r>
            <a:r>
              <a:rPr sz="900" b="1" spc="-5" dirty="0">
                <a:latin typeface="Gadugi"/>
                <a:cs typeface="Gadugi"/>
              </a:rPr>
              <a:t>Reunirse ahora </a:t>
            </a:r>
            <a:r>
              <a:rPr sz="900" dirty="0">
                <a:latin typeface="Gadugi"/>
                <a:cs typeface="Gadugi"/>
              </a:rPr>
              <a:t>, </a:t>
            </a:r>
            <a:r>
              <a:rPr sz="900" spc="-5" dirty="0">
                <a:latin typeface="Gadugi"/>
                <a:cs typeface="Gadugi"/>
              </a:rPr>
              <a:t>la  </a:t>
            </a:r>
            <a:r>
              <a:rPr sz="900" spc="-10" dirty="0">
                <a:latin typeface="Gadugi"/>
                <a:cs typeface="Gadugi"/>
              </a:rPr>
              <a:t>reunión </a:t>
            </a:r>
            <a:r>
              <a:rPr sz="900" dirty="0">
                <a:latin typeface="Gadugi"/>
                <a:cs typeface="Gadugi"/>
              </a:rPr>
              <a:t>se </a:t>
            </a:r>
            <a:r>
              <a:rPr sz="900" spc="-5" dirty="0">
                <a:latin typeface="Gadugi"/>
                <a:cs typeface="Gadugi"/>
              </a:rPr>
              <a:t>basará en esa conversación). Escriba un nombre para la </a:t>
            </a:r>
            <a:r>
              <a:rPr sz="900" spc="-10" dirty="0">
                <a:latin typeface="Gadugi"/>
                <a:cs typeface="Gadugi"/>
              </a:rPr>
              <a:t>reunión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después  comience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invitar </a:t>
            </a:r>
            <a:r>
              <a:rPr sz="900" dirty="0">
                <a:latin typeface="Gadugi"/>
                <a:cs typeface="Gadugi"/>
              </a:rPr>
              <a:t>a</a:t>
            </a:r>
            <a:r>
              <a:rPr sz="900" spc="1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contactos.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80176" y="5759196"/>
            <a:ext cx="3002279" cy="1557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57416" y="5061203"/>
            <a:ext cx="201167" cy="201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8780" y="5227320"/>
            <a:ext cx="201167" cy="2011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94332" y="1653539"/>
            <a:ext cx="201167" cy="2011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0779" y="4937760"/>
            <a:ext cx="201168" cy="1996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71772" y="5498592"/>
            <a:ext cx="201167" cy="2011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63239" y="5349239"/>
            <a:ext cx="199643" cy="20421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50507" y="2334767"/>
            <a:ext cx="204216" cy="20116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66316" y="5082539"/>
            <a:ext cx="201167" cy="20116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9207" y="4437412"/>
            <a:ext cx="4139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5" dirty="0">
                <a:solidFill>
                  <a:srgbClr val="6264A7"/>
                </a:solidFill>
                <a:latin typeface="Segoe UI Light"/>
                <a:cs typeface="Segoe UI Light"/>
              </a:rPr>
              <a:t>Agregar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emoji, meme o</a:t>
            </a:r>
            <a:r>
              <a:rPr sz="2800" b="0" spc="-15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GIF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9176" y="4970792"/>
            <a:ext cx="45453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76045" algn="l"/>
              </a:tabLst>
            </a:pP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2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Adhesivo	</a:t>
            </a:r>
            <a:r>
              <a:rPr sz="900" spc="-5" dirty="0">
                <a:latin typeface="Gadugi"/>
                <a:cs typeface="Gadugi"/>
              </a:rPr>
              <a:t>debajo del cuadro donde escribe el mensaje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después elija un  meme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spc="-5" dirty="0">
                <a:latin typeface="Gadugi"/>
                <a:cs typeface="Gadugi"/>
              </a:rPr>
              <a:t>un adhesivo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10" dirty="0">
                <a:latin typeface="Gadugi"/>
                <a:cs typeface="Gadugi"/>
              </a:rPr>
              <a:t>una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las categorías. También hay botones para agregar un  emoji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spc="-5" dirty="0">
                <a:latin typeface="Gadugi"/>
                <a:cs typeface="Gadugi"/>
              </a:rPr>
              <a:t>un</a:t>
            </a:r>
            <a:r>
              <a:rPr sz="90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GIF.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2435" y="1149095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19176" y="1177591"/>
            <a:ext cx="4485640" cy="1110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@Mencionar a</a:t>
            </a:r>
            <a:r>
              <a:rPr sz="2800" b="0" spc="10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alguien</a:t>
            </a:r>
            <a:endParaRPr sz="28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865"/>
              </a:spcBef>
            </a:pPr>
            <a:r>
              <a:rPr sz="900" spc="-5" dirty="0">
                <a:latin typeface="Gadugi"/>
                <a:cs typeface="Gadugi"/>
              </a:rPr>
              <a:t>Para captar la atención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10" dirty="0">
                <a:latin typeface="Gadugi"/>
                <a:cs typeface="Gadugi"/>
              </a:rPr>
              <a:t>alguien, </a:t>
            </a:r>
            <a:r>
              <a:rPr sz="900" spc="-5" dirty="0">
                <a:latin typeface="Gadugi"/>
                <a:cs typeface="Gadugi"/>
              </a:rPr>
              <a:t>escriba </a:t>
            </a:r>
            <a:r>
              <a:rPr sz="900" b="1" dirty="0">
                <a:latin typeface="Gadugi"/>
                <a:cs typeface="Gadugi"/>
              </a:rPr>
              <a:t>@ </a:t>
            </a:r>
            <a:r>
              <a:rPr sz="900" spc="-5" dirty="0">
                <a:latin typeface="Gadugi"/>
                <a:cs typeface="Gadugi"/>
              </a:rPr>
              <a:t>seguido del nombre </a:t>
            </a:r>
            <a:r>
              <a:rPr sz="900" dirty="0">
                <a:latin typeface="Gadugi"/>
                <a:cs typeface="Gadugi"/>
              </a:rPr>
              <a:t>(o </a:t>
            </a:r>
            <a:r>
              <a:rPr sz="900" spc="-5" dirty="0">
                <a:latin typeface="Gadugi"/>
                <a:cs typeface="Gadugi"/>
              </a:rPr>
              <a:t>selecciónelo en la  lista </a:t>
            </a:r>
            <a:r>
              <a:rPr sz="900" spc="-10" dirty="0">
                <a:latin typeface="Gadugi"/>
                <a:cs typeface="Gadugi"/>
              </a:rPr>
              <a:t>que </a:t>
            </a:r>
            <a:r>
              <a:rPr sz="900" spc="-5" dirty="0">
                <a:latin typeface="Gadugi"/>
                <a:cs typeface="Gadugi"/>
              </a:rPr>
              <a:t>aparece). Escriba </a:t>
            </a:r>
            <a:r>
              <a:rPr sz="900" b="1" spc="-5" dirty="0">
                <a:latin typeface="Gadugi"/>
                <a:cs typeface="Gadugi"/>
              </a:rPr>
              <a:t>@equipo </a:t>
            </a:r>
            <a:r>
              <a:rPr sz="900" spc="-5" dirty="0">
                <a:latin typeface="Gadugi"/>
                <a:cs typeface="Gadugi"/>
              </a:rPr>
              <a:t>para enviar un mensaje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todos los miembros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un  equipo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b="1" spc="-5" dirty="0">
                <a:latin typeface="Gadugi"/>
                <a:cs typeface="Gadugi"/>
              </a:rPr>
              <a:t>@canal </a:t>
            </a:r>
            <a:r>
              <a:rPr sz="900" spc="-5" dirty="0">
                <a:latin typeface="Gadugi"/>
                <a:cs typeface="Gadugi"/>
              </a:rPr>
              <a:t>para enviar </a:t>
            </a:r>
            <a:r>
              <a:rPr sz="900" spc="-10" dirty="0">
                <a:latin typeface="Gadugi"/>
                <a:cs typeface="Gadugi"/>
              </a:rPr>
              <a:t>una </a:t>
            </a:r>
            <a:r>
              <a:rPr sz="900" spc="-5" dirty="0">
                <a:latin typeface="Gadugi"/>
                <a:cs typeface="Gadugi"/>
              </a:rPr>
              <a:t>notificación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todos los que </a:t>
            </a:r>
            <a:r>
              <a:rPr sz="900" spc="-10" dirty="0">
                <a:latin typeface="Gadugi"/>
                <a:cs typeface="Gadugi"/>
              </a:rPr>
              <a:t>han </a:t>
            </a:r>
            <a:r>
              <a:rPr sz="900" spc="-5" dirty="0">
                <a:latin typeface="Gadugi"/>
                <a:cs typeface="Gadugi"/>
              </a:rPr>
              <a:t>marcado ese canal  </a:t>
            </a:r>
            <a:r>
              <a:rPr sz="900" dirty="0">
                <a:latin typeface="Gadugi"/>
                <a:cs typeface="Gadugi"/>
              </a:rPr>
              <a:t>como</a:t>
            </a:r>
            <a:r>
              <a:rPr sz="900" spc="-2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favorito.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88964" y="5480303"/>
            <a:ext cx="2667000" cy="2071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0598" y="2368295"/>
            <a:ext cx="3056447" cy="1731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0058400" cy="909955"/>
          </a:xfrm>
          <a:custGeom>
            <a:avLst/>
            <a:gdLst/>
            <a:ahLst/>
            <a:cxnLst/>
            <a:rect l="l" t="t" r="r" b="b"/>
            <a:pathLst>
              <a:path w="10058400" h="909955">
                <a:moveTo>
                  <a:pt x="10058400" y="909827"/>
                </a:moveTo>
                <a:lnTo>
                  <a:pt x="0" y="909827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09827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6674" y="141183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7417" y="1189728"/>
            <a:ext cx="4444365" cy="1359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0655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Realizar llamadas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y  videollamadas</a:t>
            </a:r>
            <a:endParaRPr sz="28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545"/>
              </a:spcBef>
              <a:tabLst>
                <a:tab pos="1647825" algn="l"/>
                <a:tab pos="2419985" algn="l"/>
                <a:tab pos="2612390" algn="l"/>
              </a:tabLst>
            </a:pP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2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Videollamada	</a:t>
            </a:r>
            <a:r>
              <a:rPr sz="900" dirty="0">
                <a:latin typeface="Gadugi"/>
                <a:cs typeface="Gadugi"/>
              </a:rPr>
              <a:t>o</a:t>
            </a:r>
            <a:r>
              <a:rPr sz="900" spc="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Llamada	</a:t>
            </a:r>
            <a:r>
              <a:rPr sz="900" dirty="0">
                <a:latin typeface="Gadugi"/>
                <a:cs typeface="Gadugi"/>
              </a:rPr>
              <a:t>si </a:t>
            </a:r>
            <a:r>
              <a:rPr sz="900" spc="-5" dirty="0">
                <a:latin typeface="Gadugi"/>
                <a:cs typeface="Gadugi"/>
              </a:rPr>
              <a:t>desea llamar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alguien desde un chat.  Para </a:t>
            </a:r>
            <a:r>
              <a:rPr sz="900" dirty="0">
                <a:latin typeface="Gadugi"/>
                <a:cs typeface="Gadugi"/>
              </a:rPr>
              <a:t>marcar </a:t>
            </a:r>
            <a:r>
              <a:rPr sz="900" spc="-5" dirty="0">
                <a:latin typeface="Gadugi"/>
                <a:cs typeface="Gadugi"/>
              </a:rPr>
              <a:t>un número, haga clic</a:t>
            </a:r>
            <a:r>
              <a:rPr sz="900" spc="9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Llamadas		</a:t>
            </a:r>
            <a:r>
              <a:rPr sz="900" spc="-5" dirty="0">
                <a:latin typeface="Gadugi"/>
                <a:cs typeface="Gadugi"/>
              </a:rPr>
              <a:t>en la parte izquierda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escriba un  número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10" dirty="0">
                <a:latin typeface="Gadugi"/>
                <a:cs typeface="Gadugi"/>
              </a:rPr>
              <a:t>teléfono. </a:t>
            </a:r>
            <a:r>
              <a:rPr sz="900" spc="-5" dirty="0">
                <a:latin typeface="Gadugi"/>
                <a:cs typeface="Gadugi"/>
              </a:rPr>
              <a:t>Vea el historial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llamadas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el buzón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correo en la </a:t>
            </a:r>
            <a:r>
              <a:rPr sz="900" dirty="0">
                <a:latin typeface="Gadugi"/>
                <a:cs typeface="Gadugi"/>
              </a:rPr>
              <a:t>misma</a:t>
            </a:r>
            <a:r>
              <a:rPr sz="900" spc="19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área.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7040" y="4437412"/>
            <a:ext cx="4154804" cy="131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07185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Responder a</a:t>
            </a:r>
            <a:r>
              <a:rPr sz="2800" b="0" spc="-75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una 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conversación</a:t>
            </a:r>
            <a:endParaRPr sz="28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5"/>
              </a:spcBef>
            </a:pPr>
            <a:r>
              <a:rPr sz="900" spc="-5" dirty="0">
                <a:latin typeface="Gadugi"/>
                <a:cs typeface="Gadugi"/>
              </a:rPr>
              <a:t>Las conversaciones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canal </a:t>
            </a:r>
            <a:r>
              <a:rPr sz="900" dirty="0">
                <a:latin typeface="Gadugi"/>
                <a:cs typeface="Gadugi"/>
              </a:rPr>
              <a:t>se </a:t>
            </a:r>
            <a:r>
              <a:rPr sz="900" spc="-5" dirty="0">
                <a:latin typeface="Gadugi"/>
                <a:cs typeface="Gadugi"/>
              </a:rPr>
              <a:t>organizan </a:t>
            </a:r>
            <a:r>
              <a:rPr sz="900" dirty="0">
                <a:latin typeface="Gadugi"/>
                <a:cs typeface="Gadugi"/>
              </a:rPr>
              <a:t>por </a:t>
            </a:r>
            <a:r>
              <a:rPr sz="900" spc="-5" dirty="0">
                <a:latin typeface="Gadugi"/>
                <a:cs typeface="Gadugi"/>
              </a:rPr>
              <a:t>la fecha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después se crean hilos.  </a:t>
            </a:r>
            <a:r>
              <a:rPr sz="900" spc="-10" dirty="0">
                <a:latin typeface="Gadugi"/>
                <a:cs typeface="Gadugi"/>
              </a:rPr>
              <a:t>Encuentre </a:t>
            </a:r>
            <a:r>
              <a:rPr sz="900" spc="-5" dirty="0">
                <a:latin typeface="Gadugi"/>
                <a:cs typeface="Gadugi"/>
              </a:rPr>
              <a:t>el hilo al que quiere responder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haga clic en </a:t>
            </a:r>
            <a:r>
              <a:rPr sz="900" b="1" spc="-5" dirty="0">
                <a:latin typeface="Gadugi"/>
                <a:cs typeface="Gadugi"/>
              </a:rPr>
              <a:t>Responder</a:t>
            </a:r>
            <a:r>
              <a:rPr sz="900" spc="-5" dirty="0">
                <a:latin typeface="Gadugi"/>
                <a:cs typeface="Gadugi"/>
              </a:rPr>
              <a:t>. Ponga lo que  piensa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haga clic en</a:t>
            </a:r>
            <a:r>
              <a:rPr sz="900" spc="5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Enviar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8901" y="5591644"/>
            <a:ext cx="25400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latin typeface="Gadugi"/>
                <a:cs typeface="Gadugi"/>
              </a:rPr>
              <a:t>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30224" y="5797296"/>
            <a:ext cx="3139440" cy="17800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62455" y="2628900"/>
            <a:ext cx="1949195" cy="1612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08420" y="4945379"/>
            <a:ext cx="201167" cy="201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80132" y="2086355"/>
            <a:ext cx="201167" cy="2011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98320" y="2093975"/>
            <a:ext cx="201167" cy="2011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89760" y="5580888"/>
            <a:ext cx="205740" cy="2011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95243" y="2231136"/>
            <a:ext cx="201167" cy="2011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2435" y="1149095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28959" y="4384008"/>
            <a:ext cx="3142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5" dirty="0">
                <a:solidFill>
                  <a:srgbClr val="6264A7"/>
                </a:solidFill>
                <a:latin typeface="Segoe UI Light"/>
                <a:cs typeface="Segoe UI Light"/>
              </a:rPr>
              <a:t>Trabajar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con</a:t>
            </a:r>
            <a:r>
              <a:rPr sz="2800" b="0" spc="35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5" dirty="0">
                <a:solidFill>
                  <a:srgbClr val="6264A7"/>
                </a:solidFill>
                <a:latin typeface="Segoe UI Light"/>
                <a:cs typeface="Segoe UI Light"/>
              </a:rPr>
              <a:t>archivos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2844" y="4900680"/>
            <a:ext cx="41903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Gadugi"/>
                <a:cs typeface="Gadugi"/>
              </a:rPr>
              <a:t>Haga clic en </a:t>
            </a:r>
            <a:r>
              <a:rPr sz="900" b="1" spc="-5" dirty="0">
                <a:latin typeface="Gadugi"/>
                <a:cs typeface="Gadugi"/>
              </a:rPr>
              <a:t>Archivos </a:t>
            </a:r>
            <a:r>
              <a:rPr sz="900" spc="-5" dirty="0">
                <a:latin typeface="Gadugi"/>
                <a:cs typeface="Gadugi"/>
              </a:rPr>
              <a:t>en la parte izquierda para ver todos los archivos </a:t>
            </a:r>
            <a:r>
              <a:rPr sz="900" spc="-10" dirty="0">
                <a:latin typeface="Gadugi"/>
                <a:cs typeface="Gadugi"/>
              </a:rPr>
              <a:t>que </a:t>
            </a:r>
            <a:r>
              <a:rPr sz="900" spc="-5" dirty="0">
                <a:latin typeface="Gadugi"/>
                <a:cs typeface="Gadugi"/>
              </a:rPr>
              <a:t>se  comparten en todos sus </a:t>
            </a:r>
            <a:r>
              <a:rPr sz="900" i="1" dirty="0">
                <a:latin typeface="Segoe UI"/>
                <a:cs typeface="Segoe UI"/>
              </a:rPr>
              <a:t>equipos</a:t>
            </a:r>
            <a:r>
              <a:rPr sz="900" dirty="0">
                <a:latin typeface="Gadugi"/>
                <a:cs typeface="Gadugi"/>
              </a:rPr>
              <a:t>. </a:t>
            </a:r>
            <a:r>
              <a:rPr sz="900" spc="-5" dirty="0">
                <a:latin typeface="Gadugi"/>
                <a:cs typeface="Gadugi"/>
              </a:rPr>
              <a:t>Haga clic en </a:t>
            </a:r>
            <a:r>
              <a:rPr sz="900" b="1" spc="-5" dirty="0">
                <a:latin typeface="Gadugi"/>
                <a:cs typeface="Gadugi"/>
              </a:rPr>
              <a:t>Archivos </a:t>
            </a:r>
            <a:r>
              <a:rPr sz="900" spc="-5" dirty="0">
                <a:latin typeface="Gadugi"/>
                <a:cs typeface="Gadugi"/>
              </a:rPr>
              <a:t>en la parte superior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un  canal para ver todos los archivos que </a:t>
            </a:r>
            <a:r>
              <a:rPr sz="900" dirty="0">
                <a:latin typeface="Gadugi"/>
                <a:cs typeface="Gadugi"/>
              </a:rPr>
              <a:t>se </a:t>
            </a:r>
            <a:r>
              <a:rPr sz="900" spc="-5" dirty="0">
                <a:latin typeface="Gadugi"/>
                <a:cs typeface="Gadugi"/>
              </a:rPr>
              <a:t>comparten en ese </a:t>
            </a:r>
            <a:r>
              <a:rPr sz="900" i="1" spc="-5" dirty="0">
                <a:latin typeface="Segoe UI"/>
                <a:cs typeface="Segoe UI"/>
              </a:rPr>
              <a:t>canal</a:t>
            </a:r>
            <a:r>
              <a:rPr sz="900" spc="-5" dirty="0">
                <a:latin typeface="Gadugi"/>
                <a:cs typeface="Gadugi"/>
              </a:rPr>
              <a:t>. Haga clic en </a:t>
            </a:r>
            <a:r>
              <a:rPr sz="900" b="1" spc="-5" dirty="0">
                <a:latin typeface="Gadugi"/>
                <a:cs typeface="Gadugi"/>
              </a:rPr>
              <a:t>Más  opciones... </a:t>
            </a:r>
            <a:r>
              <a:rPr sz="900" spc="-10" dirty="0">
                <a:latin typeface="Gadugi"/>
                <a:cs typeface="Gadugi"/>
              </a:rPr>
              <a:t>junto </a:t>
            </a:r>
            <a:r>
              <a:rPr sz="900" dirty="0">
                <a:latin typeface="Gadugi"/>
                <a:cs typeface="Gadugi"/>
              </a:rPr>
              <a:t>a </a:t>
            </a:r>
            <a:r>
              <a:rPr sz="900" spc="-5" dirty="0">
                <a:latin typeface="Gadugi"/>
                <a:cs typeface="Gadugi"/>
              </a:rPr>
              <a:t>un archivo para ver qué puede hacer </a:t>
            </a:r>
            <a:r>
              <a:rPr sz="900" dirty="0">
                <a:latin typeface="Gadugi"/>
                <a:cs typeface="Gadugi"/>
              </a:rPr>
              <a:t>con</a:t>
            </a:r>
            <a:r>
              <a:rPr sz="900" spc="15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él.</a:t>
            </a:r>
            <a:endParaRPr sz="900">
              <a:latin typeface="Gadugi"/>
              <a:cs typeface="Gadugi"/>
            </a:endParaRPr>
          </a:p>
          <a:p>
            <a:pPr marL="12700" algn="just">
              <a:lnSpc>
                <a:spcPct val="100000"/>
              </a:lnSpc>
            </a:pPr>
            <a:r>
              <a:rPr sz="900" dirty="0">
                <a:latin typeface="Gadugi"/>
                <a:cs typeface="Gadugi"/>
              </a:rPr>
              <a:t>En </a:t>
            </a:r>
            <a:r>
              <a:rPr sz="900" spc="-5" dirty="0">
                <a:latin typeface="Gadugi"/>
                <a:cs typeface="Gadugi"/>
              </a:rPr>
              <a:t>un canal, podrá convertir un archivo en ficha al instante en la parte</a:t>
            </a:r>
            <a:r>
              <a:rPr sz="900" spc="16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superior.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571" y="4143349"/>
            <a:ext cx="448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5" dirty="0">
                <a:solidFill>
                  <a:srgbClr val="6264A7"/>
                </a:solidFill>
                <a:latin typeface="Segoe UI Light"/>
                <a:cs typeface="Segoe UI Light"/>
              </a:rPr>
              <a:t>Agregar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una ficha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en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un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 canal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559" y="5024126"/>
            <a:ext cx="45999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547745" algn="l"/>
              </a:tabLst>
            </a:pPr>
            <a:r>
              <a:rPr sz="900" spc="-5" dirty="0">
                <a:latin typeface="Gadugi"/>
                <a:cs typeface="Gadugi"/>
              </a:rPr>
              <a:t>Haga clic en las fichas </a:t>
            </a:r>
            <a:r>
              <a:rPr sz="900" spc="-10" dirty="0">
                <a:latin typeface="Gadugi"/>
                <a:cs typeface="Gadugi"/>
              </a:rPr>
              <a:t>que </a:t>
            </a:r>
            <a:r>
              <a:rPr sz="900" spc="-5" dirty="0">
                <a:latin typeface="Gadugi"/>
                <a:cs typeface="Gadugi"/>
              </a:rPr>
              <a:t>se encuentran en la parte superior del canal, haga clic en la  aplicación </a:t>
            </a:r>
            <a:r>
              <a:rPr sz="900" spc="-10" dirty="0">
                <a:latin typeface="Gadugi"/>
                <a:cs typeface="Gadugi"/>
              </a:rPr>
              <a:t>que </a:t>
            </a:r>
            <a:r>
              <a:rPr sz="900" spc="-5" dirty="0">
                <a:latin typeface="Gadugi"/>
                <a:cs typeface="Gadugi"/>
              </a:rPr>
              <a:t>desee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después siga las instrucciones.</a:t>
            </a:r>
            <a:r>
              <a:rPr sz="900" spc="210" dirty="0">
                <a:latin typeface="Gadugi"/>
                <a:cs typeface="Gadugi"/>
              </a:rPr>
              <a:t> </a:t>
            </a:r>
            <a:r>
              <a:rPr sz="900" dirty="0">
                <a:latin typeface="Gadugi"/>
                <a:cs typeface="Gadugi"/>
              </a:rPr>
              <a:t>Use</a:t>
            </a:r>
            <a:r>
              <a:rPr sz="900" spc="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Buscar	</a:t>
            </a:r>
            <a:r>
              <a:rPr sz="900" dirty="0">
                <a:latin typeface="Gadugi"/>
                <a:cs typeface="Gadugi"/>
              </a:rPr>
              <a:t>si </a:t>
            </a:r>
            <a:r>
              <a:rPr sz="900" spc="-5" dirty="0">
                <a:latin typeface="Gadugi"/>
                <a:cs typeface="Gadugi"/>
              </a:rPr>
              <a:t>no </a:t>
            </a:r>
            <a:r>
              <a:rPr sz="900" dirty="0">
                <a:latin typeface="Gadugi"/>
                <a:cs typeface="Gadugi"/>
              </a:rPr>
              <a:t>ve </a:t>
            </a:r>
            <a:r>
              <a:rPr sz="900" spc="-5" dirty="0">
                <a:latin typeface="Gadugi"/>
                <a:cs typeface="Gadugi"/>
              </a:rPr>
              <a:t>la</a:t>
            </a:r>
            <a:r>
              <a:rPr sz="900" spc="-5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aplicación  que</a:t>
            </a:r>
            <a:r>
              <a:rPr sz="900" spc="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desea.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0503" y="5603315"/>
            <a:ext cx="3311335" cy="1666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0058400" cy="909955"/>
          </a:xfrm>
          <a:custGeom>
            <a:avLst/>
            <a:gdLst/>
            <a:ahLst/>
            <a:cxnLst/>
            <a:rect l="l" t="t" r="r" b="b"/>
            <a:pathLst>
              <a:path w="10058400" h="909955">
                <a:moveTo>
                  <a:pt x="10058400" y="909827"/>
                </a:moveTo>
                <a:lnTo>
                  <a:pt x="0" y="909827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09827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6674" y="141183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6559" y="1174470"/>
            <a:ext cx="4130040" cy="90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Estar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al tanto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de</a:t>
            </a:r>
            <a:r>
              <a:rPr sz="2800" b="0" spc="60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todo</a:t>
            </a:r>
            <a:endParaRPr sz="28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  <a:tabLst>
                <a:tab pos="1421765" algn="l"/>
              </a:tabLst>
            </a:pP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2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Actividad	</a:t>
            </a:r>
            <a:r>
              <a:rPr sz="900" spc="-5" dirty="0">
                <a:latin typeface="Gadugi"/>
                <a:cs typeface="Gadugi"/>
              </a:rPr>
              <a:t>en la parte izquierda. La </a:t>
            </a:r>
            <a:r>
              <a:rPr sz="900" b="1" spc="-5" dirty="0">
                <a:latin typeface="Gadugi"/>
                <a:cs typeface="Gadugi"/>
              </a:rPr>
              <a:t>fuente </a:t>
            </a:r>
            <a:r>
              <a:rPr sz="900" spc="-5" dirty="0">
                <a:latin typeface="Gadugi"/>
                <a:cs typeface="Gadugi"/>
              </a:rPr>
              <a:t>muestra todas las  notificaciones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todo lo que haya sucedido últimamente en los canales que</a:t>
            </a:r>
            <a:r>
              <a:rPr sz="900" spc="13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sigue.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8959" y="1174470"/>
            <a:ext cx="4396105" cy="1108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5" dirty="0">
                <a:solidFill>
                  <a:srgbClr val="6264A7"/>
                </a:solidFill>
                <a:latin typeface="Segoe UI Light"/>
                <a:cs typeface="Segoe UI Light"/>
              </a:rPr>
              <a:t>Compartir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un </a:t>
            </a:r>
            <a:r>
              <a:rPr sz="2800" b="0" spc="-15" dirty="0">
                <a:solidFill>
                  <a:srgbClr val="6264A7"/>
                </a:solidFill>
                <a:latin typeface="Segoe UI Light"/>
                <a:cs typeface="Segoe UI Light"/>
              </a:rPr>
              <a:t>archivo</a:t>
            </a:r>
            <a:endParaRPr sz="2800">
              <a:latin typeface="Segoe UI Light"/>
              <a:cs typeface="Segoe UI Light"/>
            </a:endParaRPr>
          </a:p>
          <a:p>
            <a:pPr marL="13970" marR="5080">
              <a:lnSpc>
                <a:spcPct val="100000"/>
              </a:lnSpc>
              <a:spcBef>
                <a:spcPts val="844"/>
              </a:spcBef>
              <a:tabLst>
                <a:tab pos="1356360" algn="l"/>
              </a:tabLst>
            </a:pP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Adjuntar	</a:t>
            </a:r>
            <a:r>
              <a:rPr sz="900" spc="-5" dirty="0">
                <a:latin typeface="Gadugi"/>
                <a:cs typeface="Gadugi"/>
              </a:rPr>
              <a:t>debajo del cuadro donde escribe los mensajes, seleccione la  ubicación del archivo </a:t>
            </a:r>
            <a:r>
              <a:rPr sz="900" dirty="0">
                <a:latin typeface="Gadugi"/>
                <a:cs typeface="Gadugi"/>
              </a:rPr>
              <a:t>y </a:t>
            </a:r>
            <a:r>
              <a:rPr sz="900" spc="-5" dirty="0">
                <a:latin typeface="Gadugi"/>
                <a:cs typeface="Gadugi"/>
              </a:rPr>
              <a:t>después el archivo que desee. Según cuál </a:t>
            </a:r>
            <a:r>
              <a:rPr sz="900" dirty="0">
                <a:latin typeface="Gadugi"/>
                <a:cs typeface="Gadugi"/>
              </a:rPr>
              <a:t>sea </a:t>
            </a:r>
            <a:r>
              <a:rPr sz="900" spc="-5" dirty="0">
                <a:latin typeface="Gadugi"/>
                <a:cs typeface="Gadugi"/>
              </a:rPr>
              <a:t>la ubicación del  archivo, dispondrá de opciones para cargar </a:t>
            </a:r>
            <a:r>
              <a:rPr sz="900" spc="-10" dirty="0">
                <a:latin typeface="Gadugi"/>
                <a:cs typeface="Gadugi"/>
              </a:rPr>
              <a:t>una </a:t>
            </a:r>
            <a:r>
              <a:rPr sz="900" spc="-5" dirty="0">
                <a:latin typeface="Gadugi"/>
                <a:cs typeface="Gadugi"/>
              </a:rPr>
              <a:t>copia, compartir un vínculo </a:t>
            </a:r>
            <a:r>
              <a:rPr sz="900" dirty="0">
                <a:latin typeface="Gadugi"/>
                <a:cs typeface="Gadugi"/>
              </a:rPr>
              <a:t>u </a:t>
            </a:r>
            <a:r>
              <a:rPr sz="900" spc="-5" dirty="0">
                <a:latin typeface="Gadugi"/>
                <a:cs typeface="Gadugi"/>
              </a:rPr>
              <a:t>otras  formas </a:t>
            </a:r>
            <a:r>
              <a:rPr sz="900" dirty="0">
                <a:latin typeface="Gadugi"/>
                <a:cs typeface="Gadugi"/>
              </a:rPr>
              <a:t>de</a:t>
            </a:r>
            <a:r>
              <a:rPr sz="900" spc="15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compartir.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13120" y="2439509"/>
            <a:ext cx="3186683" cy="18002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39028" y="5701284"/>
            <a:ext cx="2987039" cy="16276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20367" y="1749551"/>
            <a:ext cx="201168" cy="2011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60647" y="5140452"/>
            <a:ext cx="201167" cy="201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70903" y="1682495"/>
            <a:ext cx="201167" cy="2011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8523" y="4861560"/>
            <a:ext cx="201168" cy="2011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86968" y="2176272"/>
            <a:ext cx="3285743" cy="16565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0111" y="1830413"/>
            <a:ext cx="193040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spc="-15" dirty="0">
                <a:latin typeface="Gadugi"/>
                <a:cs typeface="Gadugi"/>
              </a:rPr>
              <a:t>f</a:t>
            </a:r>
            <a:r>
              <a:rPr sz="900" spc="-5" dirty="0">
                <a:latin typeface="Gadugi"/>
                <a:cs typeface="Gadugi"/>
              </a:rPr>
              <a:t>i</a:t>
            </a:r>
            <a:r>
              <a:rPr sz="900" spc="-10" dirty="0">
                <a:latin typeface="Gadugi"/>
                <a:cs typeface="Gadugi"/>
              </a:rPr>
              <a:t>n</a:t>
            </a:r>
            <a:r>
              <a:rPr sz="900" spc="-5" dirty="0">
                <a:latin typeface="Gadugi"/>
                <a:cs typeface="Gadugi"/>
              </a:rPr>
              <a:t>i</a:t>
            </a:r>
            <a:r>
              <a:rPr sz="900" dirty="0">
                <a:latin typeface="Gadugi"/>
                <a:cs typeface="Gadugi"/>
              </a:rPr>
              <a:t>r</a:t>
            </a:r>
            <a:endParaRPr sz="900">
              <a:latin typeface="Gadugi"/>
              <a:cs typeface="Gadug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559" y="942357"/>
            <a:ext cx="4561840" cy="104711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90"/>
              </a:spcBef>
            </a:pP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Buscar</a:t>
            </a:r>
            <a:r>
              <a:rPr sz="2800" b="0" spc="10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cosas</a:t>
            </a:r>
            <a:endParaRPr sz="2800">
              <a:latin typeface="Segoe UI Light"/>
              <a:cs typeface="Segoe UI Light"/>
            </a:endParaRPr>
          </a:p>
          <a:p>
            <a:pPr marL="12700" marR="5080" algn="just">
              <a:lnSpc>
                <a:spcPct val="100000"/>
              </a:lnSpc>
              <a:spcBef>
                <a:spcPts val="350"/>
              </a:spcBef>
            </a:pPr>
            <a:r>
              <a:rPr sz="900" spc="-5" dirty="0">
                <a:latin typeface="Gadugi"/>
                <a:cs typeface="Gadugi"/>
              </a:rPr>
              <a:t>Escriba </a:t>
            </a:r>
            <a:r>
              <a:rPr sz="900" spc="-10" dirty="0">
                <a:latin typeface="Gadugi"/>
                <a:cs typeface="Gadugi"/>
              </a:rPr>
              <a:t>una </a:t>
            </a:r>
            <a:r>
              <a:rPr sz="900" spc="-5" dirty="0">
                <a:latin typeface="Gadugi"/>
                <a:cs typeface="Gadugi"/>
              </a:rPr>
              <a:t>frase en el cuadro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comandos situado en la parte superior de la aplicación </a:t>
            </a:r>
            <a:r>
              <a:rPr sz="900" dirty="0">
                <a:latin typeface="Gadugi"/>
                <a:cs typeface="Gadugi"/>
              </a:rPr>
              <a:t>y  </a:t>
            </a:r>
            <a:r>
              <a:rPr sz="900" spc="-5" dirty="0">
                <a:latin typeface="Gadugi"/>
                <a:cs typeface="Gadugi"/>
              </a:rPr>
              <a:t>presione Entrar. Después, seleccione la ficha </a:t>
            </a:r>
            <a:r>
              <a:rPr sz="900" b="1" spc="-5" dirty="0">
                <a:latin typeface="Gadugi"/>
                <a:cs typeface="Gadugi"/>
              </a:rPr>
              <a:t>Mensajes</a:t>
            </a:r>
            <a:r>
              <a:rPr sz="900" spc="-5" dirty="0">
                <a:latin typeface="Gadugi"/>
                <a:cs typeface="Gadugi"/>
              </a:rPr>
              <a:t>, </a:t>
            </a:r>
            <a:r>
              <a:rPr sz="900" b="1" spc="-5" dirty="0">
                <a:latin typeface="Gadugi"/>
                <a:cs typeface="Gadugi"/>
              </a:rPr>
              <a:t>Contactos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b="1" spc="-5" dirty="0">
                <a:latin typeface="Gadugi"/>
                <a:cs typeface="Gadugi"/>
              </a:rPr>
              <a:t>Archivos</a:t>
            </a:r>
            <a:r>
              <a:rPr sz="900" spc="-5" dirty="0">
                <a:latin typeface="Gadugi"/>
                <a:cs typeface="Gadugi"/>
              </a:rPr>
              <a:t>. Seleccione  un elemento </a:t>
            </a:r>
            <a:r>
              <a:rPr sz="900" dirty="0">
                <a:latin typeface="Gadugi"/>
                <a:cs typeface="Gadugi"/>
              </a:rPr>
              <a:t>o </a:t>
            </a:r>
            <a:r>
              <a:rPr sz="900" spc="-5" dirty="0">
                <a:latin typeface="Gadugi"/>
                <a:cs typeface="Gadugi"/>
              </a:rPr>
              <a:t>haga clic en </a:t>
            </a:r>
            <a:r>
              <a:rPr sz="900" b="1" spc="-5" dirty="0">
                <a:latin typeface="Gadugi"/>
                <a:cs typeface="Gadugi"/>
              </a:rPr>
              <a:t>Filtro </a:t>
            </a:r>
            <a:r>
              <a:rPr sz="900" spc="-5" dirty="0">
                <a:latin typeface="Gadugi"/>
                <a:cs typeface="Gadugi"/>
              </a:rPr>
              <a:t>para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los resultados </a:t>
            </a:r>
            <a:r>
              <a:rPr sz="900" dirty="0">
                <a:latin typeface="Gadugi"/>
                <a:cs typeface="Gadugi"/>
              </a:rPr>
              <a:t>de </a:t>
            </a:r>
            <a:r>
              <a:rPr sz="900" spc="-5" dirty="0">
                <a:latin typeface="Gadugi"/>
                <a:cs typeface="Gadugi"/>
              </a:rPr>
              <a:t>la</a:t>
            </a:r>
            <a:r>
              <a:rPr sz="900" spc="20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búsqueda.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4422" y="5876626"/>
            <a:ext cx="78740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latin typeface="Gadugi"/>
                <a:cs typeface="Gadugi"/>
              </a:rPr>
              <a:t>&gt;</a:t>
            </a:r>
            <a:endParaRPr sz="900">
              <a:latin typeface="Gadugi"/>
              <a:cs typeface="Gadug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Siguientes pasos </a:t>
            </a:r>
            <a:r>
              <a:rPr spc="-10" dirty="0"/>
              <a:t>con </a:t>
            </a:r>
            <a:r>
              <a:rPr spc="-15" dirty="0"/>
              <a:t>Microsoft  </a:t>
            </a:r>
            <a:r>
              <a:rPr spc="-95" dirty="0"/>
              <a:t>Teams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00" b="1" spc="-5" dirty="0">
                <a:latin typeface="Gadugi"/>
                <a:cs typeface="Gadugi"/>
              </a:rPr>
              <a:t>Vea las novedades </a:t>
            </a:r>
            <a:r>
              <a:rPr sz="900" b="1" dirty="0">
                <a:latin typeface="Gadugi"/>
                <a:cs typeface="Gadugi"/>
              </a:rPr>
              <a:t>de</a:t>
            </a:r>
            <a:r>
              <a:rPr sz="900" b="1" spc="45" dirty="0">
                <a:latin typeface="Gadugi"/>
                <a:cs typeface="Gadugi"/>
              </a:rPr>
              <a:t> </a:t>
            </a:r>
            <a:r>
              <a:rPr sz="900" b="1" dirty="0">
                <a:latin typeface="Gadugi"/>
                <a:cs typeface="Gadugi"/>
              </a:rPr>
              <a:t>Office</a:t>
            </a:r>
            <a:endParaRPr sz="900">
              <a:latin typeface="Gadugi"/>
              <a:cs typeface="Gadugi"/>
            </a:endParaRPr>
          </a:p>
          <a:p>
            <a:pPr marL="12700" marR="257810">
              <a:lnSpc>
                <a:spcPct val="100000"/>
              </a:lnSpc>
            </a:pP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Explore las nuevas características de Microsoft Teams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y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las que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se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han mejorado, así 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como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el resto de aplicaciones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de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Office. Visite  https://go.microsoft.com/fwlink/?linkid=871117 para </a:t>
            </a:r>
            <a:r>
              <a:rPr sz="900" b="0" spc="-10" dirty="0">
                <a:solidFill>
                  <a:srgbClr val="000000"/>
                </a:solidFill>
                <a:latin typeface="Gadugi"/>
                <a:cs typeface="Gadugi"/>
              </a:rPr>
              <a:t>obtener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más</a:t>
            </a:r>
            <a:r>
              <a:rPr sz="900" b="0" spc="150" dirty="0">
                <a:solidFill>
                  <a:srgbClr val="000000"/>
                </a:solidFill>
                <a:latin typeface="Gadugi"/>
                <a:cs typeface="Gadugi"/>
              </a:rPr>
              <a:t>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información.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sz="900" b="1" spc="-5" dirty="0">
                <a:latin typeface="Gadugi"/>
                <a:cs typeface="Gadugi"/>
              </a:rPr>
              <a:t>Consiga gratis formación, tutoriales </a:t>
            </a:r>
            <a:r>
              <a:rPr sz="900" b="1" dirty="0">
                <a:latin typeface="Gadugi"/>
                <a:cs typeface="Gadugi"/>
              </a:rPr>
              <a:t>y </a:t>
            </a:r>
            <a:r>
              <a:rPr sz="900" b="1" spc="-5" dirty="0">
                <a:latin typeface="Gadugi"/>
                <a:cs typeface="Gadugi"/>
              </a:rPr>
              <a:t>vídeos para Microsoft</a:t>
            </a:r>
            <a:r>
              <a:rPr sz="900" b="1" spc="14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Teams</a:t>
            </a:r>
            <a:endParaRPr sz="900">
              <a:latin typeface="Gadugi"/>
              <a:cs typeface="Gadugi"/>
            </a:endParaRPr>
          </a:p>
          <a:p>
            <a:pPr marL="12700" marR="151130">
              <a:lnSpc>
                <a:spcPct val="100000"/>
              </a:lnSpc>
            </a:pP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¿Está listo para conocer todos los detalles de las </a:t>
            </a:r>
            <a:r>
              <a:rPr sz="900" b="0" spc="-10" dirty="0">
                <a:solidFill>
                  <a:srgbClr val="000000"/>
                </a:solidFill>
                <a:latin typeface="Gadugi"/>
                <a:cs typeface="Gadugi"/>
              </a:rPr>
              <a:t>funcionalidades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que Microsoft Teams  </a:t>
            </a:r>
            <a:r>
              <a:rPr sz="900" b="0" spc="-10" dirty="0">
                <a:solidFill>
                  <a:srgbClr val="000000"/>
                </a:solidFill>
                <a:latin typeface="Gadugi"/>
                <a:cs typeface="Gadugi"/>
              </a:rPr>
              <a:t>tiene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para ofrecer? Visite https://go.microsoft.com/fwlink/?linkid=2008318 para  explorar nuestras opciones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de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formación</a:t>
            </a:r>
            <a:r>
              <a:rPr sz="900" b="0" spc="70" dirty="0">
                <a:solidFill>
                  <a:srgbClr val="000000"/>
                </a:solidFill>
                <a:latin typeface="Gadugi"/>
                <a:cs typeface="Gadugi"/>
              </a:rPr>
              <a:t>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gratuita.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" dirty="0">
                <a:latin typeface="Gadugi"/>
                <a:cs typeface="Gadugi"/>
              </a:rPr>
              <a:t>Envíenos </a:t>
            </a:r>
            <a:r>
              <a:rPr sz="900" b="1" dirty="0">
                <a:latin typeface="Gadugi"/>
                <a:cs typeface="Gadugi"/>
              </a:rPr>
              <a:t>su</a:t>
            </a:r>
            <a:r>
              <a:rPr sz="900" b="1" spc="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opinión</a:t>
            </a:r>
            <a:endParaRPr sz="900">
              <a:latin typeface="Gadugi"/>
              <a:cs typeface="Gadugi"/>
            </a:endParaRPr>
          </a:p>
          <a:p>
            <a:pPr marL="12700" marR="25400">
              <a:lnSpc>
                <a:spcPct val="100000"/>
              </a:lnSpc>
              <a:tabLst>
                <a:tab pos="1962785" algn="l"/>
              </a:tabLst>
            </a:pP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¿Le gusta Microsoft Teams? ¿Le gustaría sugerirnos </a:t>
            </a:r>
            <a:r>
              <a:rPr sz="900" b="0" spc="-10" dirty="0">
                <a:solidFill>
                  <a:srgbClr val="000000"/>
                </a:solidFill>
                <a:latin typeface="Gadugi"/>
                <a:cs typeface="Gadugi"/>
              </a:rPr>
              <a:t>una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mejora?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En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la parte izquierda </a:t>
            </a:r>
            <a:r>
              <a:rPr sz="900" b="0" dirty="0">
                <a:solidFill>
                  <a:srgbClr val="000000"/>
                </a:solidFill>
                <a:latin typeface="Gadugi"/>
                <a:cs typeface="Gadugi"/>
              </a:rPr>
              <a:t>de 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la aplicación, haga clic</a:t>
            </a:r>
            <a:r>
              <a:rPr sz="900" b="0" spc="40" dirty="0">
                <a:solidFill>
                  <a:srgbClr val="000000"/>
                </a:solidFill>
                <a:latin typeface="Gadugi"/>
                <a:cs typeface="Gadugi"/>
              </a:rPr>
              <a:t>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en</a:t>
            </a:r>
            <a:r>
              <a:rPr sz="900" b="0" spc="15" dirty="0">
                <a:solidFill>
                  <a:srgbClr val="000000"/>
                </a:solidFill>
                <a:latin typeface="Gadugi"/>
                <a:cs typeface="Gadugi"/>
              </a:rPr>
              <a:t>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Ayuda	Proporcionar comentarios.</a:t>
            </a:r>
            <a:r>
              <a:rPr sz="900" b="0" spc="60" dirty="0">
                <a:solidFill>
                  <a:srgbClr val="000000"/>
                </a:solidFill>
                <a:latin typeface="Gadugi"/>
                <a:cs typeface="Gadugi"/>
              </a:rPr>
              <a:t> </a:t>
            </a:r>
            <a:r>
              <a:rPr sz="900" b="0" spc="-5" dirty="0">
                <a:solidFill>
                  <a:srgbClr val="000000"/>
                </a:solidFill>
                <a:latin typeface="Gadugi"/>
                <a:cs typeface="Gadugi"/>
              </a:rPr>
              <a:t>¡Gracias!</a:t>
            </a:r>
            <a:endParaRPr sz="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Gadugi"/>
              <a:cs typeface="Gadugi"/>
            </a:endParaRPr>
          </a:p>
          <a:p>
            <a:pPr marL="12700" marR="198120">
              <a:lnSpc>
                <a:spcPct val="100000"/>
              </a:lnSpc>
            </a:pPr>
            <a:r>
              <a:rPr sz="2800" spc="-10" dirty="0"/>
              <a:t>Obtener </a:t>
            </a:r>
            <a:r>
              <a:rPr sz="2800" dirty="0"/>
              <a:t>otras </a:t>
            </a:r>
            <a:r>
              <a:rPr sz="2800" spc="-5" dirty="0"/>
              <a:t>guías de inicio  </a:t>
            </a:r>
            <a:r>
              <a:rPr sz="2800" spc="-10" dirty="0"/>
              <a:t>rápido</a:t>
            </a:r>
            <a:endParaRPr sz="2800"/>
          </a:p>
          <a:p>
            <a:pPr marL="12700" marR="298450">
              <a:lnSpc>
                <a:spcPct val="100000"/>
              </a:lnSpc>
              <a:spcBef>
                <a:spcPts val="195"/>
              </a:spcBef>
            </a:pPr>
            <a:r>
              <a:rPr sz="900" b="0" spc="-5" dirty="0">
                <a:solidFill>
                  <a:srgbClr val="505050"/>
                </a:solidFill>
                <a:latin typeface="Gadugi"/>
                <a:cs typeface="Gadugi"/>
              </a:rPr>
              <a:t>Para descargar nuestras guías </a:t>
            </a:r>
            <a:r>
              <a:rPr sz="900" b="0" dirty="0">
                <a:solidFill>
                  <a:srgbClr val="505050"/>
                </a:solidFill>
                <a:latin typeface="Gadugi"/>
                <a:cs typeface="Gadugi"/>
              </a:rPr>
              <a:t>de </a:t>
            </a:r>
            <a:r>
              <a:rPr sz="900" b="0" spc="-5" dirty="0">
                <a:solidFill>
                  <a:srgbClr val="505050"/>
                </a:solidFill>
                <a:latin typeface="Gadugi"/>
                <a:cs typeface="Gadugi"/>
              </a:rPr>
              <a:t>inicio rápido gratuitas relacionadas con sus otras  aplicaciones favoritas, vaya </a:t>
            </a:r>
            <a:r>
              <a:rPr sz="900" b="0" dirty="0">
                <a:solidFill>
                  <a:srgbClr val="505050"/>
                </a:solidFill>
                <a:latin typeface="Gadugi"/>
                <a:cs typeface="Gadugi"/>
              </a:rPr>
              <a:t>a</a:t>
            </a:r>
            <a:r>
              <a:rPr sz="900" b="0" spc="110" dirty="0">
                <a:solidFill>
                  <a:srgbClr val="505050"/>
                </a:solidFill>
                <a:latin typeface="Gadugi"/>
                <a:cs typeface="Gadugi"/>
              </a:rPr>
              <a:t> </a:t>
            </a:r>
            <a:r>
              <a:rPr sz="900" b="1" spc="-5" dirty="0">
                <a:solidFill>
                  <a:srgbClr val="505050"/>
                </a:solidFill>
                <a:latin typeface="Gadugi"/>
                <a:cs typeface="Gadugi"/>
              </a:rPr>
              <a:t>https://go.microsoft.com/fwlink/?linkid=2008317.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1" y="2089404"/>
            <a:ext cx="3105911" cy="1751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6883" y="2086355"/>
            <a:ext cx="3112135" cy="1757680"/>
          </a:xfrm>
          <a:custGeom>
            <a:avLst/>
            <a:gdLst/>
            <a:ahLst/>
            <a:cxnLst/>
            <a:rect l="l" t="t" r="r" b="b"/>
            <a:pathLst>
              <a:path w="3112135" h="1757679">
                <a:moveTo>
                  <a:pt x="3112008" y="1757172"/>
                </a:moveTo>
                <a:lnTo>
                  <a:pt x="0" y="1757172"/>
                </a:lnTo>
                <a:lnTo>
                  <a:pt x="0" y="1524"/>
                </a:lnTo>
                <a:lnTo>
                  <a:pt x="1524" y="0"/>
                </a:lnTo>
                <a:lnTo>
                  <a:pt x="3110484" y="0"/>
                </a:lnTo>
                <a:lnTo>
                  <a:pt x="311200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1754124"/>
                </a:lnTo>
                <a:lnTo>
                  <a:pt x="1524" y="1754124"/>
                </a:lnTo>
                <a:lnTo>
                  <a:pt x="3048" y="1755648"/>
                </a:lnTo>
                <a:lnTo>
                  <a:pt x="3112008" y="1755648"/>
                </a:lnTo>
                <a:lnTo>
                  <a:pt x="3112008" y="1757172"/>
                </a:lnTo>
                <a:close/>
              </a:path>
              <a:path w="3112135" h="1757679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112135" h="1757679">
                <a:moveTo>
                  <a:pt x="310896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108960" y="1524"/>
                </a:lnTo>
                <a:lnTo>
                  <a:pt x="3108960" y="3048"/>
                </a:lnTo>
                <a:close/>
              </a:path>
              <a:path w="3112135" h="1757679">
                <a:moveTo>
                  <a:pt x="3108960" y="1755648"/>
                </a:moveTo>
                <a:lnTo>
                  <a:pt x="3108960" y="1524"/>
                </a:lnTo>
                <a:lnTo>
                  <a:pt x="3110484" y="3048"/>
                </a:lnTo>
                <a:lnTo>
                  <a:pt x="3112008" y="3048"/>
                </a:lnTo>
                <a:lnTo>
                  <a:pt x="3112008" y="1754124"/>
                </a:lnTo>
                <a:lnTo>
                  <a:pt x="3110484" y="1754124"/>
                </a:lnTo>
                <a:lnTo>
                  <a:pt x="3108960" y="1755648"/>
                </a:lnTo>
                <a:close/>
              </a:path>
              <a:path w="3112135" h="1757679">
                <a:moveTo>
                  <a:pt x="3112008" y="3048"/>
                </a:moveTo>
                <a:lnTo>
                  <a:pt x="3110484" y="3048"/>
                </a:lnTo>
                <a:lnTo>
                  <a:pt x="3108960" y="1524"/>
                </a:lnTo>
                <a:lnTo>
                  <a:pt x="3112008" y="1524"/>
                </a:lnTo>
                <a:lnTo>
                  <a:pt x="3112008" y="3048"/>
                </a:lnTo>
                <a:close/>
              </a:path>
              <a:path w="3112135" h="1757679">
                <a:moveTo>
                  <a:pt x="3048" y="1755648"/>
                </a:moveTo>
                <a:lnTo>
                  <a:pt x="1524" y="1754124"/>
                </a:lnTo>
                <a:lnTo>
                  <a:pt x="3048" y="1754124"/>
                </a:lnTo>
                <a:lnTo>
                  <a:pt x="3048" y="1755648"/>
                </a:lnTo>
                <a:close/>
              </a:path>
              <a:path w="3112135" h="1757679">
                <a:moveTo>
                  <a:pt x="3108960" y="1755648"/>
                </a:moveTo>
                <a:lnTo>
                  <a:pt x="3048" y="1755648"/>
                </a:lnTo>
                <a:lnTo>
                  <a:pt x="3048" y="1754124"/>
                </a:lnTo>
                <a:lnTo>
                  <a:pt x="3108960" y="1754124"/>
                </a:lnTo>
                <a:lnTo>
                  <a:pt x="3108960" y="1755648"/>
                </a:lnTo>
                <a:close/>
              </a:path>
              <a:path w="3112135" h="1757679">
                <a:moveTo>
                  <a:pt x="3112008" y="1755648"/>
                </a:moveTo>
                <a:lnTo>
                  <a:pt x="3108960" y="1755648"/>
                </a:lnTo>
                <a:lnTo>
                  <a:pt x="3110484" y="1754124"/>
                </a:lnTo>
                <a:lnTo>
                  <a:pt x="3112008" y="1754124"/>
                </a:lnTo>
                <a:lnTo>
                  <a:pt x="3112008" y="175564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12435" y="1149095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6674" y="147378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11" name="object 11"/>
          <p:cNvSpPr/>
          <p:nvPr/>
        </p:nvSpPr>
        <p:spPr>
          <a:xfrm>
            <a:off x="2476500" y="1802892"/>
            <a:ext cx="201167" cy="201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69835" y="5876544"/>
            <a:ext cx="141731" cy="143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2519" y="5347716"/>
            <a:ext cx="2935223" cy="1959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3375" y="5338572"/>
            <a:ext cx="2954020" cy="1979930"/>
          </a:xfrm>
          <a:custGeom>
            <a:avLst/>
            <a:gdLst/>
            <a:ahLst/>
            <a:cxnLst/>
            <a:rect l="l" t="t" r="r" b="b"/>
            <a:pathLst>
              <a:path w="2954020" h="1979929">
                <a:moveTo>
                  <a:pt x="2950464" y="1979676"/>
                </a:moveTo>
                <a:lnTo>
                  <a:pt x="3048" y="1979676"/>
                </a:lnTo>
                <a:lnTo>
                  <a:pt x="0" y="1976627"/>
                </a:lnTo>
                <a:lnTo>
                  <a:pt x="0" y="3048"/>
                </a:lnTo>
                <a:lnTo>
                  <a:pt x="3048" y="0"/>
                </a:lnTo>
                <a:lnTo>
                  <a:pt x="2950464" y="0"/>
                </a:lnTo>
                <a:lnTo>
                  <a:pt x="2953511" y="3048"/>
                </a:lnTo>
                <a:lnTo>
                  <a:pt x="2953511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969008"/>
                </a:lnTo>
                <a:lnTo>
                  <a:pt x="4572" y="1969008"/>
                </a:lnTo>
                <a:lnTo>
                  <a:pt x="9144" y="1973580"/>
                </a:lnTo>
                <a:lnTo>
                  <a:pt x="2953511" y="1973580"/>
                </a:lnTo>
                <a:lnTo>
                  <a:pt x="2953511" y="1976627"/>
                </a:lnTo>
                <a:lnTo>
                  <a:pt x="2950464" y="1979676"/>
                </a:lnTo>
                <a:close/>
              </a:path>
              <a:path w="2954020" h="1979929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2954020" h="1979929">
                <a:moveTo>
                  <a:pt x="2944368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2944368" y="4572"/>
                </a:lnTo>
                <a:lnTo>
                  <a:pt x="2944368" y="9144"/>
                </a:lnTo>
                <a:close/>
              </a:path>
              <a:path w="2954020" h="1979929">
                <a:moveTo>
                  <a:pt x="2944368" y="1973580"/>
                </a:moveTo>
                <a:lnTo>
                  <a:pt x="2944368" y="4572"/>
                </a:lnTo>
                <a:lnTo>
                  <a:pt x="2948940" y="9144"/>
                </a:lnTo>
                <a:lnTo>
                  <a:pt x="2953511" y="9144"/>
                </a:lnTo>
                <a:lnTo>
                  <a:pt x="2953511" y="1969008"/>
                </a:lnTo>
                <a:lnTo>
                  <a:pt x="2948940" y="1969008"/>
                </a:lnTo>
                <a:lnTo>
                  <a:pt x="2944368" y="1973580"/>
                </a:lnTo>
                <a:close/>
              </a:path>
              <a:path w="2954020" h="1979929">
                <a:moveTo>
                  <a:pt x="2953511" y="9144"/>
                </a:moveTo>
                <a:lnTo>
                  <a:pt x="2948940" y="9144"/>
                </a:lnTo>
                <a:lnTo>
                  <a:pt x="2944368" y="4572"/>
                </a:lnTo>
                <a:lnTo>
                  <a:pt x="2953511" y="4572"/>
                </a:lnTo>
                <a:lnTo>
                  <a:pt x="2953511" y="9144"/>
                </a:lnTo>
                <a:close/>
              </a:path>
              <a:path w="2954020" h="1979929">
                <a:moveTo>
                  <a:pt x="9144" y="1973580"/>
                </a:moveTo>
                <a:lnTo>
                  <a:pt x="4572" y="1969008"/>
                </a:lnTo>
                <a:lnTo>
                  <a:pt x="9144" y="1969008"/>
                </a:lnTo>
                <a:lnTo>
                  <a:pt x="9144" y="1973580"/>
                </a:lnTo>
                <a:close/>
              </a:path>
              <a:path w="2954020" h="1979929">
                <a:moveTo>
                  <a:pt x="2944368" y="1973580"/>
                </a:moveTo>
                <a:lnTo>
                  <a:pt x="9144" y="1973580"/>
                </a:lnTo>
                <a:lnTo>
                  <a:pt x="9144" y="1969008"/>
                </a:lnTo>
                <a:lnTo>
                  <a:pt x="2944368" y="1969008"/>
                </a:lnTo>
                <a:lnTo>
                  <a:pt x="2944368" y="1973580"/>
                </a:lnTo>
                <a:close/>
              </a:path>
              <a:path w="2954020" h="1979929">
                <a:moveTo>
                  <a:pt x="2953511" y="1973580"/>
                </a:moveTo>
                <a:lnTo>
                  <a:pt x="2944368" y="1973580"/>
                </a:lnTo>
                <a:lnTo>
                  <a:pt x="2948940" y="1969008"/>
                </a:lnTo>
                <a:lnTo>
                  <a:pt x="2953511" y="1969008"/>
                </a:lnTo>
                <a:lnTo>
                  <a:pt x="2953511" y="197358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9692" y="4032036"/>
            <a:ext cx="34480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Buscar </a:t>
            </a:r>
            <a:r>
              <a:rPr sz="2800" b="0" dirty="0">
                <a:solidFill>
                  <a:srgbClr val="6264A7"/>
                </a:solidFill>
                <a:latin typeface="Segoe UI Light"/>
                <a:cs typeface="Segoe UI Light"/>
              </a:rPr>
              <a:t>sus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aplicaciones  personales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559" y="4960118"/>
            <a:ext cx="4472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787525" algn="l"/>
                <a:tab pos="3166745" algn="l"/>
              </a:tabLst>
            </a:pPr>
            <a:r>
              <a:rPr sz="900" spc="-5" dirty="0">
                <a:latin typeface="Gadugi"/>
                <a:cs typeface="Gadugi"/>
              </a:rPr>
              <a:t>Haga clic en</a:t>
            </a:r>
            <a:r>
              <a:rPr sz="900" spc="4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Más</a:t>
            </a:r>
            <a:r>
              <a:rPr sz="900" b="1" spc="3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aplicaciones	</a:t>
            </a:r>
            <a:r>
              <a:rPr sz="900" spc="-5" dirty="0">
                <a:latin typeface="Gadugi"/>
                <a:cs typeface="Gadugi"/>
              </a:rPr>
              <a:t>para ver sus aplicaciones personales. Podrá abrirlas </a:t>
            </a:r>
            <a:r>
              <a:rPr sz="900" dirty="0">
                <a:latin typeface="Gadugi"/>
                <a:cs typeface="Gadugi"/>
              </a:rPr>
              <a:t>o  </a:t>
            </a:r>
            <a:r>
              <a:rPr sz="900" spc="-5" dirty="0">
                <a:latin typeface="Gadugi"/>
                <a:cs typeface="Gadugi"/>
              </a:rPr>
              <a:t>desinstalarlas aquí. Agregue más aplicaciones en</a:t>
            </a:r>
            <a:r>
              <a:rPr sz="900" spc="17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la</a:t>
            </a:r>
            <a:r>
              <a:rPr sz="900" spc="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Tienda	</a:t>
            </a:r>
            <a:r>
              <a:rPr sz="900" dirty="0">
                <a:latin typeface="Gadugi"/>
                <a:cs typeface="Gadugi"/>
              </a:rPr>
              <a:t>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4718" y="1081535"/>
            <a:ext cx="4331335" cy="876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z="2800" b="0" spc="-15" dirty="0">
                <a:solidFill>
                  <a:srgbClr val="6264A7"/>
                </a:solidFill>
                <a:latin typeface="Segoe UI Light"/>
                <a:cs typeface="Segoe UI Light"/>
              </a:rPr>
              <a:t>Agregar</a:t>
            </a:r>
            <a:r>
              <a:rPr sz="2800" b="0" spc="5" dirty="0">
                <a:solidFill>
                  <a:srgbClr val="6264A7"/>
                </a:solidFill>
                <a:latin typeface="Segoe UI Light"/>
                <a:cs typeface="Segoe UI Light"/>
              </a:rPr>
              <a:t> </a:t>
            </a:r>
            <a:r>
              <a:rPr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aplicaciones</a:t>
            </a:r>
            <a:endParaRPr sz="28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180"/>
              </a:spcBef>
              <a:tabLst>
                <a:tab pos="1242060" algn="l"/>
              </a:tabLst>
            </a:pPr>
            <a:r>
              <a:rPr sz="900" spc="-5" dirty="0">
                <a:latin typeface="Gadugi"/>
                <a:cs typeface="Gadugi"/>
              </a:rPr>
              <a:t>Haga clic</a:t>
            </a:r>
            <a:r>
              <a:rPr sz="900" spc="20" dirty="0">
                <a:latin typeface="Gadugi"/>
                <a:cs typeface="Gadugi"/>
              </a:rPr>
              <a:t> </a:t>
            </a:r>
            <a:r>
              <a:rPr sz="900" spc="-5" dirty="0">
                <a:latin typeface="Gadugi"/>
                <a:cs typeface="Gadugi"/>
              </a:rPr>
              <a:t>en</a:t>
            </a:r>
            <a:r>
              <a:rPr sz="900" spc="10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Tienda	</a:t>
            </a:r>
            <a:r>
              <a:rPr sz="900" spc="-5" dirty="0">
                <a:latin typeface="Gadugi"/>
                <a:cs typeface="Gadugi"/>
              </a:rPr>
              <a:t>en la parte izquierda. En </a:t>
            </a:r>
            <a:r>
              <a:rPr sz="900" dirty="0">
                <a:latin typeface="Gadugi"/>
                <a:cs typeface="Gadugi"/>
              </a:rPr>
              <a:t>ese </a:t>
            </a:r>
            <a:r>
              <a:rPr sz="900" spc="-5" dirty="0">
                <a:latin typeface="Gadugi"/>
                <a:cs typeface="Gadugi"/>
              </a:rPr>
              <a:t>lugar podrá seleccionar las  aplicaciones </a:t>
            </a:r>
            <a:r>
              <a:rPr sz="900" spc="-10" dirty="0">
                <a:latin typeface="Gadugi"/>
                <a:cs typeface="Gadugi"/>
              </a:rPr>
              <a:t>que </a:t>
            </a:r>
            <a:r>
              <a:rPr sz="900" spc="-5" dirty="0">
                <a:latin typeface="Gadugi"/>
                <a:cs typeface="Gadugi"/>
              </a:rPr>
              <a:t>desee usar en Teams, elegir la configuración adecuada </a:t>
            </a:r>
            <a:r>
              <a:rPr sz="900" dirty="0">
                <a:latin typeface="Gadugi"/>
                <a:cs typeface="Gadugi"/>
              </a:rPr>
              <a:t>e</a:t>
            </a:r>
            <a:r>
              <a:rPr sz="900" spc="215" dirty="0">
                <a:latin typeface="Gadugi"/>
                <a:cs typeface="Gadugi"/>
              </a:rPr>
              <a:t> </a:t>
            </a:r>
            <a:r>
              <a:rPr sz="900" b="1" spc="-5" dirty="0">
                <a:latin typeface="Gadugi"/>
                <a:cs typeface="Gadugi"/>
              </a:rPr>
              <a:t>instalarlas</a:t>
            </a:r>
            <a:r>
              <a:rPr sz="900" spc="-5" dirty="0">
                <a:latin typeface="Gadugi"/>
                <a:cs typeface="Gadugi"/>
              </a:rPr>
              <a:t>.</a:t>
            </a:r>
            <a:endParaRPr sz="900">
              <a:latin typeface="Gadugi"/>
              <a:cs typeface="Gadug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34455" y="2095500"/>
            <a:ext cx="3226885" cy="8656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25311" y="2084832"/>
            <a:ext cx="3307079" cy="885825"/>
          </a:xfrm>
          <a:custGeom>
            <a:avLst/>
            <a:gdLst/>
            <a:ahLst/>
            <a:cxnLst/>
            <a:rect l="l" t="t" r="r" b="b"/>
            <a:pathLst>
              <a:path w="3307079" h="885825">
                <a:moveTo>
                  <a:pt x="3304032" y="885444"/>
                </a:moveTo>
                <a:lnTo>
                  <a:pt x="1524" y="885444"/>
                </a:lnTo>
                <a:lnTo>
                  <a:pt x="0" y="883920"/>
                </a:lnTo>
                <a:lnTo>
                  <a:pt x="0" y="3048"/>
                </a:lnTo>
                <a:lnTo>
                  <a:pt x="1524" y="0"/>
                </a:lnTo>
                <a:lnTo>
                  <a:pt x="3304032" y="0"/>
                </a:lnTo>
                <a:lnTo>
                  <a:pt x="3307080" y="3048"/>
                </a:lnTo>
                <a:lnTo>
                  <a:pt x="3307080" y="6096"/>
                </a:ln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876300"/>
                </a:lnTo>
                <a:lnTo>
                  <a:pt x="4572" y="876300"/>
                </a:lnTo>
                <a:lnTo>
                  <a:pt x="9144" y="880871"/>
                </a:lnTo>
                <a:lnTo>
                  <a:pt x="3307080" y="880871"/>
                </a:lnTo>
                <a:lnTo>
                  <a:pt x="3307080" y="883920"/>
                </a:lnTo>
                <a:lnTo>
                  <a:pt x="3304032" y="885444"/>
                </a:lnTo>
                <a:close/>
              </a:path>
              <a:path w="3307079" h="885825">
                <a:moveTo>
                  <a:pt x="9144" y="10668"/>
                </a:move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close/>
              </a:path>
              <a:path w="3307079" h="885825">
                <a:moveTo>
                  <a:pt x="3297936" y="10668"/>
                </a:moveTo>
                <a:lnTo>
                  <a:pt x="9144" y="10668"/>
                </a:lnTo>
                <a:lnTo>
                  <a:pt x="9144" y="6096"/>
                </a:lnTo>
                <a:lnTo>
                  <a:pt x="3297936" y="6096"/>
                </a:lnTo>
                <a:lnTo>
                  <a:pt x="3297936" y="10668"/>
                </a:lnTo>
                <a:close/>
              </a:path>
              <a:path w="3307079" h="885825">
                <a:moveTo>
                  <a:pt x="3297936" y="880871"/>
                </a:moveTo>
                <a:lnTo>
                  <a:pt x="3297936" y="6096"/>
                </a:lnTo>
                <a:lnTo>
                  <a:pt x="3302508" y="10668"/>
                </a:lnTo>
                <a:lnTo>
                  <a:pt x="3307080" y="10668"/>
                </a:lnTo>
                <a:lnTo>
                  <a:pt x="3307080" y="876300"/>
                </a:lnTo>
                <a:lnTo>
                  <a:pt x="3302508" y="876300"/>
                </a:lnTo>
                <a:lnTo>
                  <a:pt x="3297936" y="880871"/>
                </a:lnTo>
                <a:close/>
              </a:path>
              <a:path w="3307079" h="885825">
                <a:moveTo>
                  <a:pt x="3307080" y="10668"/>
                </a:moveTo>
                <a:lnTo>
                  <a:pt x="3302508" y="10668"/>
                </a:lnTo>
                <a:lnTo>
                  <a:pt x="3297936" y="6096"/>
                </a:lnTo>
                <a:lnTo>
                  <a:pt x="3307080" y="6096"/>
                </a:lnTo>
                <a:lnTo>
                  <a:pt x="3307080" y="10668"/>
                </a:lnTo>
                <a:close/>
              </a:path>
              <a:path w="3307079" h="885825">
                <a:moveTo>
                  <a:pt x="9144" y="880871"/>
                </a:moveTo>
                <a:lnTo>
                  <a:pt x="4572" y="876300"/>
                </a:lnTo>
                <a:lnTo>
                  <a:pt x="9144" y="876300"/>
                </a:lnTo>
                <a:lnTo>
                  <a:pt x="9144" y="880871"/>
                </a:lnTo>
                <a:close/>
              </a:path>
              <a:path w="3307079" h="885825">
                <a:moveTo>
                  <a:pt x="3297936" y="880871"/>
                </a:moveTo>
                <a:lnTo>
                  <a:pt x="9144" y="880871"/>
                </a:lnTo>
                <a:lnTo>
                  <a:pt x="9144" y="876300"/>
                </a:lnTo>
                <a:lnTo>
                  <a:pt x="3297936" y="876300"/>
                </a:lnTo>
                <a:lnTo>
                  <a:pt x="3297936" y="880871"/>
                </a:lnTo>
                <a:close/>
              </a:path>
              <a:path w="3307079" h="885825">
                <a:moveTo>
                  <a:pt x="3307080" y="880871"/>
                </a:moveTo>
                <a:lnTo>
                  <a:pt x="3297936" y="880871"/>
                </a:lnTo>
                <a:lnTo>
                  <a:pt x="3302508" y="876300"/>
                </a:lnTo>
                <a:lnTo>
                  <a:pt x="3307080" y="876300"/>
                </a:lnTo>
                <a:lnTo>
                  <a:pt x="3307080" y="880871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82696" y="5070348"/>
            <a:ext cx="201167" cy="2042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9171" y="1620012"/>
            <a:ext cx="201167" cy="2011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36420" y="4940807"/>
            <a:ext cx="201167" cy="2011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3F02C-5C0A-407C-A423-81FC9615C6C6}">
  <ds:schemaRefs>
    <ds:schemaRef ds:uri="http://schemas.microsoft.com/office/2006/documentManagement/types"/>
    <ds:schemaRef ds:uri="http://schemas.openxmlformats.org/package/2006/metadata/core-properties"/>
    <ds:schemaRef ds:uri="8202a283-0d88-4453-a9e1-991690cead84"/>
    <ds:schemaRef ds:uri="http://schemas.microsoft.com/office/2006/metadata/properties"/>
    <ds:schemaRef ds:uri="http://www.w3.org/XML/1998/namespace"/>
    <ds:schemaRef ds:uri="http://schemas.microsoft.com/sharepoint/v3"/>
    <ds:schemaRef ds:uri="http://purl.org/dc/elements/1.1/"/>
    <ds:schemaRef ds:uri="http://purl.org/dc/dcmitype/"/>
    <ds:schemaRef ds:uri="782081ad-726c-4084-aec0-bfd39afbe0b3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C3C0487-4B33-40E6-9343-50BC99050E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03ED37-577B-49C1-895E-A8F552119BE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1271</Words>
  <Application>Microsoft Office PowerPoint</Application>
  <PresentationFormat>Custom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Segoe UI Light</vt:lpstr>
      <vt:lpstr>Times New Roman</vt:lpstr>
      <vt:lpstr>Segoe UI</vt:lpstr>
      <vt:lpstr>Calibri</vt:lpstr>
      <vt:lpstr>Gadugi</vt:lpstr>
      <vt:lpstr>Office Theme</vt:lpstr>
      <vt:lpstr>Microsoft Teams</vt:lpstr>
      <vt:lpstr>Microsoft Teams</vt:lpstr>
      <vt:lpstr>Microsoft Teams</vt:lpstr>
      <vt:lpstr>Microsoft Teams</vt:lpstr>
      <vt:lpstr>Microsoft Teams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Sofia Virgos</cp:lastModifiedBy>
  <cp:revision>1</cp:revision>
  <dcterms:created xsi:type="dcterms:W3CDTF">2019-11-28T23:06:00Z</dcterms:created>
  <dcterms:modified xsi:type="dcterms:W3CDTF">2020-03-25T12:36:27Z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2019-11-28T00:00:00Z</vt:filetime>
  </property>
  <property fmtid="{D5CDD505-2E9C-101B-9397-08002B2CF9AE}" pid="4" name="ContentTypeId">
    <vt:lpwstr>0x010100732818C63CE54D439B42EC74C61157FE</vt:lpwstr>
  </property>
  <property fmtid="{D5CDD505-2E9C-101B-9397-08002B2CF9AE}" pid="5" name="Order">
    <vt:r8>83400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