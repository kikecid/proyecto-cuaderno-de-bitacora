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66" r:id="rId5"/>
    <p:sldId id="267" r:id="rId6"/>
    <p:sldId id="268" r:id="rId7"/>
    <p:sldId id="269" r:id="rId8"/>
    <p:sldId id="270" r:id="rId9"/>
    <p:sldId id="271" r:id="rId10"/>
    <p:sldId id="272" r:id="rId11"/>
  </p:sldIdLst>
  <p:sldSz cx="13817600" cy="7772400"/>
  <p:notesSz cx="10058400" cy="7772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9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64A7"/>
    <a:srgbClr val="2E2D2D"/>
    <a:srgbClr val="313030"/>
    <a:srgbClr val="3334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420757-1A65-4171-B58F-64F2A5C79D3F}" v="10" dt="2020-03-26T13:23:45.104"/>
    <p1510:client id="{AA529175-AE2C-4004-800A-CA77900F44C0}" v="368" dt="2020-03-20T10:47:34.126"/>
    <p1510:client id="{B6410DBC-C899-4C53-9F20-2420FECD1D1E}" v="25" dt="2020-03-20T11:58:22.44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96" y="75"/>
      </p:cViewPr>
      <p:guideLst>
        <p:guide orient="horz" pos="2880"/>
        <p:guide pos="29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Virgos" userId="S::sovirgos@microsoft.com::d47d2493-4da4-4fc2-940a-b6ad527ada2b" providerId="AD" clId="Web-{6C420757-1A65-4171-B58F-64F2A5C79D3F}"/>
    <pc:docChg chg="modSld">
      <pc:chgData name="Sofia Virgos" userId="S::sovirgos@microsoft.com::d47d2493-4da4-4fc2-940a-b6ad527ada2b" providerId="AD" clId="Web-{6C420757-1A65-4171-B58F-64F2A5C79D3F}" dt="2020-03-26T13:23:45.104" v="8" actId="1076"/>
      <pc:docMkLst>
        <pc:docMk/>
      </pc:docMkLst>
      <pc:sldChg chg="modSp">
        <pc:chgData name="Sofia Virgos" userId="S::sovirgos@microsoft.com::d47d2493-4da4-4fc2-940a-b6ad527ada2b" providerId="AD" clId="Web-{6C420757-1A65-4171-B58F-64F2A5C79D3F}" dt="2020-03-26T13:23:45.104" v="8" actId="1076"/>
        <pc:sldMkLst>
          <pc:docMk/>
          <pc:sldMk cId="3113282328" sldId="267"/>
        </pc:sldMkLst>
        <pc:spChg chg="mod">
          <ac:chgData name="Sofia Virgos" userId="S::sovirgos@microsoft.com::d47d2493-4da4-4fc2-940a-b6ad527ada2b" providerId="AD" clId="Web-{6C420757-1A65-4171-B58F-64F2A5C79D3F}" dt="2020-03-26T13:23:45.104" v="8" actId="1076"/>
          <ac:spMkLst>
            <pc:docMk/>
            <pc:sldMk cId="3113282328" sldId="267"/>
            <ac:spMk id="42" creationId="{0E14605E-EDE9-4F5F-AC4F-1D07EB5A9C09}"/>
          </ac:spMkLst>
        </pc:spChg>
        <pc:cxnChg chg="mod">
          <ac:chgData name="Sofia Virgos" userId="S::sovirgos@microsoft.com::d47d2493-4da4-4fc2-940a-b6ad527ada2b" providerId="AD" clId="Web-{6C420757-1A65-4171-B58F-64F2A5C79D3F}" dt="2020-03-26T13:23:45.104" v="7" actId="1076"/>
          <ac:cxnSpMkLst>
            <pc:docMk/>
            <pc:sldMk cId="3113282328" sldId="267"/>
            <ac:cxnSpMk id="20" creationId="{DE823B46-D55C-44E2-82CF-B9F8A8917699}"/>
          </ac:cxnSpMkLst>
        </pc:cxnChg>
        <pc:cxnChg chg="mod">
          <ac:chgData name="Sofia Virgos" userId="S::sovirgos@microsoft.com::d47d2493-4da4-4fc2-940a-b6ad527ada2b" providerId="AD" clId="Web-{6C420757-1A65-4171-B58F-64F2A5C79D3F}" dt="2020-03-26T13:23:45.104" v="6" actId="1076"/>
          <ac:cxnSpMkLst>
            <pc:docMk/>
            <pc:sldMk cId="3113282328" sldId="267"/>
            <ac:cxnSpMk id="28" creationId="{C4BB2B4B-D68C-4043-8E11-E3408AA45B2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3817600" cy="914400"/>
          </a:xfrm>
          <a:custGeom>
            <a:avLst/>
            <a:gdLst/>
            <a:ahLst/>
            <a:cxnLst/>
            <a:rect l="l" t="t" r="r" b="b"/>
            <a:pathLst>
              <a:path w="10058400" h="914400">
                <a:moveTo>
                  <a:pt x="100584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914400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1391" y="147378"/>
            <a:ext cx="13194818" cy="635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>
        <a:defRPr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0">
        <a:defRPr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s-es/microsoftteams/manage-whiteboard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upport.office.com/en-us/article/enable-microsoft-whiteboard-for-your-organization-1caaa2e2-5c18-4bdf-b878-2d98f1da4b24?ui=en-US&amp;rs=en-US&amp;ad=US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91" y="979897"/>
            <a:ext cx="11474209" cy="87011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Las reuniones de Teams pueden tener notas o pizarra compartidas</a:t>
            </a:r>
            <a:endParaRPr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>
              <a:spcBef>
                <a:spcPts val="525"/>
              </a:spcBef>
            </a:pPr>
            <a:r>
              <a:rPr lang="en-US" sz="1400" spc="-1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Útiles para compartir contenido dentro del contexto de la reunión</a:t>
            </a:r>
            <a:endParaRPr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95"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– Reuniones con notas y pizarra</a:t>
            </a:r>
            <a:endParaRPr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0F8570-6D1F-4C43-A64E-79CBAF3BAD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380" b="24734"/>
          <a:stretch/>
        </p:blipFill>
        <p:spPr>
          <a:xfrm>
            <a:off x="7442200" y="3810000"/>
            <a:ext cx="5706889" cy="37833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6586D1-B598-4C82-9EA8-BBAB8D2E10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09" t="3436" r="3614" b="4758"/>
          <a:stretch/>
        </p:blipFill>
        <p:spPr>
          <a:xfrm>
            <a:off x="50800" y="3222332"/>
            <a:ext cx="7503583" cy="40528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4415E-6786-4BD7-B438-97D20A53C5A9}"/>
              </a:ext>
            </a:extLst>
          </p:cNvPr>
          <p:cNvCxnSpPr>
            <a:cxnSpLocks/>
          </p:cNvCxnSpPr>
          <p:nvPr/>
        </p:nvCxnSpPr>
        <p:spPr>
          <a:xfrm>
            <a:off x="9947646" y="2822309"/>
            <a:ext cx="0" cy="1802957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4115783" y="2054791"/>
            <a:ext cx="1909233" cy="76751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Notas de la reunión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Las notas permiten capturar texto con formato agrupado en secciones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object 13">
            <a:extLst>
              <a:ext uri="{FF2B5EF4-FFF2-40B4-BE49-F238E27FC236}">
                <a16:creationId xmlns:a16="http://schemas.microsoft.com/office/drawing/2014/main" id="{CDF54C5D-015F-469D-AC41-545733DCC334}"/>
              </a:ext>
            </a:extLst>
          </p:cNvPr>
          <p:cNvSpPr txBox="1"/>
          <p:nvPr/>
        </p:nvSpPr>
        <p:spPr>
          <a:xfrm>
            <a:off x="8890001" y="2176974"/>
            <a:ext cx="2115291" cy="813684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Pizarra compartida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 pizarra es útil para compatir ideas visualmente, sesiones de </a:t>
            </a:r>
            <a:r>
              <a:rPr lang="es-ES" sz="900" i="1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sketching </a:t>
            </a: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</a:t>
            </a:r>
            <a:r>
              <a:rPr lang="es-ES" sz="900" i="1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brainstorming</a:t>
            </a:r>
            <a:r>
              <a:rPr lang="es-ES" sz="6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109220" marR="140335">
              <a:spcBef>
                <a:spcPts val="345"/>
              </a:spcBef>
            </a:pPr>
            <a:endParaRPr lang="es-ES" sz="9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BB2B4B-D68C-4043-8E11-E3408AA45B2D}"/>
              </a:ext>
            </a:extLst>
          </p:cNvPr>
          <p:cNvCxnSpPr>
            <a:cxnSpLocks/>
          </p:cNvCxnSpPr>
          <p:nvPr/>
        </p:nvCxnSpPr>
        <p:spPr>
          <a:xfrm>
            <a:off x="5537200" y="2822309"/>
            <a:ext cx="0" cy="1802957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235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91" y="979897"/>
            <a:ext cx="11474209" cy="590546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Crear unas notas compartidas en una reunión</a:t>
            </a:r>
            <a:endParaRPr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95"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– Reuniones con notas y pizarra</a:t>
            </a:r>
            <a:endParaRPr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BB2B4B-D68C-4043-8E11-E3408AA45B2D}"/>
              </a:ext>
            </a:extLst>
          </p:cNvPr>
          <p:cNvCxnSpPr>
            <a:cxnSpLocks/>
          </p:cNvCxnSpPr>
          <p:nvPr/>
        </p:nvCxnSpPr>
        <p:spPr>
          <a:xfrm>
            <a:off x="1879600" y="2773186"/>
            <a:ext cx="0" cy="85725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F3C4767-F50F-4D36-95AE-D929FA9C70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7" t="2604" r="2820" b="4172"/>
          <a:stretch/>
        </p:blipFill>
        <p:spPr>
          <a:xfrm>
            <a:off x="3479800" y="1798626"/>
            <a:ext cx="9167052" cy="56477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823B46-D55C-44E2-82CF-B9F8A8917699}"/>
              </a:ext>
            </a:extLst>
          </p:cNvPr>
          <p:cNvCxnSpPr>
            <a:cxnSpLocks/>
          </p:cNvCxnSpPr>
          <p:nvPr/>
        </p:nvCxnSpPr>
        <p:spPr>
          <a:xfrm>
            <a:off x="1879600" y="2792236"/>
            <a:ext cx="6324600" cy="1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577851" y="3488261"/>
            <a:ext cx="1909233" cy="9060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 anchor="t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 dirty="0">
                <a:latin typeface="Segoe UI"/>
                <a:cs typeface="Segoe UI"/>
              </a:rPr>
              <a:t>Notas de la reunión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 dirty="0">
                <a:solidFill>
                  <a:srgbClr val="505050"/>
                </a:solidFill>
                <a:latin typeface="Segoe UI"/>
                <a:cs typeface="Segoe UI"/>
              </a:rPr>
              <a:t>Desde la barra de herramientas de reunión se accede al menú de opciones [...], y de ahí a la opción </a:t>
            </a:r>
            <a:r>
              <a:rPr lang="es-ES" sz="900" i="1" spc="-5" dirty="0">
                <a:solidFill>
                  <a:srgbClr val="505050"/>
                </a:solidFill>
                <a:latin typeface="Segoe UI"/>
                <a:cs typeface="Segoe UI"/>
              </a:rPr>
              <a:t>Show meeting notes</a:t>
            </a:r>
            <a:endParaRPr lang="es-ES" sz="9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282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334509-C903-4349-B8FF-7FBE35D966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3" t="5118" r="4698" b="3387"/>
          <a:stretch/>
        </p:blipFill>
        <p:spPr>
          <a:xfrm>
            <a:off x="200029" y="1905000"/>
            <a:ext cx="5438072" cy="33527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object 2"/>
          <p:cNvSpPr txBox="1"/>
          <p:nvPr/>
        </p:nvSpPr>
        <p:spPr>
          <a:xfrm>
            <a:off x="311391" y="979897"/>
            <a:ext cx="11474209" cy="590546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Crear unas notas compartidas en una reunión</a:t>
            </a:r>
            <a:endParaRPr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95"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– Reuniones con notas y pizarra</a:t>
            </a:r>
            <a:endParaRPr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823B46-D55C-44E2-82CF-B9F8A8917699}"/>
              </a:ext>
            </a:extLst>
          </p:cNvPr>
          <p:cNvCxnSpPr>
            <a:cxnSpLocks/>
          </p:cNvCxnSpPr>
          <p:nvPr/>
        </p:nvCxnSpPr>
        <p:spPr>
          <a:xfrm flipH="1">
            <a:off x="5079999" y="3106459"/>
            <a:ext cx="1502434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6070600" y="2624691"/>
            <a:ext cx="1909233" cy="76751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Notas de la reunión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Una vez creadas las notas de la reunión, cualquiera puede escribir en ellas, por secciones.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40D401-E796-44F7-BFF6-6C667A0C54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09" t="3436" r="3614" b="4758"/>
          <a:stretch/>
        </p:blipFill>
        <p:spPr>
          <a:xfrm>
            <a:off x="7137400" y="4158869"/>
            <a:ext cx="6417378" cy="34661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EB30A3-CECF-4A92-A4E3-2712D6A5D284}"/>
              </a:ext>
            </a:extLst>
          </p:cNvPr>
          <p:cNvCxnSpPr>
            <a:cxnSpLocks/>
          </p:cNvCxnSpPr>
          <p:nvPr/>
        </p:nvCxnSpPr>
        <p:spPr>
          <a:xfrm>
            <a:off x="5304753" y="6705600"/>
            <a:ext cx="4468484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27238BB-5EA8-4007-8870-C64218033034}"/>
              </a:ext>
            </a:extLst>
          </p:cNvPr>
          <p:cNvCxnSpPr>
            <a:cxnSpLocks/>
          </p:cNvCxnSpPr>
          <p:nvPr/>
        </p:nvCxnSpPr>
        <p:spPr>
          <a:xfrm flipV="1">
            <a:off x="5156200" y="5257796"/>
            <a:ext cx="0" cy="1013522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2137F6C-24EF-4042-885B-FA029A911849}"/>
              </a:ext>
            </a:extLst>
          </p:cNvPr>
          <p:cNvCxnSpPr>
            <a:cxnSpLocks/>
          </p:cNvCxnSpPr>
          <p:nvPr/>
        </p:nvCxnSpPr>
        <p:spPr>
          <a:xfrm flipH="1">
            <a:off x="5259716" y="6248400"/>
            <a:ext cx="5840084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D31E2E6-DA3B-4209-8509-06828E3F1490}"/>
              </a:ext>
            </a:extLst>
          </p:cNvPr>
          <p:cNvCxnSpPr>
            <a:cxnSpLocks/>
          </p:cNvCxnSpPr>
          <p:nvPr/>
        </p:nvCxnSpPr>
        <p:spPr>
          <a:xfrm flipV="1">
            <a:off x="11099800" y="4800600"/>
            <a:ext cx="0" cy="146685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bject 13">
            <a:extLst>
              <a:ext uri="{FF2B5EF4-FFF2-40B4-BE49-F238E27FC236}">
                <a16:creationId xmlns:a16="http://schemas.microsoft.com/office/drawing/2014/main" id="{FD73431B-FDA9-4A39-A3F2-8926400F59B1}"/>
              </a:ext>
            </a:extLst>
          </p:cNvPr>
          <p:cNvSpPr txBox="1"/>
          <p:nvPr/>
        </p:nvSpPr>
        <p:spPr>
          <a:xfrm>
            <a:off x="3728868" y="6078884"/>
            <a:ext cx="1909233" cy="76751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Notas de la reunión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 la opción </a:t>
            </a:r>
            <a:r>
              <a:rPr lang="es-ES" sz="900" i="1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View notes tab</a:t>
            </a: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accedemos a las notas de la reunión a pantalla completa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389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B72F33-9033-4881-A719-0C534728E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775226"/>
            <a:ext cx="8775619" cy="54789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object 2"/>
          <p:cNvSpPr txBox="1"/>
          <p:nvPr/>
        </p:nvSpPr>
        <p:spPr>
          <a:xfrm>
            <a:off x="311391" y="979897"/>
            <a:ext cx="11474209" cy="590546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Acceder a las notas compartidas en una reunión</a:t>
            </a:r>
            <a:endParaRPr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95"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– Reuniones con notas y pizarra</a:t>
            </a:r>
            <a:endParaRPr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823B46-D55C-44E2-82CF-B9F8A8917699}"/>
              </a:ext>
            </a:extLst>
          </p:cNvPr>
          <p:cNvCxnSpPr>
            <a:cxnSpLocks/>
          </p:cNvCxnSpPr>
          <p:nvPr/>
        </p:nvCxnSpPr>
        <p:spPr>
          <a:xfrm flipH="1">
            <a:off x="8661400" y="3845709"/>
            <a:ext cx="2493033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10642600" y="3363941"/>
            <a:ext cx="1909233" cy="10445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Notas de la reunión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Cuando un usuario crea las notas compartidas de una reunión, el resto de los usuarios recibe una notificación en el chat con el enlace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790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226BAF-8317-4424-88BC-3EDE2E26F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64" y="1828800"/>
            <a:ext cx="10410078" cy="51727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object 2"/>
          <p:cNvSpPr txBox="1"/>
          <p:nvPr/>
        </p:nvSpPr>
        <p:spPr>
          <a:xfrm>
            <a:off x="311391" y="979897"/>
            <a:ext cx="11474209" cy="590546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Usar la pizarra compartida</a:t>
            </a:r>
            <a:endParaRPr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95"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– Reuniones con notas y pizarra</a:t>
            </a:r>
            <a:endParaRPr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823B46-D55C-44E2-82CF-B9F8A8917699}"/>
              </a:ext>
            </a:extLst>
          </p:cNvPr>
          <p:cNvCxnSpPr>
            <a:cxnSpLocks/>
          </p:cNvCxnSpPr>
          <p:nvPr/>
        </p:nvCxnSpPr>
        <p:spPr>
          <a:xfrm>
            <a:off x="7594600" y="3984209"/>
            <a:ext cx="4800600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11328400" y="3502441"/>
            <a:ext cx="1909233" cy="76751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Pizarra de la reunión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Similar a las notas, las opciones de una reunión disponen de una pizarra compartida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8ACF076-8B90-4662-9A95-D13C99099898}"/>
              </a:ext>
            </a:extLst>
          </p:cNvPr>
          <p:cNvCxnSpPr>
            <a:cxnSpLocks/>
          </p:cNvCxnSpPr>
          <p:nvPr/>
        </p:nvCxnSpPr>
        <p:spPr>
          <a:xfrm flipV="1">
            <a:off x="7594600" y="2667000"/>
            <a:ext cx="0" cy="1335617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bject 13">
            <a:extLst>
              <a:ext uri="{FF2B5EF4-FFF2-40B4-BE49-F238E27FC236}">
                <a16:creationId xmlns:a16="http://schemas.microsoft.com/office/drawing/2014/main" id="{F2ECC9AA-43C4-4D82-A721-E7ED0AAA7F40}"/>
              </a:ext>
            </a:extLst>
          </p:cNvPr>
          <p:cNvSpPr txBox="1"/>
          <p:nvPr/>
        </p:nvSpPr>
        <p:spPr>
          <a:xfrm>
            <a:off x="11328400" y="4967884"/>
            <a:ext cx="1909233" cy="2029402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Habilitar la pizarra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Importante: para que aparezca la pizarra a los usuarios, es necesario habilitarla desde la administración de Office 365.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Más información en los siguientes enlaces:</a:t>
            </a:r>
          </a:p>
          <a:p>
            <a:pPr marL="280670" marR="140335" indent="-171450">
              <a:spcBef>
                <a:spcPts val="345"/>
              </a:spcBef>
              <a:buFontTx/>
              <a:buChar char="-"/>
            </a:pPr>
            <a:r>
              <a:rPr lang="en-GB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Manage the Whiteboard in Microsoft Teams</a:t>
            </a:r>
            <a:endParaRPr lang="en-GB" sz="9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0670" marR="140335" indent="-171450">
              <a:spcBef>
                <a:spcPts val="345"/>
              </a:spcBef>
              <a:buFontTx/>
              <a:buChar char="-"/>
            </a:pPr>
            <a:r>
              <a:rPr lang="en-GB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Enable Microsoft Whiteboard for your organization</a:t>
            </a:r>
            <a:endParaRPr lang="es-ES" sz="9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0670" marR="140335" indent="-171450">
              <a:spcBef>
                <a:spcPts val="345"/>
              </a:spcBef>
              <a:buFontTx/>
              <a:buChar char="-"/>
            </a:pPr>
            <a:endParaRPr lang="es-ES" sz="9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077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6ED493-FD53-4614-AE4F-C9F64F4701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76"/>
          <a:stretch/>
        </p:blipFill>
        <p:spPr>
          <a:xfrm>
            <a:off x="965200" y="1676399"/>
            <a:ext cx="9533134" cy="57150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object 2"/>
          <p:cNvSpPr txBox="1"/>
          <p:nvPr/>
        </p:nvSpPr>
        <p:spPr>
          <a:xfrm>
            <a:off x="311391" y="979897"/>
            <a:ext cx="11474209" cy="590546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Usar la pizarra compartida</a:t>
            </a:r>
            <a:endParaRPr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95"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– Reuniones con notas y pizarra</a:t>
            </a:r>
            <a:endParaRPr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823B46-D55C-44E2-82CF-B9F8A8917699}"/>
              </a:ext>
            </a:extLst>
          </p:cNvPr>
          <p:cNvCxnSpPr>
            <a:cxnSpLocks/>
          </p:cNvCxnSpPr>
          <p:nvPr/>
        </p:nvCxnSpPr>
        <p:spPr>
          <a:xfrm flipH="1">
            <a:off x="9499600" y="3962400"/>
            <a:ext cx="1885173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3B18CE-4EDB-40CD-A948-D22C642B3EFA}"/>
              </a:ext>
            </a:extLst>
          </p:cNvPr>
          <p:cNvCxnSpPr>
            <a:cxnSpLocks/>
          </p:cNvCxnSpPr>
          <p:nvPr/>
        </p:nvCxnSpPr>
        <p:spPr>
          <a:xfrm flipV="1">
            <a:off x="12395200" y="4191001"/>
            <a:ext cx="1" cy="1447799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11328400" y="3502441"/>
            <a:ext cx="1909233" cy="76751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Pizarra de la reunión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 pizarra permite dibujar de forma colaborativa, varios usuarios a la vez.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107FD4B5-48D3-4AD9-9E00-C8EBC9644F67}"/>
              </a:ext>
            </a:extLst>
          </p:cNvPr>
          <p:cNvSpPr txBox="1"/>
          <p:nvPr/>
        </p:nvSpPr>
        <p:spPr>
          <a:xfrm>
            <a:off x="11328400" y="5317474"/>
            <a:ext cx="1909233" cy="76751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Pizarra de la reunión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 finalizar la reunión, tanto la pizarra como las notas estarán a disposición de los participantes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395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F02F5B-3B68-414D-B3A3-452162433D0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93286" y="5958840"/>
            <a:ext cx="3219615" cy="14415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6ED493-FD53-4614-AE4F-C9F64F4701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276"/>
          <a:stretch/>
        </p:blipFill>
        <p:spPr>
          <a:xfrm>
            <a:off x="965200" y="1676399"/>
            <a:ext cx="9533134" cy="57150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object 2"/>
          <p:cNvSpPr txBox="1"/>
          <p:nvPr/>
        </p:nvSpPr>
        <p:spPr>
          <a:xfrm>
            <a:off x="311391" y="979897"/>
            <a:ext cx="11474209" cy="590546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Usar la pizarra compartida</a:t>
            </a:r>
            <a:endParaRPr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95"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– Reuniones con notas y pizarra</a:t>
            </a:r>
            <a:endParaRPr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823B46-D55C-44E2-82CF-B9F8A8917699}"/>
              </a:ext>
            </a:extLst>
          </p:cNvPr>
          <p:cNvCxnSpPr>
            <a:cxnSpLocks/>
          </p:cNvCxnSpPr>
          <p:nvPr/>
        </p:nvCxnSpPr>
        <p:spPr>
          <a:xfrm flipV="1">
            <a:off x="9855502" y="2855638"/>
            <a:ext cx="0" cy="941662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0CF95B-2026-4C25-B268-F6FA33D3BB61}"/>
              </a:ext>
            </a:extLst>
          </p:cNvPr>
          <p:cNvCxnSpPr>
            <a:cxnSpLocks/>
          </p:cNvCxnSpPr>
          <p:nvPr/>
        </p:nvCxnSpPr>
        <p:spPr>
          <a:xfrm>
            <a:off x="9862653" y="3777778"/>
            <a:ext cx="2158471" cy="0"/>
          </a:xfrm>
          <a:prstGeom prst="line">
            <a:avLst/>
          </a:prstGeom>
          <a:ln w="38100">
            <a:solidFill>
              <a:srgbClr val="6264A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C1015-2996-463D-A7B3-C5D7D6994411}"/>
              </a:ext>
            </a:extLst>
          </p:cNvPr>
          <p:cNvCxnSpPr>
            <a:cxnSpLocks/>
          </p:cNvCxnSpPr>
          <p:nvPr/>
        </p:nvCxnSpPr>
        <p:spPr>
          <a:xfrm>
            <a:off x="12003093" y="3777778"/>
            <a:ext cx="0" cy="1542053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45E29A2-E90D-4BC5-B721-878F229EDEAB}"/>
              </a:ext>
            </a:extLst>
          </p:cNvPr>
          <p:cNvCxnSpPr>
            <a:cxnSpLocks/>
          </p:cNvCxnSpPr>
          <p:nvPr/>
        </p:nvCxnSpPr>
        <p:spPr>
          <a:xfrm>
            <a:off x="12631743" y="5376805"/>
            <a:ext cx="0" cy="613481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11793040" y="4214860"/>
            <a:ext cx="1909233" cy="1183016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Compartir la pizarra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 opción de compartir la pizarra crea un enlace para que cualquier usuario de la organización pueda acceder a ella, vía web o mediante la aplicación Microsoft Whiteboard.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86A468-60D6-43DA-AEF5-103CECD67C2E}"/>
              </a:ext>
            </a:extLst>
          </p:cNvPr>
          <p:cNvCxnSpPr>
            <a:cxnSpLocks/>
          </p:cNvCxnSpPr>
          <p:nvPr/>
        </p:nvCxnSpPr>
        <p:spPr>
          <a:xfrm flipH="1" flipV="1">
            <a:off x="10422395" y="2647135"/>
            <a:ext cx="1656638" cy="1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bject 13">
            <a:extLst>
              <a:ext uri="{FF2B5EF4-FFF2-40B4-BE49-F238E27FC236}">
                <a16:creationId xmlns:a16="http://schemas.microsoft.com/office/drawing/2014/main" id="{107FD4B5-48D3-4AD9-9E00-C8EBC9644F67}"/>
              </a:ext>
            </a:extLst>
          </p:cNvPr>
          <p:cNvSpPr txBox="1"/>
          <p:nvPr/>
        </p:nvSpPr>
        <p:spPr>
          <a:xfrm>
            <a:off x="11596976" y="2131407"/>
            <a:ext cx="1909233" cy="76751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Exportar pizarra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 botón de configuración permite exportar la imagen de la pizarra en formato vectorial SVG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962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32818C63CE54D439B42EC74C61157FE" ma:contentTypeVersion="3" ma:contentTypeDescription="Crear nuevo documento." ma:contentTypeScope="" ma:versionID="c5a206be431b1be13dec1241fa393594">
  <xsd:schema xmlns:xsd="http://www.w3.org/2001/XMLSchema" xmlns:xs="http://www.w3.org/2001/XMLSchema" xmlns:p="http://schemas.microsoft.com/office/2006/metadata/properties" xmlns:ns2="9b8059df-6b05-48aa-841f-cb80de20a8d0" targetNamespace="http://schemas.microsoft.com/office/2006/metadata/properties" ma:root="true" ma:fieldsID="574eeb3673dfba1b8d0b8f6ff69914bd" ns2:_="">
    <xsd:import namespace="9b8059df-6b05-48aa-841f-cb80de20a8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8059df-6b05-48aa-841f-cb80de20a8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642309-1999-4C41-BE83-8B7962F06DE0}"/>
</file>

<file path=customXml/itemProps2.xml><?xml version="1.0" encoding="utf-8"?>
<ds:datastoreItem xmlns:ds="http://schemas.openxmlformats.org/officeDocument/2006/customXml" ds:itemID="{B2488221-A30C-41A6-9BFC-E0FC0F39241C}">
  <ds:schemaRefs>
    <ds:schemaRef ds:uri="http://www.w3.org/XML/1998/namespace"/>
    <ds:schemaRef ds:uri="http://schemas.microsoft.com/office/infopath/2007/PartnerControls"/>
    <ds:schemaRef ds:uri="http://purl.org/dc/terms/"/>
    <ds:schemaRef ds:uri="782081ad-726c-4084-aec0-bfd39afbe0b3"/>
    <ds:schemaRef ds:uri="8202a283-0d88-4453-a9e1-991690cead84"/>
    <ds:schemaRef ds:uri="http://schemas.microsoft.com/office/2006/documentManagement/types"/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purl.org/dc/dcmitype/"/>
    <ds:schemaRef ds:uri="http://purl.org/dc/elements/1.1/"/>
    <ds:schemaRef ds:uri="0533f882-ae66-4072-aa7c-1e90570dfbd8"/>
  </ds:schemaRefs>
</ds:datastoreItem>
</file>

<file path=customXml/itemProps3.xml><?xml version="1.0" encoding="utf-8"?>
<ds:datastoreItem xmlns:ds="http://schemas.openxmlformats.org/officeDocument/2006/customXml" ds:itemID="{81FA6BDF-AC9C-4C47-A8CD-00CB43E90D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391</Words>
  <Application>Microsoft Office PowerPoint</Application>
  <PresentationFormat>Custom</PresentationFormat>
  <Paragraphs>42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Microsoft Teams – Reuniones con notas y pizarra</vt:lpstr>
      <vt:lpstr>Microsoft Teams – Reuniones con notas y pizarra</vt:lpstr>
      <vt:lpstr>Microsoft Teams – Reuniones con notas y pizarra</vt:lpstr>
      <vt:lpstr>Microsoft Teams – Reuniones con notas y pizarra</vt:lpstr>
      <vt:lpstr>Microsoft Teams – Reuniones con notas y pizarra</vt:lpstr>
      <vt:lpstr>Microsoft Teams – Reuniones con notas y pizarra</vt:lpstr>
      <vt:lpstr>Microsoft Teams – Reuniones con notas y pizarra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Teams QS.pptx</dc:title>
  <dc:creator>v-yuhlu</dc:creator>
  <cp:lastModifiedBy>Sofia Virgos</cp:lastModifiedBy>
  <cp:revision>3</cp:revision>
  <cp:lastPrinted>2020-03-16T14:41:14Z</cp:lastPrinted>
  <dcterms:created xsi:type="dcterms:W3CDTF">2019-11-28T23:06:00Z</dcterms:created>
  <dcterms:modified xsi:type="dcterms:W3CDTF">2020-03-26T13:23:45Z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2018-10-26T00:00:00Z</vt:filetime>
  </property>
  <property fmtid="{D5CDD505-2E9C-101B-9397-08002B2CF9AE}" pid="3" name="LastSaved">
    <vt:filetime>2019-11-28T00:00:00Z</vt:filetime>
  </property>
  <property fmtid="{D5CDD505-2E9C-101B-9397-08002B2CF9AE}" pid="4" name="ContentTypeId">
    <vt:lpwstr>0x010100732818C63CE54D439B42EC74C61157FE</vt:lpwstr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</Properties>
</file>