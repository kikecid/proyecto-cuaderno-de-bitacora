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8"/>
  </p:notesMasterIdLst>
  <p:sldIdLst>
    <p:sldId id="262" r:id="rId5"/>
    <p:sldId id="278" r:id="rId6"/>
    <p:sldId id="279" r:id="rId7"/>
  </p:sldIdLst>
  <p:sldSz cx="10058400" cy="7772400"/>
  <p:notesSz cx="10058400" cy="77724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Gadugi" panose="020B0502040204020203" pitchFamily="34" charset="0"/>
      <p:regular r:id="rId13"/>
      <p:bold r:id="rId14"/>
    </p:embeddedFont>
    <p:embeddedFont>
      <p:font typeface="Segoe UI" panose="020B0502040204020203" pitchFamily="34" charset="0"/>
      <p:regular r:id="rId15"/>
      <p:bold r:id="rId16"/>
      <p:italic r:id="rId17"/>
      <p:boldItalic r:id="rId18"/>
    </p:embeddedFont>
    <p:embeddedFont>
      <p:font typeface="Segoe UI Light" panose="020B0502040204020203" pitchFamily="34" charset="0"/>
      <p:regular r:id="rId19"/>
      <p:italic r:id="rId20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2031E6-BCAB-4159-8235-26CEF932DF1F}" v="12" dt="2020-03-25T12:15:51.32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12" autoAdjust="0"/>
  </p:normalViewPr>
  <p:slideViewPr>
    <p:cSldViewPr>
      <p:cViewPr varScale="1">
        <p:scale>
          <a:sx n="76" d="100"/>
          <a:sy n="76" d="100"/>
        </p:scale>
        <p:origin x="101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Virgos" userId="d47d2493-4da4-4fc2-940a-b6ad527ada2b" providerId="ADAL" clId="{F32031E6-BCAB-4159-8235-26CEF932DF1F}"/>
    <pc:docChg chg="undo custSel modSld">
      <pc:chgData name="Sofia Virgos" userId="d47d2493-4da4-4fc2-940a-b6ad527ada2b" providerId="ADAL" clId="{F32031E6-BCAB-4159-8235-26CEF932DF1F}" dt="2020-03-25T12:31:39.279" v="471" actId="20577"/>
      <pc:docMkLst>
        <pc:docMk/>
      </pc:docMkLst>
      <pc:sldChg chg="modSp mod">
        <pc:chgData name="Sofia Virgos" userId="d47d2493-4da4-4fc2-940a-b6ad527ada2b" providerId="ADAL" clId="{F32031E6-BCAB-4159-8235-26CEF932DF1F}" dt="2020-03-23T15:01:47.362" v="155" actId="20577"/>
        <pc:sldMkLst>
          <pc:docMk/>
          <pc:sldMk cId="4157175039" sldId="262"/>
        </pc:sldMkLst>
        <pc:spChg chg="mod">
          <ac:chgData name="Sofia Virgos" userId="d47d2493-4da4-4fc2-940a-b6ad527ada2b" providerId="ADAL" clId="{F32031E6-BCAB-4159-8235-26CEF932DF1F}" dt="2020-03-23T14:08:28.187" v="135" actId="20577"/>
          <ac:spMkLst>
            <pc:docMk/>
            <pc:sldMk cId="4157175039" sldId="262"/>
            <ac:spMk id="2" creationId="{00000000-0000-0000-0000-000000000000}"/>
          </ac:spMkLst>
        </pc:spChg>
        <pc:spChg chg="mod">
          <ac:chgData name="Sofia Virgos" userId="d47d2493-4da4-4fc2-940a-b6ad527ada2b" providerId="ADAL" clId="{F32031E6-BCAB-4159-8235-26CEF932DF1F}" dt="2020-03-23T14:09:03.415" v="142" actId="1076"/>
          <ac:spMkLst>
            <pc:docMk/>
            <pc:sldMk cId="4157175039" sldId="262"/>
            <ac:spMk id="5" creationId="{5296069E-FD63-4DC8-A044-40F4D4E11362}"/>
          </ac:spMkLst>
        </pc:spChg>
        <pc:spChg chg="mod">
          <ac:chgData name="Sofia Virgos" userId="d47d2493-4da4-4fc2-940a-b6ad527ada2b" providerId="ADAL" clId="{F32031E6-BCAB-4159-8235-26CEF932DF1F}" dt="2020-03-23T14:08:36.640" v="136" actId="1076"/>
          <ac:spMkLst>
            <pc:docMk/>
            <pc:sldMk cId="4157175039" sldId="262"/>
            <ac:spMk id="7" creationId="{C7A1BAA7-DF33-4342-ACDD-27D3034DD491}"/>
          </ac:spMkLst>
        </pc:spChg>
        <pc:spChg chg="mod">
          <ac:chgData name="Sofia Virgos" userId="d47d2493-4da4-4fc2-940a-b6ad527ada2b" providerId="ADAL" clId="{F32031E6-BCAB-4159-8235-26CEF932DF1F}" dt="2020-03-23T15:01:47.362" v="155" actId="20577"/>
          <ac:spMkLst>
            <pc:docMk/>
            <pc:sldMk cId="4157175039" sldId="262"/>
            <ac:spMk id="8" creationId="{C1F7801B-4515-41E9-A10F-B23204BA1D78}"/>
          </ac:spMkLst>
        </pc:spChg>
        <pc:picChg chg="mod">
          <ac:chgData name="Sofia Virgos" userId="d47d2493-4da4-4fc2-940a-b6ad527ada2b" providerId="ADAL" clId="{F32031E6-BCAB-4159-8235-26CEF932DF1F}" dt="2020-03-23T14:09:06.295" v="143" actId="1076"/>
          <ac:picMkLst>
            <pc:docMk/>
            <pc:sldMk cId="4157175039" sldId="262"/>
            <ac:picMk id="1026" creationId="{48947711-BA2B-4B3D-8F3F-CBB507BA62B9}"/>
          </ac:picMkLst>
        </pc:picChg>
        <pc:picChg chg="mod">
          <ac:chgData name="Sofia Virgos" userId="d47d2493-4da4-4fc2-940a-b6ad527ada2b" providerId="ADAL" clId="{F32031E6-BCAB-4159-8235-26CEF932DF1F}" dt="2020-03-23T14:09:42.926" v="149" actId="1076"/>
          <ac:picMkLst>
            <pc:docMk/>
            <pc:sldMk cId="4157175039" sldId="262"/>
            <ac:picMk id="1028" creationId="{EC84669E-7EFB-49A6-9EC3-6D5AF34ABBB7}"/>
          </ac:picMkLst>
        </pc:picChg>
      </pc:sldChg>
      <pc:sldChg chg="addSp delSp modSp mod">
        <pc:chgData name="Sofia Virgos" userId="d47d2493-4da4-4fc2-940a-b6ad527ada2b" providerId="ADAL" clId="{F32031E6-BCAB-4159-8235-26CEF932DF1F}" dt="2020-03-25T12:31:39.279" v="471" actId="20577"/>
        <pc:sldMkLst>
          <pc:docMk/>
          <pc:sldMk cId="3794544604" sldId="278"/>
        </pc:sldMkLst>
        <pc:spChg chg="mod">
          <ac:chgData name="Sofia Virgos" userId="d47d2493-4da4-4fc2-940a-b6ad527ada2b" providerId="ADAL" clId="{F32031E6-BCAB-4159-8235-26CEF932DF1F}" dt="2020-03-25T10:48:44.578" v="294" actId="1076"/>
          <ac:spMkLst>
            <pc:docMk/>
            <pc:sldMk cId="3794544604" sldId="278"/>
            <ac:spMk id="2" creationId="{00000000-0000-0000-0000-000000000000}"/>
          </ac:spMkLst>
        </pc:spChg>
        <pc:spChg chg="add mod">
          <ac:chgData name="Sofia Virgos" userId="d47d2493-4da4-4fc2-940a-b6ad527ada2b" providerId="ADAL" clId="{F32031E6-BCAB-4159-8235-26CEF932DF1F}" dt="2020-03-25T12:15:12.110" v="434" actId="1582"/>
          <ac:spMkLst>
            <pc:docMk/>
            <pc:sldMk cId="3794544604" sldId="278"/>
            <ac:spMk id="6" creationId="{2CC94E15-52F6-410B-AE11-20CA5FE7930B}"/>
          </ac:spMkLst>
        </pc:spChg>
        <pc:spChg chg="add mod">
          <ac:chgData name="Sofia Virgos" userId="d47d2493-4da4-4fc2-940a-b6ad527ada2b" providerId="ADAL" clId="{F32031E6-BCAB-4159-8235-26CEF932DF1F}" dt="2020-03-25T12:15:12.110" v="434" actId="1582"/>
          <ac:spMkLst>
            <pc:docMk/>
            <pc:sldMk cId="3794544604" sldId="278"/>
            <ac:spMk id="7" creationId="{35518182-3657-4753-B93A-8599B93569DD}"/>
          </ac:spMkLst>
        </pc:spChg>
        <pc:spChg chg="mod">
          <ac:chgData name="Sofia Virgos" userId="d47d2493-4da4-4fc2-940a-b6ad527ada2b" providerId="ADAL" clId="{F32031E6-BCAB-4159-8235-26CEF932DF1F}" dt="2020-03-25T10:48:44.578" v="294" actId="1076"/>
          <ac:spMkLst>
            <pc:docMk/>
            <pc:sldMk cId="3794544604" sldId="278"/>
            <ac:spMk id="13" creationId="{BCB43D7D-3C77-40A6-A609-3FAE82FFB533}"/>
          </ac:spMkLst>
        </pc:spChg>
        <pc:spChg chg="mod">
          <ac:chgData name="Sofia Virgos" userId="d47d2493-4da4-4fc2-940a-b6ad527ada2b" providerId="ADAL" clId="{F32031E6-BCAB-4159-8235-26CEF932DF1F}" dt="2020-03-25T12:16:03.060" v="465" actId="1076"/>
          <ac:spMkLst>
            <pc:docMk/>
            <pc:sldMk cId="3794544604" sldId="278"/>
            <ac:spMk id="15" creationId="{9E8764E1-9D3F-4D1F-945A-BFBFE3BA118B}"/>
          </ac:spMkLst>
        </pc:spChg>
        <pc:spChg chg="mod">
          <ac:chgData name="Sofia Virgos" userId="d47d2493-4da4-4fc2-940a-b6ad527ada2b" providerId="ADAL" clId="{F32031E6-BCAB-4159-8235-26CEF932DF1F}" dt="2020-03-25T10:49:36.982" v="389" actId="20577"/>
          <ac:spMkLst>
            <pc:docMk/>
            <pc:sldMk cId="3794544604" sldId="278"/>
            <ac:spMk id="16" creationId="{759FAD2B-60DF-44D4-A85C-4CDD0397E27C}"/>
          </ac:spMkLst>
        </pc:spChg>
        <pc:spChg chg="add mod">
          <ac:chgData name="Sofia Virgos" userId="d47d2493-4da4-4fc2-940a-b6ad527ada2b" providerId="ADAL" clId="{F32031E6-BCAB-4159-8235-26CEF932DF1F}" dt="2020-03-25T12:15:12.110" v="434" actId="1582"/>
          <ac:spMkLst>
            <pc:docMk/>
            <pc:sldMk cId="3794544604" sldId="278"/>
            <ac:spMk id="17" creationId="{4A7BA234-F9B4-4161-9B70-B99DC96AF9B0}"/>
          </ac:spMkLst>
        </pc:spChg>
        <pc:spChg chg="mod">
          <ac:chgData name="Sofia Virgos" userId="d47d2493-4da4-4fc2-940a-b6ad527ada2b" providerId="ADAL" clId="{F32031E6-BCAB-4159-8235-26CEF932DF1F}" dt="2020-03-25T12:31:39.279" v="471" actId="20577"/>
          <ac:spMkLst>
            <pc:docMk/>
            <pc:sldMk cId="3794544604" sldId="278"/>
            <ac:spMk id="20" creationId="{AFEFD9EF-B320-40BB-BFBE-95235D8A0663}"/>
          </ac:spMkLst>
        </pc:spChg>
        <pc:spChg chg="add mod">
          <ac:chgData name="Sofia Virgos" userId="d47d2493-4da4-4fc2-940a-b6ad527ada2b" providerId="ADAL" clId="{F32031E6-BCAB-4159-8235-26CEF932DF1F}" dt="2020-03-25T12:15:12.110" v="434" actId="1582"/>
          <ac:spMkLst>
            <pc:docMk/>
            <pc:sldMk cId="3794544604" sldId="278"/>
            <ac:spMk id="22" creationId="{790EB752-8F22-46D4-A35B-6EF8F883F5B8}"/>
          </ac:spMkLst>
        </pc:spChg>
        <pc:spChg chg="add mod">
          <ac:chgData name="Sofia Virgos" userId="d47d2493-4da4-4fc2-940a-b6ad527ada2b" providerId="ADAL" clId="{F32031E6-BCAB-4159-8235-26CEF932DF1F}" dt="2020-03-25T12:15:12.110" v="434" actId="1582"/>
          <ac:spMkLst>
            <pc:docMk/>
            <pc:sldMk cId="3794544604" sldId="278"/>
            <ac:spMk id="24" creationId="{6E464021-DA6D-41EA-8447-EA5409B016EA}"/>
          </ac:spMkLst>
        </pc:spChg>
        <pc:spChg chg="add mod">
          <ac:chgData name="Sofia Virgos" userId="d47d2493-4da4-4fc2-940a-b6ad527ada2b" providerId="ADAL" clId="{F32031E6-BCAB-4159-8235-26CEF932DF1F}" dt="2020-03-25T12:15:12.110" v="434" actId="1582"/>
          <ac:spMkLst>
            <pc:docMk/>
            <pc:sldMk cId="3794544604" sldId="278"/>
            <ac:spMk id="28" creationId="{90E7AC12-0FC5-4163-B101-BC9D0A8FAAB1}"/>
          </ac:spMkLst>
        </pc:spChg>
        <pc:picChg chg="add mod">
          <ac:chgData name="Sofia Virgos" userId="d47d2493-4da4-4fc2-940a-b6ad527ada2b" providerId="ADAL" clId="{F32031E6-BCAB-4159-8235-26CEF932DF1F}" dt="2020-03-25T12:15:12.110" v="434" actId="1582"/>
          <ac:picMkLst>
            <pc:docMk/>
            <pc:sldMk cId="3794544604" sldId="278"/>
            <ac:picMk id="3" creationId="{1EA17520-D418-4F2A-8D5D-C7F9791E1253}"/>
          </ac:picMkLst>
        </pc:picChg>
        <pc:picChg chg="del mod">
          <ac:chgData name="Sofia Virgos" userId="d47d2493-4da4-4fc2-940a-b6ad527ada2b" providerId="ADAL" clId="{F32031E6-BCAB-4159-8235-26CEF932DF1F}" dt="2020-03-25T12:15:38.236" v="435" actId="478"/>
          <ac:picMkLst>
            <pc:docMk/>
            <pc:sldMk cId="3794544604" sldId="278"/>
            <ac:picMk id="5" creationId="{0F15BDD3-DECF-4576-8E42-D24F7F6FF40A}"/>
          </ac:picMkLst>
        </pc:picChg>
        <pc:picChg chg="del mod">
          <ac:chgData name="Sofia Virgos" userId="d47d2493-4da4-4fc2-940a-b6ad527ada2b" providerId="ADAL" clId="{F32031E6-BCAB-4159-8235-26CEF932DF1F}" dt="2020-03-25T12:15:01.251" v="433" actId="478"/>
          <ac:picMkLst>
            <pc:docMk/>
            <pc:sldMk cId="3794544604" sldId="278"/>
            <ac:picMk id="8" creationId="{BD4D7004-C18C-418E-B4D4-F5C57A20CC42}"/>
          </ac:picMkLst>
        </pc:picChg>
        <pc:picChg chg="del mod">
          <ac:chgData name="Sofia Virgos" userId="d47d2493-4da4-4fc2-940a-b6ad527ada2b" providerId="ADAL" clId="{F32031E6-BCAB-4159-8235-26CEF932DF1F}" dt="2020-03-25T12:15:52.935" v="462" actId="478"/>
          <ac:picMkLst>
            <pc:docMk/>
            <pc:sldMk cId="3794544604" sldId="278"/>
            <ac:picMk id="25" creationId="{455CA562-19BA-4288-8889-E53B4D0E29A9}"/>
          </ac:picMkLst>
        </pc:picChg>
        <pc:picChg chg="add mod">
          <ac:chgData name="Sofia Virgos" userId="d47d2493-4da4-4fc2-940a-b6ad527ada2b" providerId="ADAL" clId="{F32031E6-BCAB-4159-8235-26CEF932DF1F}" dt="2020-03-25T12:16:06.113" v="466" actId="1076"/>
          <ac:picMkLst>
            <pc:docMk/>
            <pc:sldMk cId="3794544604" sldId="278"/>
            <ac:picMk id="29" creationId="{B3B1D0BF-C7B8-4C68-ADF5-B1C0FE1C95CC}"/>
          </ac:picMkLst>
        </pc:picChg>
      </pc:sldChg>
    </pc:docChg>
  </pc:docChgLst>
  <pc:docChgLst>
    <pc:chgData name="Nancy Poppi" userId="6c1fbb60-3a7e-44ed-82bc-cb8f6dba4a6e" providerId="ADAL" clId="{97A8BDB3-370D-417F-A742-1BD498EEE08A}"/>
    <pc:docChg chg="undo custSel addSld modSld sldOrd">
      <pc:chgData name="Nancy Poppi" userId="6c1fbb60-3a7e-44ed-82bc-cb8f6dba4a6e" providerId="ADAL" clId="{97A8BDB3-370D-417F-A742-1BD498EEE08A}" dt="2020-03-17T12:56:28.152" v="502" actId="1038"/>
      <pc:docMkLst>
        <pc:docMk/>
      </pc:docMkLst>
      <pc:sldChg chg="addSp delSp modSp ord">
        <pc:chgData name="Nancy Poppi" userId="6c1fbb60-3a7e-44ed-82bc-cb8f6dba4a6e" providerId="ADAL" clId="{97A8BDB3-370D-417F-A742-1BD498EEE08A}" dt="2020-03-17T11:55:41.231" v="25"/>
        <pc:sldMkLst>
          <pc:docMk/>
          <pc:sldMk cId="2144134013" sldId="261"/>
        </pc:sldMkLst>
        <pc:spChg chg="mod">
          <ac:chgData name="Nancy Poppi" userId="6c1fbb60-3a7e-44ed-82bc-cb8f6dba4a6e" providerId="ADAL" clId="{97A8BDB3-370D-417F-A742-1BD498EEE08A}" dt="2020-03-17T11:55:16.162" v="19" actId="20577"/>
          <ac:spMkLst>
            <pc:docMk/>
            <pc:sldMk cId="2144134013" sldId="261"/>
            <ac:spMk id="2" creationId="{00000000-0000-0000-0000-000000000000}"/>
          </ac:spMkLst>
        </pc:spChg>
        <pc:picChg chg="add mod">
          <ac:chgData name="Nancy Poppi" userId="6c1fbb60-3a7e-44ed-82bc-cb8f6dba4a6e" providerId="ADAL" clId="{97A8BDB3-370D-417F-A742-1BD498EEE08A}" dt="2020-03-17T11:55:37.209" v="24" actId="14100"/>
          <ac:picMkLst>
            <pc:docMk/>
            <pc:sldMk cId="2144134013" sldId="261"/>
            <ac:picMk id="6" creationId="{A3A58858-8D7A-4C44-91CC-F96C4EA0E203}"/>
          </ac:picMkLst>
        </pc:picChg>
        <pc:picChg chg="del">
          <ac:chgData name="Nancy Poppi" userId="6c1fbb60-3a7e-44ed-82bc-cb8f6dba4a6e" providerId="ADAL" clId="{97A8BDB3-370D-417F-A742-1BD498EEE08A}" dt="2020-03-17T11:55:28.696" v="20" actId="478"/>
          <ac:picMkLst>
            <pc:docMk/>
            <pc:sldMk cId="2144134013" sldId="261"/>
            <ac:picMk id="59" creationId="{E3ABA8BD-0E63-49F0-A07B-74804A326748}"/>
          </ac:picMkLst>
        </pc:picChg>
      </pc:sldChg>
      <pc:sldChg chg="addSp delSp modSp add">
        <pc:chgData name="Nancy Poppi" userId="6c1fbb60-3a7e-44ed-82bc-cb8f6dba4a6e" providerId="ADAL" clId="{97A8BDB3-370D-417F-A742-1BD498EEE08A}" dt="2020-03-17T12:56:28.152" v="502" actId="1038"/>
        <pc:sldMkLst>
          <pc:docMk/>
          <pc:sldMk cId="4157175039" sldId="262"/>
        </pc:sldMkLst>
        <pc:spChg chg="mod">
          <ac:chgData name="Nancy Poppi" userId="6c1fbb60-3a7e-44ed-82bc-cb8f6dba4a6e" providerId="ADAL" clId="{97A8BDB3-370D-417F-A742-1BD498EEE08A}" dt="2020-03-17T12:52:56.807" v="317" actId="6549"/>
          <ac:spMkLst>
            <pc:docMk/>
            <pc:sldMk cId="4157175039" sldId="262"/>
            <ac:spMk id="2" creationId="{00000000-0000-0000-0000-000000000000}"/>
          </ac:spMkLst>
        </pc:spChg>
        <pc:spChg chg="ord">
          <ac:chgData name="Nancy Poppi" userId="6c1fbb60-3a7e-44ed-82bc-cb8f6dba4a6e" providerId="ADAL" clId="{97A8BDB3-370D-417F-A742-1BD498EEE08A}" dt="2020-03-17T12:49:28.996" v="86" actId="167"/>
          <ac:spMkLst>
            <pc:docMk/>
            <pc:sldMk cId="4157175039" sldId="262"/>
            <ac:spMk id="5" creationId="{00000000-0000-0000-0000-000000000000}"/>
          </ac:spMkLst>
        </pc:spChg>
        <pc:spChg chg="mod">
          <ac:chgData name="Nancy Poppi" userId="6c1fbb60-3a7e-44ed-82bc-cb8f6dba4a6e" providerId="ADAL" clId="{97A8BDB3-370D-417F-A742-1BD498EEE08A}" dt="2020-03-17T12:55:57.350" v="446" actId="1076"/>
          <ac:spMkLst>
            <pc:docMk/>
            <pc:sldMk cId="4157175039" sldId="262"/>
            <ac:spMk id="11" creationId="{00000000-0000-0000-0000-000000000000}"/>
          </ac:spMkLst>
        </pc:spChg>
        <pc:spChg chg="mod">
          <ac:chgData name="Nancy Poppi" userId="6c1fbb60-3a7e-44ed-82bc-cb8f6dba4a6e" providerId="ADAL" clId="{97A8BDB3-370D-417F-A742-1BD498EEE08A}" dt="2020-03-17T12:56:28.152" v="502" actId="1038"/>
          <ac:spMkLst>
            <pc:docMk/>
            <pc:sldMk cId="4157175039" sldId="262"/>
            <ac:spMk id="18" creationId="{00000000-0000-0000-0000-000000000000}"/>
          </ac:spMkLst>
        </pc:spChg>
        <pc:spChg chg="mod">
          <ac:chgData name="Nancy Poppi" userId="6c1fbb60-3a7e-44ed-82bc-cb8f6dba4a6e" providerId="ADAL" clId="{97A8BDB3-370D-417F-A742-1BD498EEE08A}" dt="2020-03-17T12:56:18.464" v="494" actId="1036"/>
          <ac:spMkLst>
            <pc:docMk/>
            <pc:sldMk cId="4157175039" sldId="262"/>
            <ac:spMk id="25" creationId="{00000000-0000-0000-0000-000000000000}"/>
          </ac:spMkLst>
        </pc:spChg>
        <pc:spChg chg="mod">
          <ac:chgData name="Nancy Poppi" userId="6c1fbb60-3a7e-44ed-82bc-cb8f6dba4a6e" providerId="ADAL" clId="{97A8BDB3-370D-417F-A742-1BD498EEE08A}" dt="2020-03-17T12:56:12.681" v="490" actId="1035"/>
          <ac:spMkLst>
            <pc:docMk/>
            <pc:sldMk cId="4157175039" sldId="262"/>
            <ac:spMk id="53" creationId="{4A64C8F1-B483-4B4B-BAE0-19DA2B034522}"/>
          </ac:spMkLst>
        </pc:spChg>
        <pc:picChg chg="add del">
          <ac:chgData name="Nancy Poppi" userId="6c1fbb60-3a7e-44ed-82bc-cb8f6dba4a6e" providerId="ADAL" clId="{97A8BDB3-370D-417F-A742-1BD498EEE08A}" dt="2020-03-17T12:48:21.366" v="34"/>
          <ac:picMkLst>
            <pc:docMk/>
            <pc:sldMk cId="4157175039" sldId="262"/>
            <ac:picMk id="6" creationId="{1C6F0797-CE75-4767-9547-72F7E088F7DB}"/>
          </ac:picMkLst>
        </pc:picChg>
        <pc:picChg chg="add mod ord">
          <ac:chgData name="Nancy Poppi" userId="6c1fbb60-3a7e-44ed-82bc-cb8f6dba4a6e" providerId="ADAL" clId="{97A8BDB3-370D-417F-A742-1BD498EEE08A}" dt="2020-03-17T12:49:25.996" v="85" actId="167"/>
          <ac:picMkLst>
            <pc:docMk/>
            <pc:sldMk cId="4157175039" sldId="262"/>
            <ac:picMk id="7" creationId="{7AD09CE8-8E48-43F6-BC16-F31EB9BD71BB}"/>
          </ac:picMkLst>
        </pc:picChg>
        <pc:picChg chg="add del">
          <ac:chgData name="Nancy Poppi" userId="6c1fbb60-3a7e-44ed-82bc-cb8f6dba4a6e" providerId="ADAL" clId="{97A8BDB3-370D-417F-A742-1BD498EEE08A}" dt="2020-03-17T12:48:41.256" v="36" actId="478"/>
          <ac:picMkLst>
            <pc:docMk/>
            <pc:sldMk cId="4157175039" sldId="262"/>
            <ac:picMk id="59" creationId="{E3ABA8BD-0E63-49F0-A07B-74804A326748}"/>
          </ac:picMkLst>
        </pc:picChg>
      </pc:sldChg>
      <pc:sldChg chg="add">
        <pc:chgData name="Nancy Poppi" userId="6c1fbb60-3a7e-44ed-82bc-cb8f6dba4a6e" providerId="ADAL" clId="{97A8BDB3-370D-417F-A742-1BD498EEE08A}" dt="2020-03-17T11:55:06.730" v="1"/>
        <pc:sldMkLst>
          <pc:docMk/>
          <pc:sldMk cId="495598909" sldId="263"/>
        </pc:sldMkLst>
      </pc:sldChg>
      <pc:sldChg chg="add">
        <pc:chgData name="Nancy Poppi" userId="6c1fbb60-3a7e-44ed-82bc-cb8f6dba4a6e" providerId="ADAL" clId="{97A8BDB3-370D-417F-A742-1BD498EEE08A}" dt="2020-03-17T11:55:44.324" v="26"/>
        <pc:sldMkLst>
          <pc:docMk/>
          <pc:sldMk cId="533009536" sldId="264"/>
        </pc:sldMkLst>
      </pc:sldChg>
      <pc:sldChg chg="addSp modSp add">
        <pc:chgData name="Nancy Poppi" userId="6c1fbb60-3a7e-44ed-82bc-cb8f6dba4a6e" providerId="ADAL" clId="{97A8BDB3-370D-417F-A742-1BD498EEE08A}" dt="2020-03-17T12:41:49.095" v="31" actId="1076"/>
        <pc:sldMkLst>
          <pc:docMk/>
          <pc:sldMk cId="2667353612" sldId="265"/>
        </pc:sldMkLst>
        <pc:picChg chg="add">
          <ac:chgData name="Nancy Poppi" userId="6c1fbb60-3a7e-44ed-82bc-cb8f6dba4a6e" providerId="ADAL" clId="{97A8BDB3-370D-417F-A742-1BD498EEE08A}" dt="2020-03-17T11:57:15.011" v="28"/>
          <ac:picMkLst>
            <pc:docMk/>
            <pc:sldMk cId="2667353612" sldId="265"/>
            <ac:picMk id="4" creationId="{5FEA0DD8-29AB-4EEF-A7BD-28DE674039C9}"/>
          </ac:picMkLst>
        </pc:picChg>
        <pc:picChg chg="add mod">
          <ac:chgData name="Nancy Poppi" userId="6c1fbb60-3a7e-44ed-82bc-cb8f6dba4a6e" providerId="ADAL" clId="{97A8BDB3-370D-417F-A742-1BD498EEE08A}" dt="2020-03-17T12:41:49.095" v="31" actId="1076"/>
          <ac:picMkLst>
            <pc:docMk/>
            <pc:sldMk cId="2667353612" sldId="265"/>
            <ac:picMk id="5" creationId="{ED57FF15-AB55-452E-A584-2234CC04C670}"/>
          </ac:picMkLst>
        </pc:picChg>
      </pc:sldChg>
    </pc:docChg>
  </pc:docChgLst>
  <pc:docChgLst>
    <pc:chgData name="Nancy Poppi" userId="6c1fbb60-3a7e-44ed-82bc-cb8f6dba4a6e" providerId="ADAL" clId="{C31FC225-EF37-4C3E-8949-B975D26ADE21}"/>
    <pc:docChg chg="undo redo custSel addSld delSld modSld sldOrd addSection delSection modSection">
      <pc:chgData name="Nancy Poppi" userId="6c1fbb60-3a7e-44ed-82bc-cb8f6dba4a6e" providerId="ADAL" clId="{C31FC225-EF37-4C3E-8949-B975D26ADE21}" dt="2020-03-20T13:35:09.899" v="11885" actId="1076"/>
      <pc:docMkLst>
        <pc:docMk/>
      </pc:docMkLst>
      <pc:sldChg chg="del">
        <pc:chgData name="Nancy Poppi" userId="6c1fbb60-3a7e-44ed-82bc-cb8f6dba4a6e" providerId="ADAL" clId="{C31FC225-EF37-4C3E-8949-B975D26ADE21}" dt="2020-03-20T13:25:32.032" v="11851" actId="2696"/>
        <pc:sldMkLst>
          <pc:docMk/>
          <pc:sldMk cId="0" sldId="257"/>
        </pc:sldMkLst>
      </pc:sldChg>
      <pc:sldChg chg="del">
        <pc:chgData name="Nancy Poppi" userId="6c1fbb60-3a7e-44ed-82bc-cb8f6dba4a6e" providerId="ADAL" clId="{C31FC225-EF37-4C3E-8949-B975D26ADE21}" dt="2020-03-20T13:25:33.702" v="11852" actId="2696"/>
        <pc:sldMkLst>
          <pc:docMk/>
          <pc:sldMk cId="0" sldId="258"/>
        </pc:sldMkLst>
      </pc:sldChg>
      <pc:sldChg chg="del">
        <pc:chgData name="Nancy Poppi" userId="6c1fbb60-3a7e-44ed-82bc-cb8f6dba4a6e" providerId="ADAL" clId="{C31FC225-EF37-4C3E-8949-B975D26ADE21}" dt="2020-03-20T13:25:34.943" v="11853" actId="2696"/>
        <pc:sldMkLst>
          <pc:docMk/>
          <pc:sldMk cId="0" sldId="259"/>
        </pc:sldMkLst>
      </pc:sldChg>
      <pc:sldChg chg="del">
        <pc:chgData name="Nancy Poppi" userId="6c1fbb60-3a7e-44ed-82bc-cb8f6dba4a6e" providerId="ADAL" clId="{C31FC225-EF37-4C3E-8949-B975D26ADE21}" dt="2020-03-20T13:25:35.669" v="11854" actId="2696"/>
        <pc:sldMkLst>
          <pc:docMk/>
          <pc:sldMk cId="0" sldId="260"/>
        </pc:sldMkLst>
      </pc:sldChg>
      <pc:sldChg chg="del">
        <pc:chgData name="Nancy Poppi" userId="6c1fbb60-3a7e-44ed-82bc-cb8f6dba4a6e" providerId="ADAL" clId="{C31FC225-EF37-4C3E-8949-B975D26ADE21}" dt="2020-03-19T12:23:52.059" v="437" actId="2696"/>
        <pc:sldMkLst>
          <pc:docMk/>
          <pc:sldMk cId="2144134013" sldId="261"/>
        </pc:sldMkLst>
      </pc:sldChg>
      <pc:sldChg chg="addSp delSp modSp">
        <pc:chgData name="Nancy Poppi" userId="6c1fbb60-3a7e-44ed-82bc-cb8f6dba4a6e" providerId="ADAL" clId="{C31FC225-EF37-4C3E-8949-B975D26ADE21}" dt="2020-03-20T13:31:13.326" v="11867"/>
        <pc:sldMkLst>
          <pc:docMk/>
          <pc:sldMk cId="4157175039" sldId="262"/>
        </pc:sldMkLst>
        <pc:spChg chg="mod">
          <ac:chgData name="Nancy Poppi" userId="6c1fbb60-3a7e-44ed-82bc-cb8f6dba4a6e" providerId="ADAL" clId="{C31FC225-EF37-4C3E-8949-B975D26ADE21}" dt="2020-03-19T12:11:55.939" v="3" actId="20577"/>
          <ac:spMkLst>
            <pc:docMk/>
            <pc:sldMk cId="4157175039" sldId="262"/>
            <ac:spMk id="2" creationId="{00000000-0000-0000-0000-000000000000}"/>
          </ac:spMkLst>
        </pc:spChg>
        <pc:spChg chg="ord">
          <ac:chgData name="Nancy Poppi" userId="6c1fbb60-3a7e-44ed-82bc-cb8f6dba4a6e" providerId="ADAL" clId="{C31FC225-EF37-4C3E-8949-B975D26ADE21}" dt="2020-03-19T12:19:45.755" v="59" actId="167"/>
          <ac:spMkLst>
            <pc:docMk/>
            <pc:sldMk cId="4157175039" sldId="262"/>
            <ac:spMk id="5" creationId="{00000000-0000-0000-0000-000000000000}"/>
          </ac:spMkLst>
        </pc:spChg>
        <pc:spChg chg="add del mod">
          <ac:chgData name="Nancy Poppi" userId="6c1fbb60-3a7e-44ed-82bc-cb8f6dba4a6e" providerId="ADAL" clId="{C31FC225-EF37-4C3E-8949-B975D26ADE21}" dt="2020-03-20T13:29:57.647" v="11864" actId="478"/>
          <ac:spMkLst>
            <pc:docMk/>
            <pc:sldMk cId="4157175039" sldId="262"/>
            <ac:spMk id="7" creationId="{68C80F8E-932A-4DBA-8E15-161DFEC2CB3D}"/>
          </ac:spMkLst>
        </pc:spChg>
        <pc:spChg chg="mod">
          <ac:chgData name="Nancy Poppi" userId="6c1fbb60-3a7e-44ed-82bc-cb8f6dba4a6e" providerId="ADAL" clId="{C31FC225-EF37-4C3E-8949-B975D26ADE21}" dt="2020-03-19T12:22:30.946" v="406" actId="14100"/>
          <ac:spMkLst>
            <pc:docMk/>
            <pc:sldMk cId="4157175039" sldId="262"/>
            <ac:spMk id="8" creationId="{00000000-0000-0000-0000-000000000000}"/>
          </ac:spMkLst>
        </pc:spChg>
        <pc:spChg chg="add mod">
          <ac:chgData name="Nancy Poppi" userId="6c1fbb60-3a7e-44ed-82bc-cb8f6dba4a6e" providerId="ADAL" clId="{C31FC225-EF37-4C3E-8949-B975D26ADE21}" dt="2020-03-20T13:31:13.326" v="11867"/>
          <ac:spMkLst>
            <pc:docMk/>
            <pc:sldMk cId="4157175039" sldId="262"/>
            <ac:spMk id="9" creationId="{FFDF779A-5829-4D27-9DB2-3BE25CA26790}"/>
          </ac:spMkLst>
        </pc:spChg>
        <pc:spChg chg="mod">
          <ac:chgData name="Nancy Poppi" userId="6c1fbb60-3a7e-44ed-82bc-cb8f6dba4a6e" providerId="ADAL" clId="{C31FC225-EF37-4C3E-8949-B975D26ADE21}" dt="2020-03-19T12:23:27.807" v="426" actId="1036"/>
          <ac:spMkLst>
            <pc:docMk/>
            <pc:sldMk cId="4157175039" sldId="262"/>
            <ac:spMk id="18" creationId="{00000000-0000-0000-0000-000000000000}"/>
          </ac:spMkLst>
        </pc:spChg>
        <pc:spChg chg="mod">
          <ac:chgData name="Nancy Poppi" userId="6c1fbb60-3a7e-44ed-82bc-cb8f6dba4a6e" providerId="ADAL" clId="{C31FC225-EF37-4C3E-8949-B975D26ADE21}" dt="2020-03-19T12:23:31.687" v="434" actId="1036"/>
          <ac:spMkLst>
            <pc:docMk/>
            <pc:sldMk cId="4157175039" sldId="262"/>
            <ac:spMk id="25" creationId="{00000000-0000-0000-0000-000000000000}"/>
          </ac:spMkLst>
        </pc:spChg>
        <pc:spChg chg="add mod">
          <ac:chgData name="Nancy Poppi" userId="6c1fbb60-3a7e-44ed-82bc-cb8f6dba4a6e" providerId="ADAL" clId="{C31FC225-EF37-4C3E-8949-B975D26ADE21}" dt="2020-03-19T12:21:53.959" v="371" actId="1037"/>
          <ac:spMkLst>
            <pc:docMk/>
            <pc:sldMk cId="4157175039" sldId="262"/>
            <ac:spMk id="38" creationId="{F2C9BCFE-E972-44AF-B1D2-344FB9DCC83A}"/>
          </ac:spMkLst>
        </pc:spChg>
        <pc:spChg chg="mod">
          <ac:chgData name="Nancy Poppi" userId="6c1fbb60-3a7e-44ed-82bc-cb8f6dba4a6e" providerId="ADAL" clId="{C31FC225-EF37-4C3E-8949-B975D26ADE21}" dt="2020-03-19T12:21:05.463" v="259" actId="1036"/>
          <ac:spMkLst>
            <pc:docMk/>
            <pc:sldMk cId="4157175039" sldId="262"/>
            <ac:spMk id="39" creationId="{00000000-0000-0000-0000-000000000000}"/>
          </ac:spMkLst>
        </pc:spChg>
        <pc:spChg chg="mod">
          <ac:chgData name="Nancy Poppi" userId="6c1fbb60-3a7e-44ed-82bc-cb8f6dba4a6e" providerId="ADAL" clId="{C31FC225-EF37-4C3E-8949-B975D26ADE21}" dt="2020-03-19T12:23:27.807" v="426" actId="1036"/>
          <ac:spMkLst>
            <pc:docMk/>
            <pc:sldMk cId="4157175039" sldId="262"/>
            <ac:spMk id="53" creationId="{4A64C8F1-B483-4B4B-BAE0-19DA2B034522}"/>
          </ac:spMkLst>
        </pc:spChg>
        <pc:spChg chg="mod">
          <ac:chgData name="Nancy Poppi" userId="6c1fbb60-3a7e-44ed-82bc-cb8f6dba4a6e" providerId="ADAL" clId="{C31FC225-EF37-4C3E-8949-B975D26ADE21}" dt="2020-03-19T12:21:05.463" v="259" actId="1036"/>
          <ac:spMkLst>
            <pc:docMk/>
            <pc:sldMk cId="4157175039" sldId="262"/>
            <ac:spMk id="58" creationId="{83CFAD9C-257B-46F3-8C6A-A3A9317FB201}"/>
          </ac:spMkLst>
        </pc:spChg>
        <pc:spChg chg="mod ord">
          <ac:chgData name="Nancy Poppi" userId="6c1fbb60-3a7e-44ed-82bc-cb8f6dba4a6e" providerId="ADAL" clId="{C31FC225-EF37-4C3E-8949-B975D26ADE21}" dt="2020-03-19T12:22:26.777" v="405" actId="1038"/>
          <ac:spMkLst>
            <pc:docMk/>
            <pc:sldMk cId="4157175039" sldId="262"/>
            <ac:spMk id="60" creationId="{D7A14D85-A3EE-4EEB-94AA-E6FE2556D395}"/>
          </ac:spMkLst>
        </pc:spChg>
        <pc:spChg chg="mod">
          <ac:chgData name="Nancy Poppi" userId="6c1fbb60-3a7e-44ed-82bc-cb8f6dba4a6e" providerId="ADAL" clId="{C31FC225-EF37-4C3E-8949-B975D26ADE21}" dt="2020-03-19T12:22:13.768" v="395" actId="1036"/>
          <ac:spMkLst>
            <pc:docMk/>
            <pc:sldMk cId="4157175039" sldId="262"/>
            <ac:spMk id="61" creationId="{90F75FE7-D536-44B7-AC9B-477A28FCE46B}"/>
          </ac:spMkLst>
        </pc:spChg>
        <pc:spChg chg="del mod">
          <ac:chgData name="Nancy Poppi" userId="6c1fbb60-3a7e-44ed-82bc-cb8f6dba4a6e" providerId="ADAL" clId="{C31FC225-EF37-4C3E-8949-B975D26ADE21}" dt="2020-03-19T12:21:41.397" v="301" actId="478"/>
          <ac:spMkLst>
            <pc:docMk/>
            <pc:sldMk cId="4157175039" sldId="262"/>
            <ac:spMk id="62" creationId="{64B9E0C5-6F03-4DE1-8434-F471D29B0C93}"/>
          </ac:spMkLst>
        </pc:spChg>
        <pc:picChg chg="add mod ord">
          <ac:chgData name="Nancy Poppi" userId="6c1fbb60-3a7e-44ed-82bc-cb8f6dba4a6e" providerId="ADAL" clId="{C31FC225-EF37-4C3E-8949-B975D26ADE21}" dt="2020-03-20T13:29:39.158" v="11861" actId="1076"/>
          <ac:picMkLst>
            <pc:docMk/>
            <pc:sldMk cId="4157175039" sldId="262"/>
            <ac:picMk id="6" creationId="{35441C4E-2631-4CBE-ADDC-65E238391F43}"/>
          </ac:picMkLst>
        </pc:picChg>
        <pc:picChg chg="del mod">
          <ac:chgData name="Nancy Poppi" userId="6c1fbb60-3a7e-44ed-82bc-cb8f6dba4a6e" providerId="ADAL" clId="{C31FC225-EF37-4C3E-8949-B975D26ADE21}" dt="2020-03-19T12:19:19.445" v="46" actId="478"/>
          <ac:picMkLst>
            <pc:docMk/>
            <pc:sldMk cId="4157175039" sldId="262"/>
            <ac:picMk id="7" creationId="{7AD09CE8-8E48-43F6-BC16-F31EB9BD71BB}"/>
          </ac:picMkLst>
        </pc:picChg>
      </pc:sldChg>
      <pc:sldChg chg="del">
        <pc:chgData name="Nancy Poppi" userId="6c1fbb60-3a7e-44ed-82bc-cb8f6dba4a6e" providerId="ADAL" clId="{C31FC225-EF37-4C3E-8949-B975D26ADE21}" dt="2020-03-19T12:23:48.770" v="435" actId="2696"/>
        <pc:sldMkLst>
          <pc:docMk/>
          <pc:sldMk cId="495598909" sldId="263"/>
        </pc:sldMkLst>
      </pc:sldChg>
      <pc:sldChg chg="del">
        <pc:chgData name="Nancy Poppi" userId="6c1fbb60-3a7e-44ed-82bc-cb8f6dba4a6e" providerId="ADAL" clId="{C31FC225-EF37-4C3E-8949-B975D26ADE21}" dt="2020-03-19T12:23:50.072" v="436" actId="2696"/>
        <pc:sldMkLst>
          <pc:docMk/>
          <pc:sldMk cId="533009536" sldId="264"/>
        </pc:sldMkLst>
      </pc:sldChg>
      <pc:sldChg chg="add del">
        <pc:chgData name="Nancy Poppi" userId="6c1fbb60-3a7e-44ed-82bc-cb8f6dba4a6e" providerId="ADAL" clId="{C31FC225-EF37-4C3E-8949-B975D26ADE21}" dt="2020-03-20T13:25:30.086" v="11850" actId="2696"/>
        <pc:sldMkLst>
          <pc:docMk/>
          <pc:sldMk cId="2667353612" sldId="265"/>
        </pc:sldMkLst>
      </pc:sldChg>
      <pc:sldChg chg="addSp delSp modSp">
        <pc:chgData name="Nancy Poppi" userId="6c1fbb60-3a7e-44ed-82bc-cb8f6dba4a6e" providerId="ADAL" clId="{C31FC225-EF37-4C3E-8949-B975D26ADE21}" dt="2020-03-19T13:05:41.724" v="3472" actId="1035"/>
        <pc:sldMkLst>
          <pc:docMk/>
          <pc:sldMk cId="1457903992" sldId="266"/>
        </pc:sldMkLst>
        <pc:spChg chg="del mod">
          <ac:chgData name="Nancy Poppi" userId="6c1fbb60-3a7e-44ed-82bc-cb8f6dba4a6e" providerId="ADAL" clId="{C31FC225-EF37-4C3E-8949-B975D26ADE21}" dt="2020-03-19T12:45:08.736" v="1704" actId="478"/>
          <ac:spMkLst>
            <pc:docMk/>
            <pc:sldMk cId="1457903992" sldId="266"/>
            <ac:spMk id="2" creationId="{00000000-0000-0000-0000-000000000000}"/>
          </ac:spMkLst>
        </pc:spChg>
        <pc:spChg chg="del mod">
          <ac:chgData name="Nancy Poppi" userId="6c1fbb60-3a7e-44ed-82bc-cb8f6dba4a6e" providerId="ADAL" clId="{C31FC225-EF37-4C3E-8949-B975D26ADE21}" dt="2020-03-19T12:45:08.736" v="1704" actId="478"/>
          <ac:spMkLst>
            <pc:docMk/>
            <pc:sldMk cId="1457903992" sldId="266"/>
            <ac:spMk id="3" creationId="{00000000-0000-0000-0000-000000000000}"/>
          </ac:spMkLst>
        </pc:spChg>
        <pc:spChg chg="mod">
          <ac:chgData name="Nancy Poppi" userId="6c1fbb60-3a7e-44ed-82bc-cb8f6dba4a6e" providerId="ADAL" clId="{C31FC225-EF37-4C3E-8949-B975D26ADE21}" dt="2020-03-19T12:56:13.618" v="2457" actId="1038"/>
          <ac:spMkLst>
            <pc:docMk/>
            <pc:sldMk cId="1457903992" sldId="266"/>
            <ac:spMk id="4" creationId="{00000000-0000-0000-0000-000000000000}"/>
          </ac:spMkLst>
        </pc:spChg>
        <pc:spChg chg="mod">
          <ac:chgData name="Nancy Poppi" userId="6c1fbb60-3a7e-44ed-82bc-cb8f6dba4a6e" providerId="ADAL" clId="{C31FC225-EF37-4C3E-8949-B975D26ADE21}" dt="2020-03-19T12:56:17.569" v="2458" actId="14100"/>
          <ac:spMkLst>
            <pc:docMk/>
            <pc:sldMk cId="1457903992" sldId="266"/>
            <ac:spMk id="5" creationId="{00000000-0000-0000-0000-000000000000}"/>
          </ac:spMkLst>
        </pc:spChg>
        <pc:spChg chg="del mod">
          <ac:chgData name="Nancy Poppi" userId="6c1fbb60-3a7e-44ed-82bc-cb8f6dba4a6e" providerId="ADAL" clId="{C31FC225-EF37-4C3E-8949-B975D26ADE21}" dt="2020-03-19T12:36:32.315" v="1179" actId="478"/>
          <ac:spMkLst>
            <pc:docMk/>
            <pc:sldMk cId="1457903992" sldId="266"/>
            <ac:spMk id="6" creationId="{00000000-0000-0000-0000-000000000000}"/>
          </ac:spMkLst>
        </pc:spChg>
        <pc:spChg chg="del mod">
          <ac:chgData name="Nancy Poppi" userId="6c1fbb60-3a7e-44ed-82bc-cb8f6dba4a6e" providerId="ADAL" clId="{C31FC225-EF37-4C3E-8949-B975D26ADE21}" dt="2020-03-19T12:45:08.736" v="1704" actId="478"/>
          <ac:spMkLst>
            <pc:docMk/>
            <pc:sldMk cId="1457903992" sldId="266"/>
            <ac:spMk id="7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2:30:32.404" v="438" actId="478"/>
          <ac:spMkLst>
            <pc:docMk/>
            <pc:sldMk cId="1457903992" sldId="266"/>
            <ac:spMk id="8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2:35:38.362" v="1109" actId="478"/>
          <ac:spMkLst>
            <pc:docMk/>
            <pc:sldMk cId="1457903992" sldId="266"/>
            <ac:spMk id="9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2:39:52.083" v="1690" actId="478"/>
          <ac:spMkLst>
            <pc:docMk/>
            <pc:sldMk cId="1457903992" sldId="266"/>
            <ac:spMk id="10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2:44:19.748" v="1696" actId="478"/>
          <ac:spMkLst>
            <pc:docMk/>
            <pc:sldMk cId="1457903992" sldId="266"/>
            <ac:spMk id="13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2:44:19.748" v="1696" actId="478"/>
          <ac:spMkLst>
            <pc:docMk/>
            <pc:sldMk cId="1457903992" sldId="266"/>
            <ac:spMk id="14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2:44:21.559" v="1697" actId="478"/>
          <ac:spMkLst>
            <pc:docMk/>
            <pc:sldMk cId="1457903992" sldId="266"/>
            <ac:spMk id="15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2:44:19.748" v="1696" actId="478"/>
          <ac:spMkLst>
            <pc:docMk/>
            <pc:sldMk cId="1457903992" sldId="266"/>
            <ac:spMk id="16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2:44:19.748" v="1696" actId="478"/>
          <ac:spMkLst>
            <pc:docMk/>
            <pc:sldMk cId="1457903992" sldId="266"/>
            <ac:spMk id="17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2:32:02.965" v="605" actId="478"/>
          <ac:spMkLst>
            <pc:docMk/>
            <pc:sldMk cId="1457903992" sldId="266"/>
            <ac:spMk id="18" creationId="{00000000-0000-0000-0000-000000000000}"/>
          </ac:spMkLst>
        </pc:spChg>
        <pc:spChg chg="del mod">
          <ac:chgData name="Nancy Poppi" userId="6c1fbb60-3a7e-44ed-82bc-cb8f6dba4a6e" providerId="ADAL" clId="{C31FC225-EF37-4C3E-8949-B975D26ADE21}" dt="2020-03-19T12:36:32.315" v="1179" actId="478"/>
          <ac:spMkLst>
            <pc:docMk/>
            <pc:sldMk cId="1457903992" sldId="266"/>
            <ac:spMk id="19" creationId="{00000000-0000-0000-0000-000000000000}"/>
          </ac:spMkLst>
        </pc:spChg>
        <pc:spChg chg="del mod">
          <ac:chgData name="Nancy Poppi" userId="6c1fbb60-3a7e-44ed-82bc-cb8f6dba4a6e" providerId="ADAL" clId="{C31FC225-EF37-4C3E-8949-B975D26ADE21}" dt="2020-03-19T12:36:32.315" v="1179" actId="478"/>
          <ac:spMkLst>
            <pc:docMk/>
            <pc:sldMk cId="1457903992" sldId="266"/>
            <ac:spMk id="20" creationId="{00000000-0000-0000-0000-000000000000}"/>
          </ac:spMkLst>
        </pc:spChg>
        <pc:spChg chg="del mod">
          <ac:chgData name="Nancy Poppi" userId="6c1fbb60-3a7e-44ed-82bc-cb8f6dba4a6e" providerId="ADAL" clId="{C31FC225-EF37-4C3E-8949-B975D26ADE21}" dt="2020-03-19T12:36:32.315" v="1179" actId="478"/>
          <ac:spMkLst>
            <pc:docMk/>
            <pc:sldMk cId="1457903992" sldId="266"/>
            <ac:spMk id="21" creationId="{00000000-0000-0000-0000-000000000000}"/>
          </ac:spMkLst>
        </pc:spChg>
        <pc:spChg chg="del mod">
          <ac:chgData name="Nancy Poppi" userId="6c1fbb60-3a7e-44ed-82bc-cb8f6dba4a6e" providerId="ADAL" clId="{C31FC225-EF37-4C3E-8949-B975D26ADE21}" dt="2020-03-19T12:47:49.108" v="1734" actId="478"/>
          <ac:spMkLst>
            <pc:docMk/>
            <pc:sldMk cId="1457903992" sldId="266"/>
            <ac:spMk id="22" creationId="{00000000-0000-0000-0000-000000000000}"/>
          </ac:spMkLst>
        </pc:spChg>
        <pc:spChg chg="del mod">
          <ac:chgData name="Nancy Poppi" userId="6c1fbb60-3a7e-44ed-82bc-cb8f6dba4a6e" providerId="ADAL" clId="{C31FC225-EF37-4C3E-8949-B975D26ADE21}" dt="2020-03-19T12:36:32.315" v="1179" actId="478"/>
          <ac:spMkLst>
            <pc:docMk/>
            <pc:sldMk cId="1457903992" sldId="266"/>
            <ac:spMk id="23" creationId="{00000000-0000-0000-0000-000000000000}"/>
          </ac:spMkLst>
        </pc:spChg>
        <pc:spChg chg="add del">
          <ac:chgData name="Nancy Poppi" userId="6c1fbb60-3a7e-44ed-82bc-cb8f6dba4a6e" providerId="ADAL" clId="{C31FC225-EF37-4C3E-8949-B975D26ADE21}" dt="2020-03-19T12:47:26.087" v="1730"/>
          <ac:spMkLst>
            <pc:docMk/>
            <pc:sldMk cId="1457903992" sldId="266"/>
            <ac:spMk id="30" creationId="{9169C3E4-8B1C-4C43-95F1-5F4E1F8FE447}"/>
          </ac:spMkLst>
        </pc:spChg>
        <pc:spChg chg="add del">
          <ac:chgData name="Nancy Poppi" userId="6c1fbb60-3a7e-44ed-82bc-cb8f6dba4a6e" providerId="ADAL" clId="{C31FC225-EF37-4C3E-8949-B975D26ADE21}" dt="2020-03-19T12:47:26.087" v="1730"/>
          <ac:spMkLst>
            <pc:docMk/>
            <pc:sldMk cId="1457903992" sldId="266"/>
            <ac:spMk id="31" creationId="{B381E57C-88C5-46D4-A4F6-457A67B7CF6E}"/>
          </ac:spMkLst>
        </pc:spChg>
        <pc:spChg chg="add del mod">
          <ac:chgData name="Nancy Poppi" userId="6c1fbb60-3a7e-44ed-82bc-cb8f6dba4a6e" providerId="ADAL" clId="{C31FC225-EF37-4C3E-8949-B975D26ADE21}" dt="2020-03-19T12:56:25.228" v="2465" actId="478"/>
          <ac:spMkLst>
            <pc:docMk/>
            <pc:sldMk cId="1457903992" sldId="266"/>
            <ac:spMk id="32" creationId="{7DB23A45-0E3D-4108-9B5C-CD027CA97F19}"/>
          </ac:spMkLst>
        </pc:spChg>
        <pc:spChg chg="add del mod">
          <ac:chgData name="Nancy Poppi" userId="6c1fbb60-3a7e-44ed-82bc-cb8f6dba4a6e" providerId="ADAL" clId="{C31FC225-EF37-4C3E-8949-B975D26ADE21}" dt="2020-03-19T12:56:25.228" v="2465" actId="478"/>
          <ac:spMkLst>
            <pc:docMk/>
            <pc:sldMk cId="1457903992" sldId="266"/>
            <ac:spMk id="33" creationId="{3776C9EA-1ECA-4B19-A3A2-CB73E95916B6}"/>
          </ac:spMkLst>
        </pc:spChg>
        <pc:spChg chg="add mod">
          <ac:chgData name="Nancy Poppi" userId="6c1fbb60-3a7e-44ed-82bc-cb8f6dba4a6e" providerId="ADAL" clId="{C31FC225-EF37-4C3E-8949-B975D26ADE21}" dt="2020-03-19T13:05:41.724" v="3472" actId="1035"/>
          <ac:spMkLst>
            <pc:docMk/>
            <pc:sldMk cId="1457903992" sldId="266"/>
            <ac:spMk id="35" creationId="{E254F073-E1E1-4EEB-A690-BEF92379D03C}"/>
          </ac:spMkLst>
        </pc:spChg>
        <pc:spChg chg="add mod">
          <ac:chgData name="Nancy Poppi" userId="6c1fbb60-3a7e-44ed-82bc-cb8f6dba4a6e" providerId="ADAL" clId="{C31FC225-EF37-4C3E-8949-B975D26ADE21}" dt="2020-03-19T13:05:38.561" v="3471" actId="1035"/>
          <ac:spMkLst>
            <pc:docMk/>
            <pc:sldMk cId="1457903992" sldId="266"/>
            <ac:spMk id="36" creationId="{C2CF318C-D001-42D8-9193-316C718347C6}"/>
          </ac:spMkLst>
        </pc:spChg>
        <pc:picChg chg="add del">
          <ac:chgData name="Nancy Poppi" userId="6c1fbb60-3a7e-44ed-82bc-cb8f6dba4a6e" providerId="ADAL" clId="{C31FC225-EF37-4C3E-8949-B975D26ADE21}" dt="2020-03-19T12:30:36.241" v="440"/>
          <ac:picMkLst>
            <pc:docMk/>
            <pc:sldMk cId="1457903992" sldId="266"/>
            <ac:picMk id="24" creationId="{FFDDDCC4-FA69-4260-8EC2-81CCF319E181}"/>
          </ac:picMkLst>
        </pc:picChg>
        <pc:picChg chg="add del mod">
          <ac:chgData name="Nancy Poppi" userId="6c1fbb60-3a7e-44ed-82bc-cb8f6dba4a6e" providerId="ADAL" clId="{C31FC225-EF37-4C3E-8949-B975D26ADE21}" dt="2020-03-19T12:45:08.736" v="1704" actId="478"/>
          <ac:picMkLst>
            <pc:docMk/>
            <pc:sldMk cId="1457903992" sldId="266"/>
            <ac:picMk id="25" creationId="{A37662F3-0D10-4A5F-8AFA-DB547DE2B1DD}"/>
          </ac:picMkLst>
        </pc:picChg>
        <pc:picChg chg="add del mod">
          <ac:chgData name="Nancy Poppi" userId="6c1fbb60-3a7e-44ed-82bc-cb8f6dba4a6e" providerId="ADAL" clId="{C31FC225-EF37-4C3E-8949-B975D26ADE21}" dt="2020-03-19T12:44:16.351" v="1695" actId="478"/>
          <ac:picMkLst>
            <pc:docMk/>
            <pc:sldMk cId="1457903992" sldId="266"/>
            <ac:picMk id="26" creationId="{0DF1509E-07CF-4CDB-8F40-BF751848B719}"/>
          </ac:picMkLst>
        </pc:picChg>
        <pc:picChg chg="add del mod">
          <ac:chgData name="Nancy Poppi" userId="6c1fbb60-3a7e-44ed-82bc-cb8f6dba4a6e" providerId="ADAL" clId="{C31FC225-EF37-4C3E-8949-B975D26ADE21}" dt="2020-03-19T12:46:03.141" v="1710" actId="478"/>
          <ac:picMkLst>
            <pc:docMk/>
            <pc:sldMk cId="1457903992" sldId="266"/>
            <ac:picMk id="27" creationId="{075609B5-4274-4C2E-BF97-1692FC562938}"/>
          </ac:picMkLst>
        </pc:picChg>
        <pc:picChg chg="add del mod">
          <ac:chgData name="Nancy Poppi" userId="6c1fbb60-3a7e-44ed-82bc-cb8f6dba4a6e" providerId="ADAL" clId="{C31FC225-EF37-4C3E-8949-B975D26ADE21}" dt="2020-03-19T12:46:51.080" v="1715" actId="478"/>
          <ac:picMkLst>
            <pc:docMk/>
            <pc:sldMk cId="1457903992" sldId="266"/>
            <ac:picMk id="28" creationId="{A690EDEE-C5D3-480B-987E-FD0B1E9197BC}"/>
          </ac:picMkLst>
        </pc:picChg>
        <pc:picChg chg="add mod">
          <ac:chgData name="Nancy Poppi" userId="6c1fbb60-3a7e-44ed-82bc-cb8f6dba4a6e" providerId="ADAL" clId="{C31FC225-EF37-4C3E-8949-B975D26ADE21}" dt="2020-03-19T12:56:07.647" v="2453" actId="1038"/>
          <ac:picMkLst>
            <pc:docMk/>
            <pc:sldMk cId="1457903992" sldId="266"/>
            <ac:picMk id="29" creationId="{3C9C2C47-E0CA-481D-8FBF-C8448FFC9A2F}"/>
          </ac:picMkLst>
        </pc:picChg>
        <pc:picChg chg="add mod">
          <ac:chgData name="Nancy Poppi" userId="6c1fbb60-3a7e-44ed-82bc-cb8f6dba4a6e" providerId="ADAL" clId="{C31FC225-EF37-4C3E-8949-B975D26ADE21}" dt="2020-03-19T12:56:29.298" v="2470" actId="1035"/>
          <ac:picMkLst>
            <pc:docMk/>
            <pc:sldMk cId="1457903992" sldId="266"/>
            <ac:picMk id="34" creationId="{D172C9C8-70EC-4658-A05D-9F4F42167AB0}"/>
          </ac:picMkLst>
        </pc:picChg>
      </pc:sldChg>
      <pc:sldChg chg="addSp delSp modSp ord">
        <pc:chgData name="Nancy Poppi" userId="6c1fbb60-3a7e-44ed-82bc-cb8f6dba4a6e" providerId="ADAL" clId="{C31FC225-EF37-4C3E-8949-B975D26ADE21}" dt="2020-03-20T13:33:58.201" v="11881" actId="14100"/>
        <pc:sldMkLst>
          <pc:docMk/>
          <pc:sldMk cId="1528002305" sldId="267"/>
        </pc:sldMkLst>
        <pc:spChg chg="add del">
          <ac:chgData name="Nancy Poppi" userId="6c1fbb60-3a7e-44ed-82bc-cb8f6dba4a6e" providerId="ADAL" clId="{C31FC225-EF37-4C3E-8949-B975D26ADE21}" dt="2020-03-19T12:45:03.909" v="1703" actId="478"/>
          <ac:spMkLst>
            <pc:docMk/>
            <pc:sldMk cId="1528002305" sldId="267"/>
            <ac:spMk id="2" creationId="{00000000-0000-0000-0000-000000000000}"/>
          </ac:spMkLst>
        </pc:spChg>
        <pc:spChg chg="add del">
          <ac:chgData name="Nancy Poppi" userId="6c1fbb60-3a7e-44ed-82bc-cb8f6dba4a6e" providerId="ADAL" clId="{C31FC225-EF37-4C3E-8949-B975D26ADE21}" dt="2020-03-19T12:45:03.909" v="1703" actId="478"/>
          <ac:spMkLst>
            <pc:docMk/>
            <pc:sldMk cId="1528002305" sldId="267"/>
            <ac:spMk id="3" creationId="{00000000-0000-0000-0000-000000000000}"/>
          </ac:spMkLst>
        </pc:spChg>
        <pc:spChg chg="add del">
          <ac:chgData name="Nancy Poppi" userId="6c1fbb60-3a7e-44ed-82bc-cb8f6dba4a6e" providerId="ADAL" clId="{C31FC225-EF37-4C3E-8949-B975D26ADE21}" dt="2020-03-19T18:19:03.005" v="7428" actId="478"/>
          <ac:spMkLst>
            <pc:docMk/>
            <pc:sldMk cId="1528002305" sldId="267"/>
            <ac:spMk id="4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2:48:18.714" v="1754" actId="478"/>
          <ac:spMkLst>
            <pc:docMk/>
            <pc:sldMk cId="1528002305" sldId="267"/>
            <ac:spMk id="5" creationId="{00000000-0000-0000-0000-000000000000}"/>
          </ac:spMkLst>
        </pc:spChg>
        <pc:spChg chg="add del mod">
          <ac:chgData name="Nancy Poppi" userId="6c1fbb60-3a7e-44ed-82bc-cb8f6dba4a6e" providerId="ADAL" clId="{C31FC225-EF37-4C3E-8949-B975D26ADE21}" dt="2020-03-19T13:49:27.628" v="3603" actId="1035"/>
          <ac:spMkLst>
            <pc:docMk/>
            <pc:sldMk cId="1528002305" sldId="267"/>
            <ac:spMk id="7" creationId="{00000000-0000-0000-0000-000000000000}"/>
          </ac:spMkLst>
        </pc:spChg>
        <pc:spChg chg="add del mod">
          <ac:chgData name="Nancy Poppi" userId="6c1fbb60-3a7e-44ed-82bc-cb8f6dba4a6e" providerId="ADAL" clId="{C31FC225-EF37-4C3E-8949-B975D26ADE21}" dt="2020-03-19T18:19:07.425" v="7429" actId="478"/>
          <ac:spMkLst>
            <pc:docMk/>
            <pc:sldMk cId="1528002305" sldId="267"/>
            <ac:spMk id="13" creationId="{33F09F05-3A41-4A7D-904C-7612E1C37165}"/>
          </ac:spMkLst>
        </pc:spChg>
        <pc:spChg chg="add del mod">
          <ac:chgData name="Nancy Poppi" userId="6c1fbb60-3a7e-44ed-82bc-cb8f6dba4a6e" providerId="ADAL" clId="{C31FC225-EF37-4C3E-8949-B975D26ADE21}" dt="2020-03-19T18:19:07.425" v="7429" actId="478"/>
          <ac:spMkLst>
            <pc:docMk/>
            <pc:sldMk cId="1528002305" sldId="267"/>
            <ac:spMk id="14" creationId="{3CD62A09-116A-4249-88D6-AB352A85F6FE}"/>
          </ac:spMkLst>
        </pc:spChg>
        <pc:spChg chg="del">
          <ac:chgData name="Nancy Poppi" userId="6c1fbb60-3a7e-44ed-82bc-cb8f6dba4a6e" providerId="ADAL" clId="{C31FC225-EF37-4C3E-8949-B975D26ADE21}" dt="2020-03-19T18:07:35.376" v="6809" actId="478"/>
          <ac:spMkLst>
            <pc:docMk/>
            <pc:sldMk cId="1528002305" sldId="267"/>
            <ac:spMk id="22" creationId="{00000000-0000-0000-0000-000000000000}"/>
          </ac:spMkLst>
        </pc:spChg>
        <pc:picChg chg="add del mod">
          <ac:chgData name="Nancy Poppi" userId="6c1fbb60-3a7e-44ed-82bc-cb8f6dba4a6e" providerId="ADAL" clId="{C31FC225-EF37-4C3E-8949-B975D26ADE21}" dt="2020-03-19T18:07:46.316" v="6811" actId="478"/>
          <ac:picMkLst>
            <pc:docMk/>
            <pc:sldMk cId="1528002305" sldId="267"/>
            <ac:picMk id="5" creationId="{32B482F4-BA83-4775-82BD-E183B7084C93}"/>
          </ac:picMkLst>
        </pc:picChg>
        <pc:picChg chg="add mod ord">
          <ac:chgData name="Nancy Poppi" userId="6c1fbb60-3a7e-44ed-82bc-cb8f6dba4a6e" providerId="ADAL" clId="{C31FC225-EF37-4C3E-8949-B975D26ADE21}" dt="2020-03-20T13:33:34.076" v="11877" actId="166"/>
          <ac:picMkLst>
            <pc:docMk/>
            <pc:sldMk cId="1528002305" sldId="267"/>
            <ac:picMk id="5" creationId="{B8BE17BB-8B4C-4C78-8B9F-E6B8E5C22010}"/>
          </ac:picMkLst>
        </pc:picChg>
        <pc:picChg chg="add del mod">
          <ac:chgData name="Nancy Poppi" userId="6c1fbb60-3a7e-44ed-82bc-cb8f6dba4a6e" providerId="ADAL" clId="{C31FC225-EF37-4C3E-8949-B975D26ADE21}" dt="2020-03-20T13:33:37.039" v="11878" actId="478"/>
          <ac:picMkLst>
            <pc:docMk/>
            <pc:sldMk cId="1528002305" sldId="267"/>
            <ac:picMk id="6" creationId="{B993A720-5180-400D-B71D-7CA7489E82E5}"/>
          </ac:picMkLst>
        </pc:picChg>
        <pc:picChg chg="add del mod">
          <ac:chgData name="Nancy Poppi" userId="6c1fbb60-3a7e-44ed-82bc-cb8f6dba4a6e" providerId="ADAL" clId="{C31FC225-EF37-4C3E-8949-B975D26ADE21}" dt="2020-03-19T18:14:18.565" v="6877" actId="478"/>
          <ac:picMkLst>
            <pc:docMk/>
            <pc:sldMk cId="1528002305" sldId="267"/>
            <ac:picMk id="6" creationId="{BA3A4B40-8FEC-431C-8C64-04B90053E00C}"/>
          </ac:picMkLst>
        </pc:picChg>
        <pc:picChg chg="add del mod">
          <ac:chgData name="Nancy Poppi" userId="6c1fbb60-3a7e-44ed-82bc-cb8f6dba4a6e" providerId="ADAL" clId="{C31FC225-EF37-4C3E-8949-B975D26ADE21}" dt="2020-03-19T18:19:07.425" v="7429" actId="478"/>
          <ac:picMkLst>
            <pc:docMk/>
            <pc:sldMk cId="1528002305" sldId="267"/>
            <ac:picMk id="8" creationId="{5FCEFDBE-68BF-4E3C-85AB-9283032CF121}"/>
          </ac:picMkLst>
        </pc:picChg>
        <pc:picChg chg="add mod">
          <ac:chgData name="Nancy Poppi" userId="6c1fbb60-3a7e-44ed-82bc-cb8f6dba4a6e" providerId="ADAL" clId="{C31FC225-EF37-4C3E-8949-B975D26ADE21}" dt="2020-03-20T13:33:58.201" v="11881" actId="14100"/>
          <ac:picMkLst>
            <pc:docMk/>
            <pc:sldMk cId="1528002305" sldId="267"/>
            <ac:picMk id="8" creationId="{CA0EFB32-C893-42B9-B980-33E2D3997421}"/>
          </ac:picMkLst>
        </pc:picChg>
        <pc:picChg chg="add del">
          <ac:chgData name="Nancy Poppi" userId="6c1fbb60-3a7e-44ed-82bc-cb8f6dba4a6e" providerId="ADAL" clId="{C31FC225-EF37-4C3E-8949-B975D26ADE21}" dt="2020-03-19T12:45:03.909" v="1703" actId="478"/>
          <ac:picMkLst>
            <pc:docMk/>
            <pc:sldMk cId="1528002305" sldId="267"/>
            <ac:picMk id="25" creationId="{A37662F3-0D10-4A5F-8AFA-DB547DE2B1DD}"/>
          </ac:picMkLst>
        </pc:picChg>
        <pc:picChg chg="del">
          <ac:chgData name="Nancy Poppi" userId="6c1fbb60-3a7e-44ed-82bc-cb8f6dba4a6e" providerId="ADAL" clId="{C31FC225-EF37-4C3E-8949-B975D26ADE21}" dt="2020-03-19T12:48:18.714" v="1754" actId="478"/>
          <ac:picMkLst>
            <pc:docMk/>
            <pc:sldMk cId="1528002305" sldId="267"/>
            <ac:picMk id="27" creationId="{075609B5-4274-4C2E-BF97-1692FC562938}"/>
          </ac:picMkLst>
        </pc:picChg>
      </pc:sldChg>
      <pc:sldChg chg="addSp delSp modSp del">
        <pc:chgData name="Nancy Poppi" userId="6c1fbb60-3a7e-44ed-82bc-cb8f6dba4a6e" providerId="ADAL" clId="{C31FC225-EF37-4C3E-8949-B975D26ADE21}" dt="2020-03-19T19:04:47.387" v="7837" actId="2696"/>
        <pc:sldMkLst>
          <pc:docMk/>
          <pc:sldMk cId="1044427157" sldId="268"/>
        </pc:sldMkLst>
        <pc:spChg chg="mod">
          <ac:chgData name="Nancy Poppi" userId="6c1fbb60-3a7e-44ed-82bc-cb8f6dba4a6e" providerId="ADAL" clId="{C31FC225-EF37-4C3E-8949-B975D26ADE21}" dt="2020-03-19T17:12:10.581" v="3644" actId="6549"/>
          <ac:spMkLst>
            <pc:docMk/>
            <pc:sldMk cId="1044427157" sldId="268"/>
            <ac:spMk id="2" creationId="{00000000-0000-0000-0000-000000000000}"/>
          </ac:spMkLst>
        </pc:spChg>
        <pc:spChg chg="mod">
          <ac:chgData name="Nancy Poppi" userId="6c1fbb60-3a7e-44ed-82bc-cb8f6dba4a6e" providerId="ADAL" clId="{C31FC225-EF37-4C3E-8949-B975D26ADE21}" dt="2020-03-19T17:13:15.647" v="3669" actId="20577"/>
          <ac:spMkLst>
            <pc:docMk/>
            <pc:sldMk cId="1044427157" sldId="268"/>
            <ac:spMk id="5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12:16.229" v="3645" actId="478"/>
          <ac:spMkLst>
            <pc:docMk/>
            <pc:sldMk cId="1044427157" sldId="268"/>
            <ac:spMk id="6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12:16.229" v="3645" actId="478"/>
          <ac:spMkLst>
            <pc:docMk/>
            <pc:sldMk cId="1044427157" sldId="268"/>
            <ac:spMk id="7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12:19.225" v="3646" actId="478"/>
          <ac:spMkLst>
            <pc:docMk/>
            <pc:sldMk cId="1044427157" sldId="268"/>
            <ac:spMk id="8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12:16.229" v="3645" actId="478"/>
          <ac:spMkLst>
            <pc:docMk/>
            <pc:sldMk cId="1044427157" sldId="268"/>
            <ac:spMk id="9" creationId="{00000000-0000-0000-0000-000000000000}"/>
          </ac:spMkLst>
        </pc:spChg>
        <pc:spChg chg="del mod">
          <ac:chgData name="Nancy Poppi" userId="6c1fbb60-3a7e-44ed-82bc-cb8f6dba4a6e" providerId="ADAL" clId="{C31FC225-EF37-4C3E-8949-B975D26ADE21}" dt="2020-03-19T17:12:20.874" v="3648" actId="478"/>
          <ac:spMkLst>
            <pc:docMk/>
            <pc:sldMk cId="1044427157" sldId="268"/>
            <ac:spMk id="10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12:16.229" v="3645" actId="478"/>
          <ac:spMkLst>
            <pc:docMk/>
            <pc:sldMk cId="1044427157" sldId="268"/>
            <ac:spMk id="13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12:16.229" v="3645" actId="478"/>
          <ac:spMkLst>
            <pc:docMk/>
            <pc:sldMk cId="1044427157" sldId="268"/>
            <ac:spMk id="14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12:16.229" v="3645" actId="478"/>
          <ac:spMkLst>
            <pc:docMk/>
            <pc:sldMk cId="1044427157" sldId="268"/>
            <ac:spMk id="15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12:16.229" v="3645" actId="478"/>
          <ac:spMkLst>
            <pc:docMk/>
            <pc:sldMk cId="1044427157" sldId="268"/>
            <ac:spMk id="16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12:16.229" v="3645" actId="478"/>
          <ac:spMkLst>
            <pc:docMk/>
            <pc:sldMk cId="1044427157" sldId="268"/>
            <ac:spMk id="17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12:24.737" v="3649" actId="478"/>
          <ac:spMkLst>
            <pc:docMk/>
            <pc:sldMk cId="1044427157" sldId="268"/>
            <ac:spMk id="18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12:16.229" v="3645" actId="478"/>
          <ac:spMkLst>
            <pc:docMk/>
            <pc:sldMk cId="1044427157" sldId="268"/>
            <ac:spMk id="19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12:16.229" v="3645" actId="478"/>
          <ac:spMkLst>
            <pc:docMk/>
            <pc:sldMk cId="1044427157" sldId="268"/>
            <ac:spMk id="20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12:16.229" v="3645" actId="478"/>
          <ac:spMkLst>
            <pc:docMk/>
            <pc:sldMk cId="1044427157" sldId="268"/>
            <ac:spMk id="21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12:28.149" v="3650" actId="478"/>
          <ac:spMkLst>
            <pc:docMk/>
            <pc:sldMk cId="1044427157" sldId="268"/>
            <ac:spMk id="22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12:16.229" v="3645" actId="478"/>
          <ac:spMkLst>
            <pc:docMk/>
            <pc:sldMk cId="1044427157" sldId="268"/>
            <ac:spMk id="23" creationId="{00000000-0000-0000-0000-000000000000}"/>
          </ac:spMkLst>
        </pc:spChg>
        <pc:spChg chg="add mod">
          <ac:chgData name="Nancy Poppi" userId="6c1fbb60-3a7e-44ed-82bc-cb8f6dba4a6e" providerId="ADAL" clId="{C31FC225-EF37-4C3E-8949-B975D26ADE21}" dt="2020-03-19T17:13:28.049" v="3680" actId="20577"/>
          <ac:spMkLst>
            <pc:docMk/>
            <pc:sldMk cId="1044427157" sldId="268"/>
            <ac:spMk id="24" creationId="{8F191439-555D-4AF4-8780-A6A5780A8718}"/>
          </ac:spMkLst>
        </pc:spChg>
        <pc:picChg chg="add mod">
          <ac:chgData name="Nancy Poppi" userId="6c1fbb60-3a7e-44ed-82bc-cb8f6dba4a6e" providerId="ADAL" clId="{C31FC225-EF37-4C3E-8949-B975D26ADE21}" dt="2020-03-19T17:19:22.101" v="3732" actId="14100"/>
          <ac:picMkLst>
            <pc:docMk/>
            <pc:sldMk cId="1044427157" sldId="268"/>
            <ac:picMk id="25" creationId="{547E0DAE-8BCE-4505-A861-90272B964DF2}"/>
          </ac:picMkLst>
        </pc:picChg>
      </pc:sldChg>
      <pc:sldChg chg="addSp delSp modSp">
        <pc:chgData name="Nancy Poppi" userId="6c1fbb60-3a7e-44ed-82bc-cb8f6dba4a6e" providerId="ADAL" clId="{C31FC225-EF37-4C3E-8949-B975D26ADE21}" dt="2020-03-20T12:53:10.845" v="10833" actId="20577"/>
        <pc:sldMkLst>
          <pc:docMk/>
          <pc:sldMk cId="122822648" sldId="269"/>
        </pc:sldMkLst>
        <pc:spChg chg="mod">
          <ac:chgData name="Nancy Poppi" userId="6c1fbb60-3a7e-44ed-82bc-cb8f6dba4a6e" providerId="ADAL" clId="{C31FC225-EF37-4C3E-8949-B975D26ADE21}" dt="2020-03-19T17:14:01.019" v="3730" actId="20577"/>
          <ac:spMkLst>
            <pc:docMk/>
            <pc:sldMk cId="122822648" sldId="269"/>
            <ac:spMk id="2" creationId="{00000000-0000-0000-0000-000000000000}"/>
          </ac:spMkLst>
        </pc:spChg>
        <pc:spChg chg="mod">
          <ac:chgData name="Nancy Poppi" userId="6c1fbb60-3a7e-44ed-82bc-cb8f6dba4a6e" providerId="ADAL" clId="{C31FC225-EF37-4C3E-8949-B975D26ADE21}" dt="2020-03-20T12:52:15.804" v="10707" actId="14100"/>
          <ac:spMkLst>
            <pc:docMk/>
            <pc:sldMk cId="122822648" sldId="269"/>
            <ac:spMk id="3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20T12:37:31.727" v="10261" actId="478"/>
          <ac:spMkLst>
            <pc:docMk/>
            <pc:sldMk cId="122822648" sldId="269"/>
            <ac:spMk id="4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9:04:53.892" v="7838" actId="478"/>
          <ac:spMkLst>
            <pc:docMk/>
            <pc:sldMk cId="122822648" sldId="269"/>
            <ac:spMk id="5" creationId="{00000000-0000-0000-0000-000000000000}"/>
          </ac:spMkLst>
        </pc:spChg>
        <pc:spChg chg="add mod">
          <ac:chgData name="Nancy Poppi" userId="6c1fbb60-3a7e-44ed-82bc-cb8f6dba4a6e" providerId="ADAL" clId="{C31FC225-EF37-4C3E-8949-B975D26ADE21}" dt="2020-03-20T12:27:12.054" v="10252" actId="164"/>
          <ac:spMkLst>
            <pc:docMk/>
            <pc:sldMk cId="122822648" sldId="269"/>
            <ac:spMk id="8" creationId="{BEC20BF3-2117-46D6-B41C-13C22787941A}"/>
          </ac:spMkLst>
        </pc:spChg>
        <pc:spChg chg="add mod">
          <ac:chgData name="Nancy Poppi" userId="6c1fbb60-3a7e-44ed-82bc-cb8f6dba4a6e" providerId="ADAL" clId="{C31FC225-EF37-4C3E-8949-B975D26ADE21}" dt="2020-03-20T12:46:50.177" v="10354" actId="1037"/>
          <ac:spMkLst>
            <pc:docMk/>
            <pc:sldMk cId="122822648" sldId="269"/>
            <ac:spMk id="14" creationId="{9E5F92A2-1B5B-4818-A021-BF313A7686EC}"/>
          </ac:spMkLst>
        </pc:spChg>
        <pc:spChg chg="add mod">
          <ac:chgData name="Nancy Poppi" userId="6c1fbb60-3a7e-44ed-82bc-cb8f6dba4a6e" providerId="ADAL" clId="{C31FC225-EF37-4C3E-8949-B975D26ADE21}" dt="2020-03-20T12:48:01.478" v="10432" actId="1038"/>
          <ac:spMkLst>
            <pc:docMk/>
            <pc:sldMk cId="122822648" sldId="269"/>
            <ac:spMk id="15" creationId="{16677BE0-80A6-497D-813E-67D351628268}"/>
          </ac:spMkLst>
        </pc:spChg>
        <pc:spChg chg="add mod">
          <ac:chgData name="Nancy Poppi" userId="6c1fbb60-3a7e-44ed-82bc-cb8f6dba4a6e" providerId="ADAL" clId="{C31FC225-EF37-4C3E-8949-B975D26ADE21}" dt="2020-03-20T12:48:59.448" v="10542" actId="1037"/>
          <ac:spMkLst>
            <pc:docMk/>
            <pc:sldMk cId="122822648" sldId="269"/>
            <ac:spMk id="16" creationId="{6F04C934-D7B5-4A6D-998C-B9FBA04388E5}"/>
          </ac:spMkLst>
        </pc:spChg>
        <pc:spChg chg="add mod">
          <ac:chgData name="Nancy Poppi" userId="6c1fbb60-3a7e-44ed-82bc-cb8f6dba4a6e" providerId="ADAL" clId="{C31FC225-EF37-4C3E-8949-B975D26ADE21}" dt="2020-03-20T12:48:59.448" v="10542" actId="1037"/>
          <ac:spMkLst>
            <pc:docMk/>
            <pc:sldMk cId="122822648" sldId="269"/>
            <ac:spMk id="17" creationId="{383FDC5A-2DCE-46A9-AEC0-D998887A3507}"/>
          </ac:spMkLst>
        </pc:spChg>
        <pc:spChg chg="add mod">
          <ac:chgData name="Nancy Poppi" userId="6c1fbb60-3a7e-44ed-82bc-cb8f6dba4a6e" providerId="ADAL" clId="{C31FC225-EF37-4C3E-8949-B975D26ADE21}" dt="2020-03-20T12:52:03.636" v="10706" actId="20577"/>
          <ac:spMkLst>
            <pc:docMk/>
            <pc:sldMk cId="122822648" sldId="269"/>
            <ac:spMk id="19" creationId="{610C5A96-B0BF-449C-AD28-1A1478D4C1E1}"/>
          </ac:spMkLst>
        </pc:spChg>
        <pc:spChg chg="add mod">
          <ac:chgData name="Nancy Poppi" userId="6c1fbb60-3a7e-44ed-82bc-cb8f6dba4a6e" providerId="ADAL" clId="{C31FC225-EF37-4C3E-8949-B975D26ADE21}" dt="2020-03-20T12:53:10.845" v="10833" actId="20577"/>
          <ac:spMkLst>
            <pc:docMk/>
            <pc:sldMk cId="122822648" sldId="269"/>
            <ac:spMk id="20" creationId="{9024DB59-EAA6-4AB3-B0FC-7712B1FE4730}"/>
          </ac:spMkLst>
        </pc:spChg>
        <pc:spChg chg="del">
          <ac:chgData name="Nancy Poppi" userId="6c1fbb60-3a7e-44ed-82bc-cb8f6dba4a6e" providerId="ADAL" clId="{C31FC225-EF37-4C3E-8949-B975D26ADE21}" dt="2020-03-19T19:04:53.892" v="7838" actId="478"/>
          <ac:spMkLst>
            <pc:docMk/>
            <pc:sldMk cId="122822648" sldId="269"/>
            <ac:spMk id="24" creationId="{8F191439-555D-4AF4-8780-A6A5780A8718}"/>
          </ac:spMkLst>
        </pc:spChg>
        <pc:grpChg chg="add mod">
          <ac:chgData name="Nancy Poppi" userId="6c1fbb60-3a7e-44ed-82bc-cb8f6dba4a6e" providerId="ADAL" clId="{C31FC225-EF37-4C3E-8949-B975D26ADE21}" dt="2020-03-20T12:27:13.856" v="10253" actId="1076"/>
          <ac:grpSpMkLst>
            <pc:docMk/>
            <pc:sldMk cId="122822648" sldId="269"/>
            <ac:grpSpMk id="6" creationId="{2073CFD3-7D8F-425A-BE4A-8BF454056472}"/>
          </ac:grpSpMkLst>
        </pc:grpChg>
        <pc:picChg chg="add mod">
          <ac:chgData name="Nancy Poppi" userId="6c1fbb60-3a7e-44ed-82bc-cb8f6dba4a6e" providerId="ADAL" clId="{C31FC225-EF37-4C3E-8949-B975D26ADE21}" dt="2020-03-20T12:27:12.054" v="10252" actId="164"/>
          <ac:picMkLst>
            <pc:docMk/>
            <pc:sldMk cId="122822648" sldId="269"/>
            <ac:picMk id="5" creationId="{5401077C-FCAE-4A84-9517-A3B109A99BA4}"/>
          </ac:picMkLst>
        </pc:picChg>
        <pc:picChg chg="add del mod">
          <ac:chgData name="Nancy Poppi" userId="6c1fbb60-3a7e-44ed-82bc-cb8f6dba4a6e" providerId="ADAL" clId="{C31FC225-EF37-4C3E-8949-B975D26ADE21}" dt="2020-03-20T12:39:11.412" v="10273" actId="478"/>
          <ac:picMkLst>
            <pc:docMk/>
            <pc:sldMk cId="122822648" sldId="269"/>
            <ac:picMk id="7" creationId="{B4FC3025-21B5-4710-BD72-780A9D3627E5}"/>
          </ac:picMkLst>
        </pc:picChg>
        <pc:picChg chg="add del mod">
          <ac:chgData name="Nancy Poppi" userId="6c1fbb60-3a7e-44ed-82bc-cb8f6dba4a6e" providerId="ADAL" clId="{C31FC225-EF37-4C3E-8949-B975D26ADE21}" dt="2020-03-20T12:37:27.404" v="10260" actId="478"/>
          <ac:picMkLst>
            <pc:docMk/>
            <pc:sldMk cId="122822648" sldId="269"/>
            <ac:picMk id="9" creationId="{0CF5FC6E-7D36-4780-AEF9-183C4C1E5BE1}"/>
          </ac:picMkLst>
        </pc:picChg>
        <pc:picChg chg="add del mod">
          <ac:chgData name="Nancy Poppi" userId="6c1fbb60-3a7e-44ed-82bc-cb8f6dba4a6e" providerId="ADAL" clId="{C31FC225-EF37-4C3E-8949-B975D26ADE21}" dt="2020-03-20T12:39:11.412" v="10273" actId="478"/>
          <ac:picMkLst>
            <pc:docMk/>
            <pc:sldMk cId="122822648" sldId="269"/>
            <ac:picMk id="10" creationId="{1D5EEAC2-E8CA-4FDD-B5D9-BD42BC1F6967}"/>
          </ac:picMkLst>
        </pc:picChg>
        <pc:picChg chg="add mod ord">
          <ac:chgData name="Nancy Poppi" userId="6c1fbb60-3a7e-44ed-82bc-cb8f6dba4a6e" providerId="ADAL" clId="{C31FC225-EF37-4C3E-8949-B975D26ADE21}" dt="2020-03-20T12:48:06.888" v="10449" actId="1037"/>
          <ac:picMkLst>
            <pc:docMk/>
            <pc:sldMk cId="122822648" sldId="269"/>
            <ac:picMk id="13" creationId="{8C6CE344-AF5C-4604-B0D2-0DBE820371CF}"/>
          </ac:picMkLst>
        </pc:picChg>
        <pc:picChg chg="add mod ord">
          <ac:chgData name="Nancy Poppi" userId="6c1fbb60-3a7e-44ed-82bc-cb8f6dba4a6e" providerId="ADAL" clId="{C31FC225-EF37-4C3E-8949-B975D26ADE21}" dt="2020-03-20T12:50:41.044" v="10550" actId="1076"/>
          <ac:picMkLst>
            <pc:docMk/>
            <pc:sldMk cId="122822648" sldId="269"/>
            <ac:picMk id="18" creationId="{60362BE3-1D86-41B3-9BC6-01D23D11B1D6}"/>
          </ac:picMkLst>
        </pc:picChg>
      </pc:sldChg>
      <pc:sldChg chg="addSp delSp modSp del">
        <pc:chgData name="Nancy Poppi" userId="6c1fbb60-3a7e-44ed-82bc-cb8f6dba4a6e" providerId="ADAL" clId="{C31FC225-EF37-4C3E-8949-B975D26ADE21}" dt="2020-03-19T19:04:44.492" v="7836" actId="2696"/>
        <pc:sldMkLst>
          <pc:docMk/>
          <pc:sldMk cId="683203487" sldId="270"/>
        </pc:sldMkLst>
        <pc:spChg chg="del">
          <ac:chgData name="Nancy Poppi" userId="6c1fbb60-3a7e-44ed-82bc-cb8f6dba4a6e" providerId="ADAL" clId="{C31FC225-EF37-4C3E-8949-B975D26ADE21}" dt="2020-03-19T17:19:30.356" v="3733" actId="478"/>
          <ac:spMkLst>
            <pc:docMk/>
            <pc:sldMk cId="683203487" sldId="270"/>
            <ac:spMk id="2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19:30.356" v="3733" actId="478"/>
          <ac:spMkLst>
            <pc:docMk/>
            <pc:sldMk cId="683203487" sldId="270"/>
            <ac:spMk id="3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20:01.778" v="3740" actId="478"/>
          <ac:spMkLst>
            <pc:docMk/>
            <pc:sldMk cId="683203487" sldId="270"/>
            <ac:spMk id="4" creationId="{00000000-0000-0000-0000-000000000000}"/>
          </ac:spMkLst>
        </pc:spChg>
        <pc:spChg chg="mod">
          <ac:chgData name="Nancy Poppi" userId="6c1fbb60-3a7e-44ed-82bc-cb8f6dba4a6e" providerId="ADAL" clId="{C31FC225-EF37-4C3E-8949-B975D26ADE21}" dt="2020-03-19T17:57:52.994" v="6805" actId="20577"/>
          <ac:spMkLst>
            <pc:docMk/>
            <pc:sldMk cId="683203487" sldId="270"/>
            <ac:spMk id="5" creationId="{00000000-0000-0000-0000-000000000000}"/>
          </ac:spMkLst>
        </pc:spChg>
        <pc:spChg chg="add del mod">
          <ac:chgData name="Nancy Poppi" userId="6c1fbb60-3a7e-44ed-82bc-cb8f6dba4a6e" providerId="ADAL" clId="{C31FC225-EF37-4C3E-8949-B975D26ADE21}" dt="2020-03-19T17:20:14.807" v="3744" actId="478"/>
          <ac:spMkLst>
            <pc:docMk/>
            <pc:sldMk cId="683203487" sldId="270"/>
            <ac:spMk id="10" creationId="{820C95D4-E145-4FF2-9181-CBFA35950EBE}"/>
          </ac:spMkLst>
        </pc:spChg>
        <pc:spChg chg="del">
          <ac:chgData name="Nancy Poppi" userId="6c1fbb60-3a7e-44ed-82bc-cb8f6dba4a6e" providerId="ADAL" clId="{C31FC225-EF37-4C3E-8949-B975D26ADE21}" dt="2020-03-19T17:20:07.541" v="3742" actId="478"/>
          <ac:spMkLst>
            <pc:docMk/>
            <pc:sldMk cId="683203487" sldId="270"/>
            <ac:spMk id="24" creationId="{8F191439-555D-4AF4-8780-A6A5780A8718}"/>
          </ac:spMkLst>
        </pc:spChg>
        <pc:picChg chg="del mod">
          <ac:chgData name="Nancy Poppi" userId="6c1fbb60-3a7e-44ed-82bc-cb8f6dba4a6e" providerId="ADAL" clId="{C31FC225-EF37-4C3E-8949-B975D26ADE21}" dt="2020-03-19T17:20:38.805" v="3768"/>
          <ac:picMkLst>
            <pc:docMk/>
            <pc:sldMk cId="683203487" sldId="270"/>
            <ac:picMk id="25" creationId="{547E0DAE-8BCE-4505-A861-90272B964DF2}"/>
          </ac:picMkLst>
        </pc:picChg>
      </pc:sldChg>
      <pc:sldChg chg="addSp delSp modSp">
        <pc:chgData name="Nancy Poppi" userId="6c1fbb60-3a7e-44ed-82bc-cb8f6dba4a6e" providerId="ADAL" clId="{C31FC225-EF37-4C3E-8949-B975D26ADE21}" dt="2020-03-19T17:57:05.655" v="6777" actId="166"/>
        <pc:sldMkLst>
          <pc:docMk/>
          <pc:sldMk cId="1685234123" sldId="271"/>
        </pc:sldMkLst>
        <pc:spChg chg="mod">
          <ac:chgData name="Nancy Poppi" userId="6c1fbb60-3a7e-44ed-82bc-cb8f6dba4a6e" providerId="ADAL" clId="{C31FC225-EF37-4C3E-8949-B975D26ADE21}" dt="2020-03-19T17:31:02.714" v="4255" actId="1076"/>
          <ac:spMkLst>
            <pc:docMk/>
            <pc:sldMk cId="1685234123" sldId="271"/>
            <ac:spMk id="2" creationId="{00000000-0000-0000-0000-000000000000}"/>
          </ac:spMkLst>
        </pc:spChg>
        <pc:spChg chg="mod ord">
          <ac:chgData name="Nancy Poppi" userId="6c1fbb60-3a7e-44ed-82bc-cb8f6dba4a6e" providerId="ADAL" clId="{C31FC225-EF37-4C3E-8949-B975D26ADE21}" dt="2020-03-19T17:34:32.670" v="4623" actId="1076"/>
          <ac:spMkLst>
            <pc:docMk/>
            <pc:sldMk cId="1685234123" sldId="271"/>
            <ac:spMk id="5" creationId="{00000000-0000-0000-0000-000000000000}"/>
          </ac:spMkLst>
        </pc:spChg>
        <pc:spChg chg="mod ord">
          <ac:chgData name="Nancy Poppi" userId="6c1fbb60-3a7e-44ed-82bc-cb8f6dba4a6e" providerId="ADAL" clId="{C31FC225-EF37-4C3E-8949-B975D26ADE21}" dt="2020-03-19T17:34:32.670" v="4623" actId="1076"/>
          <ac:spMkLst>
            <pc:docMk/>
            <pc:sldMk cId="1685234123" sldId="271"/>
            <ac:spMk id="8" creationId="{00000000-0000-0000-0000-000000000000}"/>
          </ac:spMkLst>
        </pc:spChg>
        <pc:spChg chg="add del mod">
          <ac:chgData name="Nancy Poppi" userId="6c1fbb60-3a7e-44ed-82bc-cb8f6dba4a6e" providerId="ADAL" clId="{C31FC225-EF37-4C3E-8949-B975D26ADE21}" dt="2020-03-19T17:40:59.184" v="5171" actId="478"/>
          <ac:spMkLst>
            <pc:docMk/>
            <pc:sldMk cId="1685234123" sldId="271"/>
            <ac:spMk id="9" creationId="{538529D9-3FAC-41FB-9DA9-5A43C11694E7}"/>
          </ac:spMkLst>
        </pc:spChg>
        <pc:spChg chg="add mod">
          <ac:chgData name="Nancy Poppi" userId="6c1fbb60-3a7e-44ed-82bc-cb8f6dba4a6e" providerId="ADAL" clId="{C31FC225-EF37-4C3E-8949-B975D26ADE21}" dt="2020-03-19T17:55:15.839" v="6392" actId="1582"/>
          <ac:spMkLst>
            <pc:docMk/>
            <pc:sldMk cId="1685234123" sldId="271"/>
            <ac:spMk id="10" creationId="{845101C1-773B-486D-90F6-F0C8474A38BD}"/>
          </ac:spMkLst>
        </pc:spChg>
        <pc:spChg chg="del">
          <ac:chgData name="Nancy Poppi" userId="6c1fbb60-3a7e-44ed-82bc-cb8f6dba4a6e" providerId="ADAL" clId="{C31FC225-EF37-4C3E-8949-B975D26ADE21}" dt="2020-03-19T17:30:57.570" v="4252" actId="478"/>
          <ac:spMkLst>
            <pc:docMk/>
            <pc:sldMk cId="1685234123" sldId="271"/>
            <ac:spMk id="11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30:57.570" v="4252" actId="478"/>
          <ac:spMkLst>
            <pc:docMk/>
            <pc:sldMk cId="1685234123" sldId="271"/>
            <ac:spMk id="12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30:57.570" v="4252" actId="478"/>
          <ac:spMkLst>
            <pc:docMk/>
            <pc:sldMk cId="1685234123" sldId="271"/>
            <ac:spMk id="13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30:57.570" v="4252" actId="478"/>
          <ac:spMkLst>
            <pc:docMk/>
            <pc:sldMk cId="1685234123" sldId="271"/>
            <ac:spMk id="15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30:57.570" v="4252" actId="478"/>
          <ac:spMkLst>
            <pc:docMk/>
            <pc:sldMk cId="1685234123" sldId="271"/>
            <ac:spMk id="17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31:00.360" v="4253" actId="478"/>
          <ac:spMkLst>
            <pc:docMk/>
            <pc:sldMk cId="1685234123" sldId="271"/>
            <ac:spMk id="18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30:57.570" v="4252" actId="478"/>
          <ac:spMkLst>
            <pc:docMk/>
            <pc:sldMk cId="1685234123" sldId="271"/>
            <ac:spMk id="20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30:57.570" v="4252" actId="478"/>
          <ac:spMkLst>
            <pc:docMk/>
            <pc:sldMk cId="1685234123" sldId="271"/>
            <ac:spMk id="22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31:05.384" v="4256" actId="478"/>
          <ac:spMkLst>
            <pc:docMk/>
            <pc:sldMk cId="1685234123" sldId="271"/>
            <ac:spMk id="24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31:00.360" v="4253" actId="478"/>
          <ac:spMkLst>
            <pc:docMk/>
            <pc:sldMk cId="1685234123" sldId="271"/>
            <ac:spMk id="25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31:00.360" v="4253" actId="478"/>
          <ac:spMkLst>
            <pc:docMk/>
            <pc:sldMk cId="1685234123" sldId="271"/>
            <ac:spMk id="33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31:00.360" v="4253" actId="478"/>
          <ac:spMkLst>
            <pc:docMk/>
            <pc:sldMk cId="1685234123" sldId="271"/>
            <ac:spMk id="34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31:00.360" v="4253" actId="478"/>
          <ac:spMkLst>
            <pc:docMk/>
            <pc:sldMk cId="1685234123" sldId="271"/>
            <ac:spMk id="35" creationId="{00000000-0000-0000-0000-000000000000}"/>
          </ac:spMkLst>
        </pc:spChg>
        <pc:spChg chg="del mod">
          <ac:chgData name="Nancy Poppi" userId="6c1fbb60-3a7e-44ed-82bc-cb8f6dba4a6e" providerId="ADAL" clId="{C31FC225-EF37-4C3E-8949-B975D26ADE21}" dt="2020-03-19T17:42:11.020" v="5217" actId="478"/>
          <ac:spMkLst>
            <pc:docMk/>
            <pc:sldMk cId="1685234123" sldId="271"/>
            <ac:spMk id="38" creationId="{F2C9BCFE-E972-44AF-B1D2-344FB9DCC83A}"/>
          </ac:spMkLst>
        </pc:spChg>
        <pc:spChg chg="del mod">
          <ac:chgData name="Nancy Poppi" userId="6c1fbb60-3a7e-44ed-82bc-cb8f6dba4a6e" providerId="ADAL" clId="{C31FC225-EF37-4C3E-8949-B975D26ADE21}" dt="2020-03-19T17:30:53.281" v="4251" actId="478"/>
          <ac:spMkLst>
            <pc:docMk/>
            <pc:sldMk cId="1685234123" sldId="271"/>
            <ac:spMk id="39" creationId="{00000000-0000-0000-0000-000000000000}"/>
          </ac:spMkLst>
        </pc:spChg>
        <pc:spChg chg="add del mod">
          <ac:chgData name="Nancy Poppi" userId="6c1fbb60-3a7e-44ed-82bc-cb8f6dba4a6e" providerId="ADAL" clId="{C31FC225-EF37-4C3E-8949-B975D26ADE21}" dt="2020-03-19T17:31:44.294" v="4331" actId="478"/>
          <ac:spMkLst>
            <pc:docMk/>
            <pc:sldMk cId="1685234123" sldId="271"/>
            <ac:spMk id="40" creationId="{D7AAAD2E-8D2C-4EB8-A283-0E63F1929B78}"/>
          </ac:spMkLst>
        </pc:spChg>
        <pc:spChg chg="add del mod">
          <ac:chgData name="Nancy Poppi" userId="6c1fbb60-3a7e-44ed-82bc-cb8f6dba4a6e" providerId="ADAL" clId="{C31FC225-EF37-4C3E-8949-B975D26ADE21}" dt="2020-03-19T17:49:28.354" v="5694" actId="478"/>
          <ac:spMkLst>
            <pc:docMk/>
            <pc:sldMk cId="1685234123" sldId="271"/>
            <ac:spMk id="41" creationId="{0EDEE1FC-6A5D-4207-943F-5053593ACF07}"/>
          </ac:spMkLst>
        </pc:spChg>
        <pc:spChg chg="add mod">
          <ac:chgData name="Nancy Poppi" userId="6c1fbb60-3a7e-44ed-82bc-cb8f6dba4a6e" providerId="ADAL" clId="{C31FC225-EF37-4C3E-8949-B975D26ADE21}" dt="2020-03-19T17:49:32.842" v="5696" actId="208"/>
          <ac:spMkLst>
            <pc:docMk/>
            <pc:sldMk cId="1685234123" sldId="271"/>
            <ac:spMk id="42" creationId="{17E5142B-3304-47B9-8FB1-AAAACB233B4B}"/>
          </ac:spMkLst>
        </pc:spChg>
        <pc:spChg chg="del">
          <ac:chgData name="Nancy Poppi" userId="6c1fbb60-3a7e-44ed-82bc-cb8f6dba4a6e" providerId="ADAL" clId="{C31FC225-EF37-4C3E-8949-B975D26ADE21}" dt="2020-03-19T17:31:00.360" v="4253" actId="478"/>
          <ac:spMkLst>
            <pc:docMk/>
            <pc:sldMk cId="1685234123" sldId="271"/>
            <ac:spMk id="43" creationId="{00000000-0000-0000-0000-000000000000}"/>
          </ac:spMkLst>
        </pc:spChg>
        <pc:spChg chg="add del mod">
          <ac:chgData name="Nancy Poppi" userId="6c1fbb60-3a7e-44ed-82bc-cb8f6dba4a6e" providerId="ADAL" clId="{C31FC225-EF37-4C3E-8949-B975D26ADE21}" dt="2020-03-19T17:34:47.412" v="4627" actId="478"/>
          <ac:spMkLst>
            <pc:docMk/>
            <pc:sldMk cId="1685234123" sldId="271"/>
            <ac:spMk id="44" creationId="{B954976A-B7B5-4C60-834D-29FD9DEC5F84}"/>
          </ac:spMkLst>
        </pc:spChg>
        <pc:spChg chg="add del mod">
          <ac:chgData name="Nancy Poppi" userId="6c1fbb60-3a7e-44ed-82bc-cb8f6dba4a6e" providerId="ADAL" clId="{C31FC225-EF37-4C3E-8949-B975D26ADE21}" dt="2020-03-19T17:34:47.412" v="4627" actId="478"/>
          <ac:spMkLst>
            <pc:docMk/>
            <pc:sldMk cId="1685234123" sldId="271"/>
            <ac:spMk id="45" creationId="{672415BA-49F5-49F9-923B-5939A806C04C}"/>
          </ac:spMkLst>
        </pc:spChg>
        <pc:spChg chg="add mod">
          <ac:chgData name="Nancy Poppi" userId="6c1fbb60-3a7e-44ed-82bc-cb8f6dba4a6e" providerId="ADAL" clId="{C31FC225-EF37-4C3E-8949-B975D26ADE21}" dt="2020-03-19T17:38:25.886" v="4891" actId="1038"/>
          <ac:spMkLst>
            <pc:docMk/>
            <pc:sldMk cId="1685234123" sldId="271"/>
            <ac:spMk id="46" creationId="{F7762B84-EFE0-40A6-A08A-67969486D6C6}"/>
          </ac:spMkLst>
        </pc:spChg>
        <pc:spChg chg="del">
          <ac:chgData name="Nancy Poppi" userId="6c1fbb60-3a7e-44ed-82bc-cb8f6dba4a6e" providerId="ADAL" clId="{C31FC225-EF37-4C3E-8949-B975D26ADE21}" dt="2020-03-19T17:30:53.281" v="4251" actId="478"/>
          <ac:spMkLst>
            <pc:docMk/>
            <pc:sldMk cId="1685234123" sldId="271"/>
            <ac:spMk id="47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30:53.281" v="4251" actId="478"/>
          <ac:spMkLst>
            <pc:docMk/>
            <pc:sldMk cId="1685234123" sldId="271"/>
            <ac:spMk id="48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30:53.281" v="4251" actId="478"/>
          <ac:spMkLst>
            <pc:docMk/>
            <pc:sldMk cId="1685234123" sldId="271"/>
            <ac:spMk id="49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30:53.281" v="4251" actId="478"/>
          <ac:spMkLst>
            <pc:docMk/>
            <pc:sldMk cId="1685234123" sldId="271"/>
            <ac:spMk id="50" creationId="{00000000-0000-0000-0000-000000000000}"/>
          </ac:spMkLst>
        </pc:spChg>
        <pc:spChg chg="del">
          <ac:chgData name="Nancy Poppi" userId="6c1fbb60-3a7e-44ed-82bc-cb8f6dba4a6e" providerId="ADAL" clId="{C31FC225-EF37-4C3E-8949-B975D26ADE21}" dt="2020-03-19T17:30:53.281" v="4251" actId="478"/>
          <ac:spMkLst>
            <pc:docMk/>
            <pc:sldMk cId="1685234123" sldId="271"/>
            <ac:spMk id="51" creationId="{00000000-0000-0000-0000-000000000000}"/>
          </ac:spMkLst>
        </pc:spChg>
        <pc:spChg chg="add del mod ord">
          <ac:chgData name="Nancy Poppi" userId="6c1fbb60-3a7e-44ed-82bc-cb8f6dba4a6e" providerId="ADAL" clId="{C31FC225-EF37-4C3E-8949-B975D26ADE21}" dt="2020-03-19T17:41:01.265" v="5172" actId="478"/>
          <ac:spMkLst>
            <pc:docMk/>
            <pc:sldMk cId="1685234123" sldId="271"/>
            <ac:spMk id="52" creationId="{7270FE93-C5D9-4A02-8A4A-94FFE8075512}"/>
          </ac:spMkLst>
        </pc:spChg>
        <pc:spChg chg="del">
          <ac:chgData name="Nancy Poppi" userId="6c1fbb60-3a7e-44ed-82bc-cb8f6dba4a6e" providerId="ADAL" clId="{C31FC225-EF37-4C3E-8949-B975D26ADE21}" dt="2020-03-19T17:31:00.360" v="4253" actId="478"/>
          <ac:spMkLst>
            <pc:docMk/>
            <pc:sldMk cId="1685234123" sldId="271"/>
            <ac:spMk id="53" creationId="{4A64C8F1-B483-4B4B-BAE0-19DA2B034522}"/>
          </ac:spMkLst>
        </pc:spChg>
        <pc:spChg chg="add del mod">
          <ac:chgData name="Nancy Poppi" userId="6c1fbb60-3a7e-44ed-82bc-cb8f6dba4a6e" providerId="ADAL" clId="{C31FC225-EF37-4C3E-8949-B975D26ADE21}" dt="2020-03-19T17:36:38.715" v="4801" actId="478"/>
          <ac:spMkLst>
            <pc:docMk/>
            <pc:sldMk cId="1685234123" sldId="271"/>
            <ac:spMk id="54" creationId="{E1261C1B-58A3-4C00-AD1C-6105DD67CD4D}"/>
          </ac:spMkLst>
        </pc:spChg>
        <pc:spChg chg="del">
          <ac:chgData name="Nancy Poppi" userId="6c1fbb60-3a7e-44ed-82bc-cb8f6dba4a6e" providerId="ADAL" clId="{C31FC225-EF37-4C3E-8949-B975D26ADE21}" dt="2020-03-19T17:30:57.570" v="4252" actId="478"/>
          <ac:spMkLst>
            <pc:docMk/>
            <pc:sldMk cId="1685234123" sldId="271"/>
            <ac:spMk id="55" creationId="{0AF019A3-9EC9-4816-B98A-9B280210ECE4}"/>
          </ac:spMkLst>
        </pc:spChg>
        <pc:spChg chg="del">
          <ac:chgData name="Nancy Poppi" userId="6c1fbb60-3a7e-44ed-82bc-cb8f6dba4a6e" providerId="ADAL" clId="{C31FC225-EF37-4C3E-8949-B975D26ADE21}" dt="2020-03-19T17:30:57.570" v="4252" actId="478"/>
          <ac:spMkLst>
            <pc:docMk/>
            <pc:sldMk cId="1685234123" sldId="271"/>
            <ac:spMk id="56" creationId="{8EA7F9B0-1EA2-47C5-BC24-3F91501129AA}"/>
          </ac:spMkLst>
        </pc:spChg>
        <pc:spChg chg="del">
          <ac:chgData name="Nancy Poppi" userId="6c1fbb60-3a7e-44ed-82bc-cb8f6dba4a6e" providerId="ADAL" clId="{C31FC225-EF37-4C3E-8949-B975D26ADE21}" dt="2020-03-19T17:30:57.570" v="4252" actId="478"/>
          <ac:spMkLst>
            <pc:docMk/>
            <pc:sldMk cId="1685234123" sldId="271"/>
            <ac:spMk id="57" creationId="{AB339944-3D5D-455D-9A7D-B215F27832B2}"/>
          </ac:spMkLst>
        </pc:spChg>
        <pc:spChg chg="del mod">
          <ac:chgData name="Nancy Poppi" userId="6c1fbb60-3a7e-44ed-82bc-cb8f6dba4a6e" providerId="ADAL" clId="{C31FC225-EF37-4C3E-8949-B975D26ADE21}" dt="2020-03-19T17:30:53.281" v="4251" actId="478"/>
          <ac:spMkLst>
            <pc:docMk/>
            <pc:sldMk cId="1685234123" sldId="271"/>
            <ac:spMk id="58" creationId="{83CFAD9C-257B-46F3-8C6A-A3A9317FB201}"/>
          </ac:spMkLst>
        </pc:spChg>
        <pc:spChg chg="add mod">
          <ac:chgData name="Nancy Poppi" userId="6c1fbb60-3a7e-44ed-82bc-cb8f6dba4a6e" providerId="ADAL" clId="{C31FC225-EF37-4C3E-8949-B975D26ADE21}" dt="2020-03-19T17:36:28.456" v="4800" actId="208"/>
          <ac:spMkLst>
            <pc:docMk/>
            <pc:sldMk cId="1685234123" sldId="271"/>
            <ac:spMk id="59" creationId="{9AAB78E3-F56B-402A-A210-772DBC674FEA}"/>
          </ac:spMkLst>
        </pc:spChg>
        <pc:spChg chg="mod ord">
          <ac:chgData name="Nancy Poppi" userId="6c1fbb60-3a7e-44ed-82bc-cb8f6dba4a6e" providerId="ADAL" clId="{C31FC225-EF37-4C3E-8949-B975D26ADE21}" dt="2020-03-19T17:57:05.655" v="6777" actId="166"/>
          <ac:spMkLst>
            <pc:docMk/>
            <pc:sldMk cId="1685234123" sldId="271"/>
            <ac:spMk id="60" creationId="{D7A14D85-A3EE-4EEB-94AA-E6FE2556D395}"/>
          </ac:spMkLst>
        </pc:spChg>
        <pc:spChg chg="del mod">
          <ac:chgData name="Nancy Poppi" userId="6c1fbb60-3a7e-44ed-82bc-cb8f6dba4a6e" providerId="ADAL" clId="{C31FC225-EF37-4C3E-8949-B975D26ADE21}" dt="2020-03-19T17:42:11.020" v="5217" actId="478"/>
          <ac:spMkLst>
            <pc:docMk/>
            <pc:sldMk cId="1685234123" sldId="271"/>
            <ac:spMk id="61" creationId="{90F75FE7-D536-44B7-AC9B-477A28FCE46B}"/>
          </ac:spMkLst>
        </pc:spChg>
        <pc:spChg chg="add mod">
          <ac:chgData name="Nancy Poppi" userId="6c1fbb60-3a7e-44ed-82bc-cb8f6dba4a6e" providerId="ADAL" clId="{C31FC225-EF37-4C3E-8949-B975D26ADE21}" dt="2020-03-19T17:36:28.456" v="4800" actId="208"/>
          <ac:spMkLst>
            <pc:docMk/>
            <pc:sldMk cId="1685234123" sldId="271"/>
            <ac:spMk id="62" creationId="{E16A17F8-6AC0-4775-990E-2A0B80FC3A8A}"/>
          </ac:spMkLst>
        </pc:spChg>
        <pc:spChg chg="del">
          <ac:chgData name="Nancy Poppi" userId="6c1fbb60-3a7e-44ed-82bc-cb8f6dba4a6e" providerId="ADAL" clId="{C31FC225-EF37-4C3E-8949-B975D26ADE21}" dt="2020-03-19T17:31:05.384" v="4256" actId="478"/>
          <ac:spMkLst>
            <pc:docMk/>
            <pc:sldMk cId="1685234123" sldId="271"/>
            <ac:spMk id="63" creationId="{86F899E5-FEC9-4B36-9C05-7CDA86B9305C}"/>
          </ac:spMkLst>
        </pc:spChg>
        <pc:spChg chg="add mod">
          <ac:chgData name="Nancy Poppi" userId="6c1fbb60-3a7e-44ed-82bc-cb8f6dba4a6e" providerId="ADAL" clId="{C31FC225-EF37-4C3E-8949-B975D26ADE21}" dt="2020-03-19T17:37:07.149" v="4860" actId="208"/>
          <ac:spMkLst>
            <pc:docMk/>
            <pc:sldMk cId="1685234123" sldId="271"/>
            <ac:spMk id="64" creationId="{0FFD8488-CE5E-47E9-A8FF-5BDF9AD372E1}"/>
          </ac:spMkLst>
        </pc:spChg>
        <pc:spChg chg="add mod ord">
          <ac:chgData name="Nancy Poppi" userId="6c1fbb60-3a7e-44ed-82bc-cb8f6dba4a6e" providerId="ADAL" clId="{C31FC225-EF37-4C3E-8949-B975D26ADE21}" dt="2020-03-19T17:40:52.424" v="5170" actId="166"/>
          <ac:spMkLst>
            <pc:docMk/>
            <pc:sldMk cId="1685234123" sldId="271"/>
            <ac:spMk id="65" creationId="{E59D6082-2B08-4CF0-8A55-98726DDD7158}"/>
          </ac:spMkLst>
        </pc:spChg>
        <pc:spChg chg="add mod">
          <ac:chgData name="Nancy Poppi" userId="6c1fbb60-3a7e-44ed-82bc-cb8f6dba4a6e" providerId="ADAL" clId="{C31FC225-EF37-4C3E-8949-B975D26ADE21}" dt="2020-03-19T17:40:46.663" v="5169" actId="208"/>
          <ac:spMkLst>
            <pc:docMk/>
            <pc:sldMk cId="1685234123" sldId="271"/>
            <ac:spMk id="66" creationId="{99AD905F-C864-4F01-B519-886018E0707A}"/>
          </ac:spMkLst>
        </pc:spChg>
        <pc:spChg chg="add mod">
          <ac:chgData name="Nancy Poppi" userId="6c1fbb60-3a7e-44ed-82bc-cb8f6dba4a6e" providerId="ADAL" clId="{C31FC225-EF37-4C3E-8949-B975D26ADE21}" dt="2020-03-19T17:40:43.220" v="5167" actId="208"/>
          <ac:spMkLst>
            <pc:docMk/>
            <pc:sldMk cId="1685234123" sldId="271"/>
            <ac:spMk id="67" creationId="{9150E669-CB4B-41B6-BCBC-029E3D68924D}"/>
          </ac:spMkLst>
        </pc:spChg>
        <pc:spChg chg="add mod">
          <ac:chgData name="Nancy Poppi" userId="6c1fbb60-3a7e-44ed-82bc-cb8f6dba4a6e" providerId="ADAL" clId="{C31FC225-EF37-4C3E-8949-B975D26ADE21}" dt="2020-03-19T17:40:36.220" v="5164" actId="1076"/>
          <ac:spMkLst>
            <pc:docMk/>
            <pc:sldMk cId="1685234123" sldId="271"/>
            <ac:spMk id="68" creationId="{86EC2BA8-7F7C-4FCE-8F02-A264D180F557}"/>
          </ac:spMkLst>
        </pc:spChg>
        <pc:spChg chg="add mod">
          <ac:chgData name="Nancy Poppi" userId="6c1fbb60-3a7e-44ed-82bc-cb8f6dba4a6e" providerId="ADAL" clId="{C31FC225-EF37-4C3E-8949-B975D26ADE21}" dt="2020-03-19T17:41:33.925" v="5215" actId="1038"/>
          <ac:spMkLst>
            <pc:docMk/>
            <pc:sldMk cId="1685234123" sldId="271"/>
            <ac:spMk id="69" creationId="{BC891F67-B092-493A-9762-8A054B09AEEC}"/>
          </ac:spMkLst>
        </pc:spChg>
        <pc:spChg chg="add mod ord">
          <ac:chgData name="Nancy Poppi" userId="6c1fbb60-3a7e-44ed-82bc-cb8f6dba4a6e" providerId="ADAL" clId="{C31FC225-EF37-4C3E-8949-B975D26ADE21}" dt="2020-03-19T17:48:49.312" v="5688" actId="14100"/>
          <ac:spMkLst>
            <pc:docMk/>
            <pc:sldMk cId="1685234123" sldId="271"/>
            <ac:spMk id="70" creationId="{CDA0B563-B9F7-4091-841F-5531753B54C0}"/>
          </ac:spMkLst>
        </pc:spChg>
        <pc:spChg chg="add mod">
          <ac:chgData name="Nancy Poppi" userId="6c1fbb60-3a7e-44ed-82bc-cb8f6dba4a6e" providerId="ADAL" clId="{C31FC225-EF37-4C3E-8949-B975D26ADE21}" dt="2020-03-19T17:44:38.847" v="5408" actId="1038"/>
          <ac:spMkLst>
            <pc:docMk/>
            <pc:sldMk cId="1685234123" sldId="271"/>
            <ac:spMk id="71" creationId="{284E92AF-C2CC-4BF9-A635-F244420F7C37}"/>
          </ac:spMkLst>
        </pc:spChg>
        <pc:spChg chg="add mod">
          <ac:chgData name="Nancy Poppi" userId="6c1fbb60-3a7e-44ed-82bc-cb8f6dba4a6e" providerId="ADAL" clId="{C31FC225-EF37-4C3E-8949-B975D26ADE21}" dt="2020-03-19T17:44:01.785" v="5364" actId="1035"/>
          <ac:spMkLst>
            <pc:docMk/>
            <pc:sldMk cId="1685234123" sldId="271"/>
            <ac:spMk id="72" creationId="{62B7624D-523B-4257-8D36-017B3BDE1822}"/>
          </ac:spMkLst>
        </pc:spChg>
        <pc:spChg chg="add del mod">
          <ac:chgData name="Nancy Poppi" userId="6c1fbb60-3a7e-44ed-82bc-cb8f6dba4a6e" providerId="ADAL" clId="{C31FC225-EF37-4C3E-8949-B975D26ADE21}" dt="2020-03-19T17:42:49.681" v="5242" actId="478"/>
          <ac:spMkLst>
            <pc:docMk/>
            <pc:sldMk cId="1685234123" sldId="271"/>
            <ac:spMk id="73" creationId="{8D70C181-6FD4-4BD7-8F1D-AE4F8EEC2C28}"/>
          </ac:spMkLst>
        </pc:spChg>
        <pc:spChg chg="add del mod">
          <ac:chgData name="Nancy Poppi" userId="6c1fbb60-3a7e-44ed-82bc-cb8f6dba4a6e" providerId="ADAL" clId="{C31FC225-EF37-4C3E-8949-B975D26ADE21}" dt="2020-03-19T17:44:48.301" v="5409" actId="478"/>
          <ac:spMkLst>
            <pc:docMk/>
            <pc:sldMk cId="1685234123" sldId="271"/>
            <ac:spMk id="74" creationId="{39DE0B8D-428E-4709-9F10-C974E1731CAC}"/>
          </ac:spMkLst>
        </pc:spChg>
        <pc:spChg chg="add mod">
          <ac:chgData name="Nancy Poppi" userId="6c1fbb60-3a7e-44ed-82bc-cb8f6dba4a6e" providerId="ADAL" clId="{C31FC225-EF37-4C3E-8949-B975D26ADE21}" dt="2020-03-19T17:43:33.093" v="5326" actId="1038"/>
          <ac:spMkLst>
            <pc:docMk/>
            <pc:sldMk cId="1685234123" sldId="271"/>
            <ac:spMk id="75" creationId="{3FB5E575-BCD0-4846-8D6C-FBB26D79D238}"/>
          </ac:spMkLst>
        </pc:spChg>
        <pc:spChg chg="add mod">
          <ac:chgData name="Nancy Poppi" userId="6c1fbb60-3a7e-44ed-82bc-cb8f6dba4a6e" providerId="ADAL" clId="{C31FC225-EF37-4C3E-8949-B975D26ADE21}" dt="2020-03-19T17:43:40.575" v="5337" actId="1035"/>
          <ac:spMkLst>
            <pc:docMk/>
            <pc:sldMk cId="1685234123" sldId="271"/>
            <ac:spMk id="76" creationId="{B1A301B5-C66A-40CE-B183-CC47E15DE2C1}"/>
          </ac:spMkLst>
        </pc:spChg>
        <pc:spChg chg="add mod">
          <ac:chgData name="Nancy Poppi" userId="6c1fbb60-3a7e-44ed-82bc-cb8f6dba4a6e" providerId="ADAL" clId="{C31FC225-EF37-4C3E-8949-B975D26ADE21}" dt="2020-03-19T17:43:22.886" v="5315" actId="1035"/>
          <ac:spMkLst>
            <pc:docMk/>
            <pc:sldMk cId="1685234123" sldId="271"/>
            <ac:spMk id="77" creationId="{DD6EAA2A-57E6-4ACA-8E7D-9BE15F39D68F}"/>
          </ac:spMkLst>
        </pc:spChg>
        <pc:spChg chg="add mod">
          <ac:chgData name="Nancy Poppi" userId="6c1fbb60-3a7e-44ed-82bc-cb8f6dba4a6e" providerId="ADAL" clId="{C31FC225-EF37-4C3E-8949-B975D26ADE21}" dt="2020-03-19T17:44:23.507" v="5393" actId="1036"/>
          <ac:spMkLst>
            <pc:docMk/>
            <pc:sldMk cId="1685234123" sldId="271"/>
            <ac:spMk id="78" creationId="{4BDC9C74-B06A-4AC2-8EB6-5589C84E94AA}"/>
          </ac:spMkLst>
        </pc:spChg>
        <pc:spChg chg="add mod">
          <ac:chgData name="Nancy Poppi" userId="6c1fbb60-3a7e-44ed-82bc-cb8f6dba4a6e" providerId="ADAL" clId="{C31FC225-EF37-4C3E-8949-B975D26ADE21}" dt="2020-03-19T17:45:10.033" v="5447" actId="1037"/>
          <ac:spMkLst>
            <pc:docMk/>
            <pc:sldMk cId="1685234123" sldId="271"/>
            <ac:spMk id="79" creationId="{A062E3F5-E18C-419D-8A1D-A601E440580E}"/>
          </ac:spMkLst>
        </pc:spChg>
        <pc:spChg chg="add mod">
          <ac:chgData name="Nancy Poppi" userId="6c1fbb60-3a7e-44ed-82bc-cb8f6dba4a6e" providerId="ADAL" clId="{C31FC225-EF37-4C3E-8949-B975D26ADE21}" dt="2020-03-19T17:45:23.550" v="5490" actId="1037"/>
          <ac:spMkLst>
            <pc:docMk/>
            <pc:sldMk cId="1685234123" sldId="271"/>
            <ac:spMk id="80" creationId="{A907B160-3DDF-4900-8E58-E2B145E597AC}"/>
          </ac:spMkLst>
        </pc:spChg>
        <pc:spChg chg="add mod">
          <ac:chgData name="Nancy Poppi" userId="6c1fbb60-3a7e-44ed-82bc-cb8f6dba4a6e" providerId="ADAL" clId="{C31FC225-EF37-4C3E-8949-B975D26ADE21}" dt="2020-03-19T17:49:44.077" v="5702" actId="1038"/>
          <ac:spMkLst>
            <pc:docMk/>
            <pc:sldMk cId="1685234123" sldId="271"/>
            <ac:spMk id="81" creationId="{17F89737-B73C-424E-BCC8-9776106B5EA8}"/>
          </ac:spMkLst>
        </pc:spChg>
        <pc:spChg chg="add mod">
          <ac:chgData name="Nancy Poppi" userId="6c1fbb60-3a7e-44ed-82bc-cb8f6dba4a6e" providerId="ADAL" clId="{C31FC225-EF37-4C3E-8949-B975D26ADE21}" dt="2020-03-19T17:56:26.998" v="6672" actId="1037"/>
          <ac:spMkLst>
            <pc:docMk/>
            <pc:sldMk cId="1685234123" sldId="271"/>
            <ac:spMk id="82" creationId="{C8B16033-1630-433A-99A0-B8E973E54249}"/>
          </ac:spMkLst>
        </pc:spChg>
        <pc:spChg chg="add del mod">
          <ac:chgData name="Nancy Poppi" userId="6c1fbb60-3a7e-44ed-82bc-cb8f6dba4a6e" providerId="ADAL" clId="{C31FC225-EF37-4C3E-8949-B975D26ADE21}" dt="2020-03-19T17:56:34.438" v="6674" actId="478"/>
          <ac:spMkLst>
            <pc:docMk/>
            <pc:sldMk cId="1685234123" sldId="271"/>
            <ac:spMk id="83" creationId="{3B51B31C-7BC0-450B-A19A-0EE32BF8F9A2}"/>
          </ac:spMkLst>
        </pc:spChg>
        <pc:spChg chg="add mod">
          <ac:chgData name="Nancy Poppi" userId="6c1fbb60-3a7e-44ed-82bc-cb8f6dba4a6e" providerId="ADAL" clId="{C31FC225-EF37-4C3E-8949-B975D26ADE21}" dt="2020-03-19T17:56:06.698" v="6665" actId="1037"/>
          <ac:spMkLst>
            <pc:docMk/>
            <pc:sldMk cId="1685234123" sldId="271"/>
            <ac:spMk id="84" creationId="{B7B02A93-60B8-469C-B11C-90A0ADDA1EB2}"/>
          </ac:spMkLst>
        </pc:spChg>
        <pc:spChg chg="add mod">
          <ac:chgData name="Nancy Poppi" userId="6c1fbb60-3a7e-44ed-82bc-cb8f6dba4a6e" providerId="ADAL" clId="{C31FC225-EF37-4C3E-8949-B975D26ADE21}" dt="2020-03-19T17:57:00.196" v="6776" actId="1036"/>
          <ac:spMkLst>
            <pc:docMk/>
            <pc:sldMk cId="1685234123" sldId="271"/>
            <ac:spMk id="85" creationId="{EBBB2FA4-C555-4898-9E25-95944B94E202}"/>
          </ac:spMkLst>
        </pc:spChg>
        <pc:picChg chg="del">
          <ac:chgData name="Nancy Poppi" userId="6c1fbb60-3a7e-44ed-82bc-cb8f6dba4a6e" providerId="ADAL" clId="{C31FC225-EF37-4C3E-8949-B975D26ADE21}" dt="2020-03-19T17:20:41.956" v="3769" actId="478"/>
          <ac:picMkLst>
            <pc:docMk/>
            <pc:sldMk cId="1685234123" sldId="271"/>
            <ac:picMk id="6" creationId="{35441C4E-2631-4CBE-ADDC-65E238391F43}"/>
          </ac:picMkLst>
        </pc:picChg>
        <pc:picChg chg="add mod ord">
          <ac:chgData name="Nancy Poppi" userId="6c1fbb60-3a7e-44ed-82bc-cb8f6dba4a6e" providerId="ADAL" clId="{C31FC225-EF37-4C3E-8949-B975D26ADE21}" dt="2020-03-19T17:34:32.670" v="4623" actId="1076"/>
          <ac:picMkLst>
            <pc:docMk/>
            <pc:sldMk cId="1685234123" sldId="271"/>
            <ac:picMk id="7" creationId="{1631ECA4-1AA7-4BC3-AC97-B705266E49B7}"/>
          </ac:picMkLst>
        </pc:picChg>
        <pc:picChg chg="add del mod ord">
          <ac:chgData name="Nancy Poppi" userId="6c1fbb60-3a7e-44ed-82bc-cb8f6dba4a6e" providerId="ADAL" clId="{C31FC225-EF37-4C3E-8949-B975D26ADE21}" dt="2020-03-19T17:30:14.085" v="4241" actId="478"/>
          <ac:picMkLst>
            <pc:docMk/>
            <pc:sldMk cId="1685234123" sldId="271"/>
            <ac:picMk id="37" creationId="{B4501BB6-F420-43A0-9A29-D6133176C51F}"/>
          </ac:picMkLst>
        </pc:picChg>
      </pc:sldChg>
      <pc:sldChg chg="addSp delSp modSp">
        <pc:chgData name="Nancy Poppi" userId="6c1fbb60-3a7e-44ed-82bc-cb8f6dba4a6e" providerId="ADAL" clId="{C31FC225-EF37-4C3E-8949-B975D26ADE21}" dt="2020-03-20T13:25:18.458" v="11849" actId="1035"/>
        <pc:sldMkLst>
          <pc:docMk/>
          <pc:sldMk cId="1077875847" sldId="272"/>
        </pc:sldMkLst>
        <pc:spChg chg="mod">
          <ac:chgData name="Nancy Poppi" userId="6c1fbb60-3a7e-44ed-82bc-cb8f6dba4a6e" providerId="ADAL" clId="{C31FC225-EF37-4C3E-8949-B975D26ADE21}" dt="2020-03-19T18:33:49.161" v="7525" actId="20577"/>
          <ac:spMkLst>
            <pc:docMk/>
            <pc:sldMk cId="1077875847" sldId="272"/>
            <ac:spMk id="2" creationId="{00000000-0000-0000-0000-000000000000}"/>
          </ac:spMkLst>
        </pc:spChg>
        <pc:spChg chg="mod ord">
          <ac:chgData name="Nancy Poppi" userId="6c1fbb60-3a7e-44ed-82bc-cb8f6dba4a6e" providerId="ADAL" clId="{C31FC225-EF37-4C3E-8949-B975D26ADE21}" dt="2020-03-20T13:06:29.301" v="11065" actId="1036"/>
          <ac:spMkLst>
            <pc:docMk/>
            <pc:sldMk cId="1077875847" sldId="272"/>
            <ac:spMk id="5" creationId="{00000000-0000-0000-0000-000000000000}"/>
          </ac:spMkLst>
        </pc:spChg>
        <pc:spChg chg="mod ord">
          <ac:chgData name="Nancy Poppi" userId="6c1fbb60-3a7e-44ed-82bc-cb8f6dba4a6e" providerId="ADAL" clId="{C31FC225-EF37-4C3E-8949-B975D26ADE21}" dt="2020-03-20T13:06:29.301" v="11065" actId="1036"/>
          <ac:spMkLst>
            <pc:docMk/>
            <pc:sldMk cId="1077875847" sldId="272"/>
            <ac:spMk id="8" creationId="{00000000-0000-0000-0000-000000000000}"/>
          </ac:spMkLst>
        </pc:spChg>
        <pc:spChg chg="mod">
          <ac:chgData name="Nancy Poppi" userId="6c1fbb60-3a7e-44ed-82bc-cb8f6dba4a6e" providerId="ADAL" clId="{C31FC225-EF37-4C3E-8949-B975D26ADE21}" dt="2020-03-20T13:06:29.301" v="11065" actId="1036"/>
          <ac:spMkLst>
            <pc:docMk/>
            <pc:sldMk cId="1077875847" sldId="272"/>
            <ac:spMk id="10" creationId="{845101C1-773B-486D-90F6-F0C8474A38BD}"/>
          </ac:spMkLst>
        </pc:spChg>
        <pc:spChg chg="add mod ord">
          <ac:chgData name="Nancy Poppi" userId="6c1fbb60-3a7e-44ed-82bc-cb8f6dba4a6e" providerId="ADAL" clId="{C31FC225-EF37-4C3E-8949-B975D26ADE21}" dt="2020-03-20T13:06:29.301" v="11065" actId="1036"/>
          <ac:spMkLst>
            <pc:docMk/>
            <pc:sldMk cId="1077875847" sldId="272"/>
            <ac:spMk id="33" creationId="{C412A21C-2113-4D84-B560-5ADF374D8836}"/>
          </ac:spMkLst>
        </pc:spChg>
        <pc:spChg chg="add del mod">
          <ac:chgData name="Nancy Poppi" userId="6c1fbb60-3a7e-44ed-82bc-cb8f6dba4a6e" providerId="ADAL" clId="{C31FC225-EF37-4C3E-8949-B975D26ADE21}" dt="2020-03-20T08:24:45.535" v="9620" actId="478"/>
          <ac:spMkLst>
            <pc:docMk/>
            <pc:sldMk cId="1077875847" sldId="272"/>
            <ac:spMk id="34" creationId="{83F0FE0C-FB07-4B0E-B40A-9FB74EF8BFF6}"/>
          </ac:spMkLst>
        </pc:spChg>
        <pc:spChg chg="add del mod">
          <ac:chgData name="Nancy Poppi" userId="6c1fbb60-3a7e-44ed-82bc-cb8f6dba4a6e" providerId="ADAL" clId="{C31FC225-EF37-4C3E-8949-B975D26ADE21}" dt="2020-03-20T08:24:55.036" v="9656" actId="478"/>
          <ac:spMkLst>
            <pc:docMk/>
            <pc:sldMk cId="1077875847" sldId="272"/>
            <ac:spMk id="35" creationId="{0B532AB7-6508-4093-9418-496B75A0F9A5}"/>
          </ac:spMkLst>
        </pc:spChg>
        <pc:spChg chg="add mod">
          <ac:chgData name="Nancy Poppi" userId="6c1fbb60-3a7e-44ed-82bc-cb8f6dba4a6e" providerId="ADAL" clId="{C31FC225-EF37-4C3E-8949-B975D26ADE21}" dt="2020-03-20T13:06:29.301" v="11065" actId="1036"/>
          <ac:spMkLst>
            <pc:docMk/>
            <pc:sldMk cId="1077875847" sldId="272"/>
            <ac:spMk id="36" creationId="{F6F1B700-2802-4AED-B9E5-FC953CB8951D}"/>
          </ac:spMkLst>
        </pc:spChg>
        <pc:spChg chg="add del mod">
          <ac:chgData name="Nancy Poppi" userId="6c1fbb60-3a7e-44ed-82bc-cb8f6dba4a6e" providerId="ADAL" clId="{C31FC225-EF37-4C3E-8949-B975D26ADE21}" dt="2020-03-20T13:24:55.672" v="11842"/>
          <ac:spMkLst>
            <pc:docMk/>
            <pc:sldMk cId="1077875847" sldId="272"/>
            <ac:spMk id="37" creationId="{CCFC6C56-D9A6-44BD-8727-F783FA0C2385}"/>
          </ac:spMkLst>
        </pc:spChg>
        <pc:spChg chg="add mod">
          <ac:chgData name="Nancy Poppi" userId="6c1fbb60-3a7e-44ed-82bc-cb8f6dba4a6e" providerId="ADAL" clId="{C31FC225-EF37-4C3E-8949-B975D26ADE21}" dt="2020-03-20T13:06:29.301" v="11065" actId="1036"/>
          <ac:spMkLst>
            <pc:docMk/>
            <pc:sldMk cId="1077875847" sldId="272"/>
            <ac:spMk id="38" creationId="{2C0EB5CF-E396-4F73-9685-8C8F11D6A73D}"/>
          </ac:spMkLst>
        </pc:spChg>
        <pc:spChg chg="add mod">
          <ac:chgData name="Nancy Poppi" userId="6c1fbb60-3a7e-44ed-82bc-cb8f6dba4a6e" providerId="ADAL" clId="{C31FC225-EF37-4C3E-8949-B975D26ADE21}" dt="2020-03-20T13:06:29.301" v="11065" actId="1036"/>
          <ac:spMkLst>
            <pc:docMk/>
            <pc:sldMk cId="1077875847" sldId="272"/>
            <ac:spMk id="39" creationId="{5780A5D2-B824-4C4D-808D-64B90CD8E66F}"/>
          </ac:spMkLst>
        </pc:spChg>
        <pc:spChg chg="add mod ord">
          <ac:chgData name="Nancy Poppi" userId="6c1fbb60-3a7e-44ed-82bc-cb8f6dba4a6e" providerId="ADAL" clId="{C31FC225-EF37-4C3E-8949-B975D26ADE21}" dt="2020-03-20T13:11:12.326" v="11244" actId="166"/>
          <ac:spMkLst>
            <pc:docMk/>
            <pc:sldMk cId="1077875847" sldId="272"/>
            <ac:spMk id="41" creationId="{6F8C2EA4-B647-4337-B48F-968F65EB472B}"/>
          </ac:spMkLst>
        </pc:spChg>
        <pc:spChg chg="del">
          <ac:chgData name="Nancy Poppi" userId="6c1fbb60-3a7e-44ed-82bc-cb8f6dba4a6e" providerId="ADAL" clId="{C31FC225-EF37-4C3E-8949-B975D26ADE21}" dt="2020-03-20T08:24:00.839" v="9529" actId="478"/>
          <ac:spMkLst>
            <pc:docMk/>
            <pc:sldMk cId="1077875847" sldId="272"/>
            <ac:spMk id="42" creationId="{17E5142B-3304-47B9-8FB1-AAAACB233B4B}"/>
          </ac:spMkLst>
        </pc:spChg>
        <pc:spChg chg="add mod">
          <ac:chgData name="Nancy Poppi" userId="6c1fbb60-3a7e-44ed-82bc-cb8f6dba4a6e" providerId="ADAL" clId="{C31FC225-EF37-4C3E-8949-B975D26ADE21}" dt="2020-03-20T13:10:57.359" v="11241" actId="1035"/>
          <ac:spMkLst>
            <pc:docMk/>
            <pc:sldMk cId="1077875847" sldId="272"/>
            <ac:spMk id="43" creationId="{75352198-BC24-4AA7-979F-8A48A0239EE2}"/>
          </ac:spMkLst>
        </pc:spChg>
        <pc:spChg chg="add del mod">
          <ac:chgData name="Nancy Poppi" userId="6c1fbb60-3a7e-44ed-82bc-cb8f6dba4a6e" providerId="ADAL" clId="{C31FC225-EF37-4C3E-8949-B975D26ADE21}" dt="2020-03-20T13:08:27.659" v="11149" actId="478"/>
          <ac:spMkLst>
            <pc:docMk/>
            <pc:sldMk cId="1077875847" sldId="272"/>
            <ac:spMk id="44" creationId="{84851292-E44A-4FF5-873D-60A6F8937003}"/>
          </ac:spMkLst>
        </pc:spChg>
        <pc:spChg chg="add mod">
          <ac:chgData name="Nancy Poppi" userId="6c1fbb60-3a7e-44ed-82bc-cb8f6dba4a6e" providerId="ADAL" clId="{C31FC225-EF37-4C3E-8949-B975D26ADE21}" dt="2020-03-20T13:10:52.059" v="11239" actId="1036"/>
          <ac:spMkLst>
            <pc:docMk/>
            <pc:sldMk cId="1077875847" sldId="272"/>
            <ac:spMk id="45" creationId="{EA5B8B17-32BE-410D-A39A-CB6D545BB709}"/>
          </ac:spMkLst>
        </pc:spChg>
        <pc:spChg chg="del mod">
          <ac:chgData name="Nancy Poppi" userId="6c1fbb60-3a7e-44ed-82bc-cb8f6dba4a6e" providerId="ADAL" clId="{C31FC225-EF37-4C3E-8949-B975D26ADE21}" dt="2020-03-20T13:22:22.294" v="11458" actId="478"/>
          <ac:spMkLst>
            <pc:docMk/>
            <pc:sldMk cId="1077875847" sldId="272"/>
            <ac:spMk id="46" creationId="{F7762B84-EFE0-40A6-A08A-67969486D6C6}"/>
          </ac:spMkLst>
        </pc:spChg>
        <pc:spChg chg="add mod">
          <ac:chgData name="Nancy Poppi" userId="6c1fbb60-3a7e-44ed-82bc-cb8f6dba4a6e" providerId="ADAL" clId="{C31FC225-EF37-4C3E-8949-B975D26ADE21}" dt="2020-03-20T13:08:53.520" v="11206" actId="1038"/>
          <ac:spMkLst>
            <pc:docMk/>
            <pc:sldMk cId="1077875847" sldId="272"/>
            <ac:spMk id="47" creationId="{5BE097D7-4F8A-4149-8FDD-AF45D0600791}"/>
          </ac:spMkLst>
        </pc:spChg>
        <pc:spChg chg="add del mod">
          <ac:chgData name="Nancy Poppi" userId="6c1fbb60-3a7e-44ed-82bc-cb8f6dba4a6e" providerId="ADAL" clId="{C31FC225-EF37-4C3E-8949-B975D26ADE21}" dt="2020-03-20T13:25:18.458" v="11849" actId="1035"/>
          <ac:spMkLst>
            <pc:docMk/>
            <pc:sldMk cId="1077875847" sldId="272"/>
            <ac:spMk id="48" creationId="{CFEFA78B-4C8F-4654-8C41-A706C5445F05}"/>
          </ac:spMkLst>
        </pc:spChg>
        <pc:spChg chg="add mod">
          <ac:chgData name="Nancy Poppi" userId="6c1fbb60-3a7e-44ed-82bc-cb8f6dba4a6e" providerId="ADAL" clId="{C31FC225-EF37-4C3E-8949-B975D26ADE21}" dt="2020-03-20T13:25:10.028" v="11847" actId="1035"/>
          <ac:spMkLst>
            <pc:docMk/>
            <pc:sldMk cId="1077875847" sldId="272"/>
            <ac:spMk id="49" creationId="{55420238-99B6-415B-BD49-18E854C23594}"/>
          </ac:spMkLst>
        </pc:spChg>
        <pc:spChg chg="add mod ord">
          <ac:chgData name="Nancy Poppi" userId="6c1fbb60-3a7e-44ed-82bc-cb8f6dba4a6e" providerId="ADAL" clId="{C31FC225-EF37-4C3E-8949-B975D26ADE21}" dt="2020-03-20T13:24:50.303" v="11840" actId="1035"/>
          <ac:spMkLst>
            <pc:docMk/>
            <pc:sldMk cId="1077875847" sldId="272"/>
            <ac:spMk id="50" creationId="{94F5792A-081B-4CBC-A61E-AA964C9E88EA}"/>
          </ac:spMkLst>
        </pc:spChg>
        <pc:spChg chg="add mod">
          <ac:chgData name="Nancy Poppi" userId="6c1fbb60-3a7e-44ed-82bc-cb8f6dba4a6e" providerId="ADAL" clId="{C31FC225-EF37-4C3E-8949-B975D26ADE21}" dt="2020-03-20T13:24:39.094" v="11835" actId="1076"/>
          <ac:spMkLst>
            <pc:docMk/>
            <pc:sldMk cId="1077875847" sldId="272"/>
            <ac:spMk id="51" creationId="{69BBD3C7-E2B5-4193-941C-22BBB1C5A4EA}"/>
          </ac:spMkLst>
        </pc:spChg>
        <pc:spChg chg="add mod">
          <ac:chgData name="Nancy Poppi" userId="6c1fbb60-3a7e-44ed-82bc-cb8f6dba4a6e" providerId="ADAL" clId="{C31FC225-EF37-4C3E-8949-B975D26ADE21}" dt="2020-03-20T13:25:10.028" v="11847" actId="1035"/>
          <ac:spMkLst>
            <pc:docMk/>
            <pc:sldMk cId="1077875847" sldId="272"/>
            <ac:spMk id="52" creationId="{CC2D51EF-6571-40F0-B5F4-2738CECA93C6}"/>
          </ac:spMkLst>
        </pc:spChg>
        <pc:spChg chg="add mod">
          <ac:chgData name="Nancy Poppi" userId="6c1fbb60-3a7e-44ed-82bc-cb8f6dba4a6e" providerId="ADAL" clId="{C31FC225-EF37-4C3E-8949-B975D26ADE21}" dt="2020-03-20T13:25:05.977" v="11846" actId="1076"/>
          <ac:spMkLst>
            <pc:docMk/>
            <pc:sldMk cId="1077875847" sldId="272"/>
            <ac:spMk id="53" creationId="{7025A69E-D596-4FDA-A6A8-8C9A4E4E7C09}"/>
          </ac:spMkLst>
        </pc:spChg>
        <pc:spChg chg="del mod">
          <ac:chgData name="Nancy Poppi" userId="6c1fbb60-3a7e-44ed-82bc-cb8f6dba4a6e" providerId="ADAL" clId="{C31FC225-EF37-4C3E-8949-B975D26ADE21}" dt="2020-03-20T13:22:20.179" v="11457" actId="478"/>
          <ac:spMkLst>
            <pc:docMk/>
            <pc:sldMk cId="1077875847" sldId="272"/>
            <ac:spMk id="59" creationId="{9AAB78E3-F56B-402A-A210-772DBC674FEA}"/>
          </ac:spMkLst>
        </pc:spChg>
        <pc:spChg chg="del mod">
          <ac:chgData name="Nancy Poppi" userId="6c1fbb60-3a7e-44ed-82bc-cb8f6dba4a6e" providerId="ADAL" clId="{C31FC225-EF37-4C3E-8949-B975D26ADE21}" dt="2020-03-20T13:22:28.703" v="11459" actId="478"/>
          <ac:spMkLst>
            <pc:docMk/>
            <pc:sldMk cId="1077875847" sldId="272"/>
            <ac:spMk id="60" creationId="{D7A14D85-A3EE-4EEB-94AA-E6FE2556D395}"/>
          </ac:spMkLst>
        </pc:spChg>
        <pc:spChg chg="del mod">
          <ac:chgData name="Nancy Poppi" userId="6c1fbb60-3a7e-44ed-82bc-cb8f6dba4a6e" providerId="ADAL" clId="{C31FC225-EF37-4C3E-8949-B975D26ADE21}" dt="2020-03-20T13:22:20.179" v="11457" actId="478"/>
          <ac:spMkLst>
            <pc:docMk/>
            <pc:sldMk cId="1077875847" sldId="272"/>
            <ac:spMk id="62" creationId="{E16A17F8-6AC0-4775-990E-2A0B80FC3A8A}"/>
          </ac:spMkLst>
        </pc:spChg>
        <pc:spChg chg="del mod">
          <ac:chgData name="Nancy Poppi" userId="6c1fbb60-3a7e-44ed-82bc-cb8f6dba4a6e" providerId="ADAL" clId="{C31FC225-EF37-4C3E-8949-B975D26ADE21}" dt="2020-03-20T13:22:20.179" v="11457" actId="478"/>
          <ac:spMkLst>
            <pc:docMk/>
            <pc:sldMk cId="1077875847" sldId="272"/>
            <ac:spMk id="64" creationId="{0FFD8488-CE5E-47E9-A8FF-5BDF9AD372E1}"/>
          </ac:spMkLst>
        </pc:spChg>
        <pc:spChg chg="del">
          <ac:chgData name="Nancy Poppi" userId="6c1fbb60-3a7e-44ed-82bc-cb8f6dba4a6e" providerId="ADAL" clId="{C31FC225-EF37-4C3E-8949-B975D26ADE21}" dt="2020-03-20T08:23:47.370" v="9526" actId="478"/>
          <ac:spMkLst>
            <pc:docMk/>
            <pc:sldMk cId="1077875847" sldId="272"/>
            <ac:spMk id="65" creationId="{E59D6082-2B08-4CF0-8A55-98726DDD7158}"/>
          </ac:spMkLst>
        </pc:spChg>
        <pc:spChg chg="mod">
          <ac:chgData name="Nancy Poppi" userId="6c1fbb60-3a7e-44ed-82bc-cb8f6dba4a6e" providerId="ADAL" clId="{C31FC225-EF37-4C3E-8949-B975D26ADE21}" dt="2020-03-20T13:06:29.301" v="11065" actId="1036"/>
          <ac:spMkLst>
            <pc:docMk/>
            <pc:sldMk cId="1077875847" sldId="272"/>
            <ac:spMk id="66" creationId="{99AD905F-C864-4F01-B519-886018E0707A}"/>
          </ac:spMkLst>
        </pc:spChg>
        <pc:spChg chg="del mod">
          <ac:chgData name="Nancy Poppi" userId="6c1fbb60-3a7e-44ed-82bc-cb8f6dba4a6e" providerId="ADAL" clId="{C31FC225-EF37-4C3E-8949-B975D26ADE21}" dt="2020-03-20T08:24:46.846" v="9621" actId="478"/>
          <ac:spMkLst>
            <pc:docMk/>
            <pc:sldMk cId="1077875847" sldId="272"/>
            <ac:spMk id="67" creationId="{9150E669-CB4B-41B6-BCBC-029E3D68924D}"/>
          </ac:spMkLst>
        </pc:spChg>
        <pc:spChg chg="del mod">
          <ac:chgData name="Nancy Poppi" userId="6c1fbb60-3a7e-44ed-82bc-cb8f6dba4a6e" providerId="ADAL" clId="{C31FC225-EF37-4C3E-8949-B975D26ADE21}" dt="2020-03-20T13:22:14.195" v="11456" actId="478"/>
          <ac:spMkLst>
            <pc:docMk/>
            <pc:sldMk cId="1077875847" sldId="272"/>
            <ac:spMk id="68" creationId="{86EC2BA8-7F7C-4FCE-8F02-A264D180F557}"/>
          </ac:spMkLst>
        </pc:spChg>
        <pc:spChg chg="del mod">
          <ac:chgData name="Nancy Poppi" userId="6c1fbb60-3a7e-44ed-82bc-cb8f6dba4a6e" providerId="ADAL" clId="{C31FC225-EF37-4C3E-8949-B975D26ADE21}" dt="2020-03-20T13:22:20.179" v="11457" actId="478"/>
          <ac:spMkLst>
            <pc:docMk/>
            <pc:sldMk cId="1077875847" sldId="272"/>
            <ac:spMk id="69" creationId="{BC891F67-B092-493A-9762-8A054B09AEEC}"/>
          </ac:spMkLst>
        </pc:spChg>
        <pc:spChg chg="mod">
          <ac:chgData name="Nancy Poppi" userId="6c1fbb60-3a7e-44ed-82bc-cb8f6dba4a6e" providerId="ADAL" clId="{C31FC225-EF37-4C3E-8949-B975D26ADE21}" dt="2020-03-20T13:25:18.458" v="11849" actId="1035"/>
          <ac:spMkLst>
            <pc:docMk/>
            <pc:sldMk cId="1077875847" sldId="272"/>
            <ac:spMk id="70" creationId="{CDA0B563-B9F7-4091-841F-5531753B54C0}"/>
          </ac:spMkLst>
        </pc:spChg>
        <pc:spChg chg="add del mod">
          <ac:chgData name="Nancy Poppi" userId="6c1fbb60-3a7e-44ed-82bc-cb8f6dba4a6e" providerId="ADAL" clId="{C31FC225-EF37-4C3E-8949-B975D26ADE21}" dt="2020-03-20T13:21:55.850" v="11448" actId="478"/>
          <ac:spMkLst>
            <pc:docMk/>
            <pc:sldMk cId="1077875847" sldId="272"/>
            <ac:spMk id="71" creationId="{284E92AF-C2CC-4BF9-A635-F244420F7C37}"/>
          </ac:spMkLst>
        </pc:spChg>
        <pc:spChg chg="add del mod">
          <ac:chgData name="Nancy Poppi" userId="6c1fbb60-3a7e-44ed-82bc-cb8f6dba4a6e" providerId="ADAL" clId="{C31FC225-EF37-4C3E-8949-B975D26ADE21}" dt="2020-03-20T13:21:57.424" v="11450" actId="478"/>
          <ac:spMkLst>
            <pc:docMk/>
            <pc:sldMk cId="1077875847" sldId="272"/>
            <ac:spMk id="72" creationId="{62B7624D-523B-4257-8D36-017B3BDE1822}"/>
          </ac:spMkLst>
        </pc:spChg>
        <pc:spChg chg="del mod">
          <ac:chgData name="Nancy Poppi" userId="6c1fbb60-3a7e-44ed-82bc-cb8f6dba4a6e" providerId="ADAL" clId="{C31FC225-EF37-4C3E-8949-B975D26ADE21}" dt="2020-03-20T13:22:09.504" v="11453" actId="478"/>
          <ac:spMkLst>
            <pc:docMk/>
            <pc:sldMk cId="1077875847" sldId="272"/>
            <ac:spMk id="75" creationId="{3FB5E575-BCD0-4846-8D6C-FBB26D79D238}"/>
          </ac:spMkLst>
        </pc:spChg>
        <pc:spChg chg="del mod">
          <ac:chgData name="Nancy Poppi" userId="6c1fbb60-3a7e-44ed-82bc-cb8f6dba4a6e" providerId="ADAL" clId="{C31FC225-EF37-4C3E-8949-B975D26ADE21}" dt="2020-03-20T13:22:11.584" v="11454" actId="478"/>
          <ac:spMkLst>
            <pc:docMk/>
            <pc:sldMk cId="1077875847" sldId="272"/>
            <ac:spMk id="76" creationId="{B1A301B5-C66A-40CE-B183-CC47E15DE2C1}"/>
          </ac:spMkLst>
        </pc:spChg>
        <pc:spChg chg="del mod">
          <ac:chgData name="Nancy Poppi" userId="6c1fbb60-3a7e-44ed-82bc-cb8f6dba4a6e" providerId="ADAL" clId="{C31FC225-EF37-4C3E-8949-B975D26ADE21}" dt="2020-03-20T13:22:12.735" v="11455" actId="478"/>
          <ac:spMkLst>
            <pc:docMk/>
            <pc:sldMk cId="1077875847" sldId="272"/>
            <ac:spMk id="77" creationId="{DD6EAA2A-57E6-4ACA-8E7D-9BE15F39D68F}"/>
          </ac:spMkLst>
        </pc:spChg>
        <pc:spChg chg="add del mod">
          <ac:chgData name="Nancy Poppi" userId="6c1fbb60-3a7e-44ed-82bc-cb8f6dba4a6e" providerId="ADAL" clId="{C31FC225-EF37-4C3E-8949-B975D26ADE21}" dt="2020-03-20T13:21:56.266" v="11449" actId="478"/>
          <ac:spMkLst>
            <pc:docMk/>
            <pc:sldMk cId="1077875847" sldId="272"/>
            <ac:spMk id="78" creationId="{4BDC9C74-B06A-4AC2-8EB6-5589C84E94AA}"/>
          </ac:spMkLst>
        </pc:spChg>
        <pc:spChg chg="mod">
          <ac:chgData name="Nancy Poppi" userId="6c1fbb60-3a7e-44ed-82bc-cb8f6dba4a6e" providerId="ADAL" clId="{C31FC225-EF37-4C3E-8949-B975D26ADE21}" dt="2020-03-20T13:25:18.458" v="11849" actId="1035"/>
          <ac:spMkLst>
            <pc:docMk/>
            <pc:sldMk cId="1077875847" sldId="272"/>
            <ac:spMk id="79" creationId="{A062E3F5-E18C-419D-8A1D-A601E440580E}"/>
          </ac:spMkLst>
        </pc:spChg>
        <pc:spChg chg="mod">
          <ac:chgData name="Nancy Poppi" userId="6c1fbb60-3a7e-44ed-82bc-cb8f6dba4a6e" providerId="ADAL" clId="{C31FC225-EF37-4C3E-8949-B975D26ADE21}" dt="2020-03-20T13:25:18.458" v="11849" actId="1035"/>
          <ac:spMkLst>
            <pc:docMk/>
            <pc:sldMk cId="1077875847" sldId="272"/>
            <ac:spMk id="80" creationId="{A907B160-3DDF-4900-8E58-E2B145E597AC}"/>
          </ac:spMkLst>
        </pc:spChg>
        <pc:spChg chg="mod">
          <ac:chgData name="Nancy Poppi" userId="6c1fbb60-3a7e-44ed-82bc-cb8f6dba4a6e" providerId="ADAL" clId="{C31FC225-EF37-4C3E-8949-B975D26ADE21}" dt="2020-03-20T13:06:29.301" v="11065" actId="1036"/>
          <ac:spMkLst>
            <pc:docMk/>
            <pc:sldMk cId="1077875847" sldId="272"/>
            <ac:spMk id="81" creationId="{17F89737-B73C-424E-BCC8-9776106B5EA8}"/>
          </ac:spMkLst>
        </pc:spChg>
        <pc:spChg chg="mod">
          <ac:chgData name="Nancy Poppi" userId="6c1fbb60-3a7e-44ed-82bc-cb8f6dba4a6e" providerId="ADAL" clId="{C31FC225-EF37-4C3E-8949-B975D26ADE21}" dt="2020-03-20T13:25:10.028" v="11847" actId="1035"/>
          <ac:spMkLst>
            <pc:docMk/>
            <pc:sldMk cId="1077875847" sldId="272"/>
            <ac:spMk id="82" creationId="{C8B16033-1630-433A-99A0-B8E973E54249}"/>
          </ac:spMkLst>
        </pc:spChg>
        <pc:spChg chg="del mod">
          <ac:chgData name="Nancy Poppi" userId="6c1fbb60-3a7e-44ed-82bc-cb8f6dba4a6e" providerId="ADAL" clId="{C31FC225-EF37-4C3E-8949-B975D26ADE21}" dt="2020-03-20T08:22:25.505" v="9368" actId="478"/>
          <ac:spMkLst>
            <pc:docMk/>
            <pc:sldMk cId="1077875847" sldId="272"/>
            <ac:spMk id="84" creationId="{B7B02A93-60B8-469C-B11C-90A0ADDA1EB2}"/>
          </ac:spMkLst>
        </pc:spChg>
        <pc:spChg chg="del mod">
          <ac:chgData name="Nancy Poppi" userId="6c1fbb60-3a7e-44ed-82bc-cb8f6dba4a6e" providerId="ADAL" clId="{C31FC225-EF37-4C3E-8949-B975D26ADE21}" dt="2020-03-20T13:23:37.666" v="11613" actId="478"/>
          <ac:spMkLst>
            <pc:docMk/>
            <pc:sldMk cId="1077875847" sldId="272"/>
            <ac:spMk id="85" creationId="{EBBB2FA4-C555-4898-9E25-95944B94E202}"/>
          </ac:spMkLst>
        </pc:spChg>
        <pc:picChg chg="add mod ord">
          <ac:chgData name="Nancy Poppi" userId="6c1fbb60-3a7e-44ed-82bc-cb8f6dba4a6e" providerId="ADAL" clId="{C31FC225-EF37-4C3E-8949-B975D26ADE21}" dt="2020-03-20T13:06:29.301" v="11065" actId="1036"/>
          <ac:picMkLst>
            <pc:docMk/>
            <pc:sldMk cId="1077875847" sldId="272"/>
            <ac:picMk id="6" creationId="{351C492F-551C-4F3D-B100-00FC5EBC5767}"/>
          </ac:picMkLst>
        </pc:picChg>
        <pc:picChg chg="del">
          <ac:chgData name="Nancy Poppi" userId="6c1fbb60-3a7e-44ed-82bc-cb8f6dba4a6e" providerId="ADAL" clId="{C31FC225-EF37-4C3E-8949-B975D26ADE21}" dt="2020-03-19T18:32:46.112" v="7430" actId="478"/>
          <ac:picMkLst>
            <pc:docMk/>
            <pc:sldMk cId="1077875847" sldId="272"/>
            <ac:picMk id="7" creationId="{1631ECA4-1AA7-4BC3-AC97-B705266E49B7}"/>
          </ac:picMkLst>
        </pc:picChg>
        <pc:picChg chg="add del mod">
          <ac:chgData name="Nancy Poppi" userId="6c1fbb60-3a7e-44ed-82bc-cb8f6dba4a6e" providerId="ADAL" clId="{C31FC225-EF37-4C3E-8949-B975D26ADE21}" dt="2020-03-20T13:00:02.533" v="10871" actId="478"/>
          <ac:picMkLst>
            <pc:docMk/>
            <pc:sldMk cId="1077875847" sldId="272"/>
            <ac:picMk id="7" creationId="{D0FBC86D-AA96-4527-91F9-D66EBCF37C0C}"/>
          </ac:picMkLst>
        </pc:picChg>
        <pc:picChg chg="add del mod">
          <ac:chgData name="Nancy Poppi" userId="6c1fbb60-3a7e-44ed-82bc-cb8f6dba4a6e" providerId="ADAL" clId="{C31FC225-EF37-4C3E-8949-B975D26ADE21}" dt="2020-03-19T18:36:59.614" v="7616"/>
          <ac:picMkLst>
            <pc:docMk/>
            <pc:sldMk cId="1077875847" sldId="272"/>
            <ac:picMk id="9" creationId="{210F656C-374A-490E-BB11-395D8BEEDAFE}"/>
          </ac:picMkLst>
        </pc:picChg>
      </pc:sldChg>
      <pc:sldChg chg="addSp delSp modSp">
        <pc:chgData name="Nancy Poppi" userId="6c1fbb60-3a7e-44ed-82bc-cb8f6dba4a6e" providerId="ADAL" clId="{C31FC225-EF37-4C3E-8949-B975D26ADE21}" dt="2020-03-20T13:35:09.899" v="11885" actId="1076"/>
        <pc:sldMkLst>
          <pc:docMk/>
          <pc:sldMk cId="2443084410" sldId="273"/>
        </pc:sldMkLst>
        <pc:spChg chg="add del">
          <ac:chgData name="Nancy Poppi" userId="6c1fbb60-3a7e-44ed-82bc-cb8f6dba4a6e" providerId="ADAL" clId="{C31FC225-EF37-4C3E-8949-B975D26ADE21}" dt="2020-03-19T18:18:50.935" v="7424" actId="478"/>
          <ac:spMkLst>
            <pc:docMk/>
            <pc:sldMk cId="2443084410" sldId="273"/>
            <ac:spMk id="2" creationId="{00000000-0000-0000-0000-000000000000}"/>
          </ac:spMkLst>
        </pc:spChg>
        <pc:spChg chg="add del">
          <ac:chgData name="Nancy Poppi" userId="6c1fbb60-3a7e-44ed-82bc-cb8f6dba4a6e" providerId="ADAL" clId="{C31FC225-EF37-4C3E-8949-B975D26ADE21}" dt="2020-03-19T18:18:50.935" v="7424" actId="478"/>
          <ac:spMkLst>
            <pc:docMk/>
            <pc:sldMk cId="2443084410" sldId="273"/>
            <ac:spMk id="3" creationId="{00000000-0000-0000-0000-000000000000}"/>
          </ac:spMkLst>
        </pc:spChg>
        <pc:spChg chg="add del">
          <ac:chgData name="Nancy Poppi" userId="6c1fbb60-3a7e-44ed-82bc-cb8f6dba4a6e" providerId="ADAL" clId="{C31FC225-EF37-4C3E-8949-B975D26ADE21}" dt="2020-03-19T18:18:47.116" v="7423" actId="478"/>
          <ac:spMkLst>
            <pc:docMk/>
            <pc:sldMk cId="2443084410" sldId="273"/>
            <ac:spMk id="4" creationId="{00000000-0000-0000-0000-000000000000}"/>
          </ac:spMkLst>
        </pc:spChg>
        <pc:spChg chg="add del mod">
          <ac:chgData name="Nancy Poppi" userId="6c1fbb60-3a7e-44ed-82bc-cb8f6dba4a6e" providerId="ADAL" clId="{C31FC225-EF37-4C3E-8949-B975D26ADE21}" dt="2020-03-19T18:18:53.014" v="7426" actId="478"/>
          <ac:spMkLst>
            <pc:docMk/>
            <pc:sldMk cId="2443084410" sldId="273"/>
            <ac:spMk id="7" creationId="{00000000-0000-0000-0000-000000000000}"/>
          </ac:spMkLst>
        </pc:spChg>
        <pc:picChg chg="add mod">
          <ac:chgData name="Nancy Poppi" userId="6c1fbb60-3a7e-44ed-82bc-cb8f6dba4a6e" providerId="ADAL" clId="{C31FC225-EF37-4C3E-8949-B975D26ADE21}" dt="2020-03-20T13:35:09.899" v="11885" actId="1076"/>
          <ac:picMkLst>
            <pc:docMk/>
            <pc:sldMk cId="2443084410" sldId="273"/>
            <ac:picMk id="2" creationId="{2E98A63D-8E5B-4E81-817A-C5418C33D58A}"/>
          </ac:picMkLst>
        </pc:picChg>
        <pc:picChg chg="add del">
          <ac:chgData name="Nancy Poppi" userId="6c1fbb60-3a7e-44ed-82bc-cb8f6dba4a6e" providerId="ADAL" clId="{C31FC225-EF37-4C3E-8949-B975D26ADE21}" dt="2020-03-19T18:18:50.935" v="7424" actId="478"/>
          <ac:picMkLst>
            <pc:docMk/>
            <pc:sldMk cId="2443084410" sldId="273"/>
            <ac:picMk id="25" creationId="{A37662F3-0D10-4A5F-8AFA-DB547DE2B1DD}"/>
          </ac:picMkLst>
        </pc:picChg>
      </pc:sldChg>
      <pc:sldChg chg="addSp delSp modSp add del">
        <pc:chgData name="Nancy Poppi" userId="6c1fbb60-3a7e-44ed-82bc-cb8f6dba4a6e" providerId="ADAL" clId="{C31FC225-EF37-4C3E-8949-B975D26ADE21}" dt="2020-03-19T18:53:47.849" v="7800" actId="2696"/>
        <pc:sldMkLst>
          <pc:docMk/>
          <pc:sldMk cId="956575836" sldId="274"/>
        </pc:sldMkLst>
        <pc:spChg chg="del">
          <ac:chgData name="Nancy Poppi" userId="6c1fbb60-3a7e-44ed-82bc-cb8f6dba4a6e" providerId="ADAL" clId="{C31FC225-EF37-4C3E-8949-B975D26ADE21}" dt="2020-03-19T18:35:49.305" v="7532" actId="478"/>
          <ac:spMkLst>
            <pc:docMk/>
            <pc:sldMk cId="956575836" sldId="274"/>
            <ac:spMk id="3" creationId="{70632B35-D28B-4C3E-8435-F17BE24B4555}"/>
          </ac:spMkLst>
        </pc:spChg>
        <pc:picChg chg="add del mod">
          <ac:chgData name="Nancy Poppi" userId="6c1fbb60-3a7e-44ed-82bc-cb8f6dba4a6e" providerId="ADAL" clId="{C31FC225-EF37-4C3E-8949-B975D26ADE21}" dt="2020-03-19T18:36:23.115" v="7578"/>
          <ac:picMkLst>
            <pc:docMk/>
            <pc:sldMk cId="956575836" sldId="274"/>
            <ac:picMk id="4" creationId="{5BFEF0A2-18C7-4439-AAC1-F1E6B40A7459}"/>
          </ac:picMkLst>
        </pc:picChg>
      </pc:sldChg>
      <pc:sldChg chg="addSp delSp modSp">
        <pc:chgData name="Nancy Poppi" userId="6c1fbb60-3a7e-44ed-82bc-cb8f6dba4a6e" providerId="ADAL" clId="{C31FC225-EF37-4C3E-8949-B975D26ADE21}" dt="2020-03-19T19:18:07.812" v="9364" actId="1076"/>
        <pc:sldMkLst>
          <pc:docMk/>
          <pc:sldMk cId="2688728446" sldId="275"/>
        </pc:sldMkLst>
        <pc:spChg chg="add mod">
          <ac:chgData name="Nancy Poppi" userId="6c1fbb60-3a7e-44ed-82bc-cb8f6dba4a6e" providerId="ADAL" clId="{C31FC225-EF37-4C3E-8949-B975D26ADE21}" dt="2020-03-19T19:18:04.057" v="9363" actId="1076"/>
          <ac:spMkLst>
            <pc:docMk/>
            <pc:sldMk cId="2688728446" sldId="275"/>
            <ac:spMk id="10" creationId="{FE770973-671E-4043-A74C-7E71E77E2259}"/>
          </ac:spMkLst>
        </pc:spChg>
        <pc:spChg chg="mod">
          <ac:chgData name="Nancy Poppi" userId="6c1fbb60-3a7e-44ed-82bc-cb8f6dba4a6e" providerId="ADAL" clId="{C31FC225-EF37-4C3E-8949-B975D26ADE21}" dt="2020-03-19T19:17:56.932" v="9362" actId="1076"/>
          <ac:spMkLst>
            <pc:docMk/>
            <pc:sldMk cId="2688728446" sldId="275"/>
            <ac:spMk id="13" creationId="{33F09F05-3A41-4A7D-904C-7612E1C37165}"/>
          </ac:spMkLst>
        </pc:spChg>
        <pc:spChg chg="mod">
          <ac:chgData name="Nancy Poppi" userId="6c1fbb60-3a7e-44ed-82bc-cb8f6dba4a6e" providerId="ADAL" clId="{C31FC225-EF37-4C3E-8949-B975D26ADE21}" dt="2020-03-19T19:17:52.147" v="9361" actId="1076"/>
          <ac:spMkLst>
            <pc:docMk/>
            <pc:sldMk cId="2688728446" sldId="275"/>
            <ac:spMk id="14" creationId="{3CD62A09-116A-4249-88D6-AB352A85F6FE}"/>
          </ac:spMkLst>
        </pc:spChg>
        <pc:spChg chg="add mod">
          <ac:chgData name="Nancy Poppi" userId="6c1fbb60-3a7e-44ed-82bc-cb8f6dba4a6e" providerId="ADAL" clId="{C31FC225-EF37-4C3E-8949-B975D26ADE21}" dt="2020-03-19T19:15:42.979" v="9150" actId="552"/>
          <ac:spMkLst>
            <pc:docMk/>
            <pc:sldMk cId="2688728446" sldId="275"/>
            <ac:spMk id="16" creationId="{5C962DB6-F730-460D-8BA3-2F922970315F}"/>
          </ac:spMkLst>
        </pc:spChg>
        <pc:spChg chg="add mod">
          <ac:chgData name="Nancy Poppi" userId="6c1fbb60-3a7e-44ed-82bc-cb8f6dba4a6e" providerId="ADAL" clId="{C31FC225-EF37-4C3E-8949-B975D26ADE21}" dt="2020-03-19T19:17:52.147" v="9361" actId="1076"/>
          <ac:spMkLst>
            <pc:docMk/>
            <pc:sldMk cId="2688728446" sldId="275"/>
            <ac:spMk id="17" creationId="{A5B9AD77-8547-49DA-A537-73310723C60F}"/>
          </ac:spMkLst>
        </pc:spChg>
        <pc:spChg chg="add mod">
          <ac:chgData name="Nancy Poppi" userId="6c1fbb60-3a7e-44ed-82bc-cb8f6dba4a6e" providerId="ADAL" clId="{C31FC225-EF37-4C3E-8949-B975D26ADE21}" dt="2020-03-19T19:15:53.938" v="9152" actId="14100"/>
          <ac:spMkLst>
            <pc:docMk/>
            <pc:sldMk cId="2688728446" sldId="275"/>
            <ac:spMk id="18" creationId="{D7703185-40F7-4496-8D66-5428D10C0DF5}"/>
          </ac:spMkLst>
        </pc:spChg>
        <pc:spChg chg="add mod">
          <ac:chgData name="Nancy Poppi" userId="6c1fbb60-3a7e-44ed-82bc-cb8f6dba4a6e" providerId="ADAL" clId="{C31FC225-EF37-4C3E-8949-B975D26ADE21}" dt="2020-03-19T19:18:07.812" v="9364" actId="1076"/>
          <ac:spMkLst>
            <pc:docMk/>
            <pc:sldMk cId="2688728446" sldId="275"/>
            <ac:spMk id="19" creationId="{F8DF35E1-345A-430D-9461-CFB208E19859}"/>
          </ac:spMkLst>
        </pc:spChg>
        <pc:spChg chg="add mod">
          <ac:chgData name="Nancy Poppi" userId="6c1fbb60-3a7e-44ed-82bc-cb8f6dba4a6e" providerId="ADAL" clId="{C31FC225-EF37-4C3E-8949-B975D26ADE21}" dt="2020-03-19T19:17:11.407" v="9348" actId="20577"/>
          <ac:spMkLst>
            <pc:docMk/>
            <pc:sldMk cId="2688728446" sldId="275"/>
            <ac:spMk id="23" creationId="{E2A77C11-1064-4668-8FF2-009C650CDA08}"/>
          </ac:spMkLst>
        </pc:spChg>
        <pc:picChg chg="add del mod">
          <ac:chgData name="Nancy Poppi" userId="6c1fbb60-3a7e-44ed-82bc-cb8f6dba4a6e" providerId="ADAL" clId="{C31FC225-EF37-4C3E-8949-B975D26ADE21}" dt="2020-03-19T19:00:34.908" v="7801" actId="478"/>
          <ac:picMkLst>
            <pc:docMk/>
            <pc:sldMk cId="2688728446" sldId="275"/>
            <ac:picMk id="2" creationId="{B7F38349-2A78-45DA-A0E2-B155CB953DB5}"/>
          </ac:picMkLst>
        </pc:picChg>
        <pc:picChg chg="add del">
          <ac:chgData name="Nancy Poppi" userId="6c1fbb60-3a7e-44ed-82bc-cb8f6dba4a6e" providerId="ADAL" clId="{C31FC225-EF37-4C3E-8949-B975D26ADE21}" dt="2020-03-19T18:45:15.055" v="7660"/>
          <ac:picMkLst>
            <pc:docMk/>
            <pc:sldMk cId="2688728446" sldId="275"/>
            <ac:picMk id="3" creationId="{07AE0B0D-0F2A-4855-A624-E2C9C004612A}"/>
          </ac:picMkLst>
        </pc:picChg>
        <pc:picChg chg="add mod">
          <ac:chgData name="Nancy Poppi" userId="6c1fbb60-3a7e-44ed-82bc-cb8f6dba4a6e" providerId="ADAL" clId="{C31FC225-EF37-4C3E-8949-B975D26ADE21}" dt="2020-03-19T19:17:43.944" v="9360" actId="1076"/>
          <ac:picMkLst>
            <pc:docMk/>
            <pc:sldMk cId="2688728446" sldId="275"/>
            <ac:picMk id="5" creationId="{6A886D1C-52F3-4962-B58C-63838B2BC60A}"/>
          </ac:picMkLst>
        </pc:picChg>
        <pc:picChg chg="add mod">
          <ac:chgData name="Nancy Poppi" userId="6c1fbb60-3a7e-44ed-82bc-cb8f6dba4a6e" providerId="ADAL" clId="{C31FC225-EF37-4C3E-8949-B975D26ADE21}" dt="2020-03-19T19:03:09.652" v="7831" actId="554"/>
          <ac:picMkLst>
            <pc:docMk/>
            <pc:sldMk cId="2688728446" sldId="275"/>
            <ac:picMk id="6" creationId="{5B377298-E3A2-407E-88DD-BD259CC50018}"/>
          </ac:picMkLst>
        </pc:picChg>
        <pc:picChg chg="add mod">
          <ac:chgData name="Nancy Poppi" userId="6c1fbb60-3a7e-44ed-82bc-cb8f6dba4a6e" providerId="ADAL" clId="{C31FC225-EF37-4C3E-8949-B975D26ADE21}" dt="2020-03-19T19:17:21.315" v="9349" actId="1076"/>
          <ac:picMkLst>
            <pc:docMk/>
            <pc:sldMk cId="2688728446" sldId="275"/>
            <ac:picMk id="7" creationId="{AFF43D0E-4067-4FAD-90C4-50081B77EB16}"/>
          </ac:picMkLst>
        </pc:picChg>
        <pc:picChg chg="del">
          <ac:chgData name="Nancy Poppi" userId="6c1fbb60-3a7e-44ed-82bc-cb8f6dba4a6e" providerId="ADAL" clId="{C31FC225-EF37-4C3E-8949-B975D26ADE21}" dt="2020-03-19T18:36:18.361" v="7577" actId="478"/>
          <ac:picMkLst>
            <pc:docMk/>
            <pc:sldMk cId="2688728446" sldId="275"/>
            <ac:picMk id="8" creationId="{5FCEFDBE-68BF-4E3C-85AB-9283032CF121}"/>
          </ac:picMkLst>
        </pc:picChg>
        <pc:picChg chg="add del mod">
          <ac:chgData name="Nancy Poppi" userId="6c1fbb60-3a7e-44ed-82bc-cb8f6dba4a6e" providerId="ADAL" clId="{C31FC225-EF37-4C3E-8949-B975D26ADE21}" dt="2020-03-19T18:45:06.817" v="7658" actId="478"/>
          <ac:picMkLst>
            <pc:docMk/>
            <pc:sldMk cId="2688728446" sldId="275"/>
            <ac:picMk id="9" creationId="{F564862B-E55C-4053-8F48-26417C8E7737}"/>
          </ac:picMkLst>
        </pc:picChg>
        <pc:picChg chg="add del mod">
          <ac:chgData name="Nancy Poppi" userId="6c1fbb60-3a7e-44ed-82bc-cb8f6dba4a6e" providerId="ADAL" clId="{C31FC225-EF37-4C3E-8949-B975D26ADE21}" dt="2020-03-19T18:40:57.687" v="7654" actId="478"/>
          <ac:picMkLst>
            <pc:docMk/>
            <pc:sldMk cId="2688728446" sldId="275"/>
            <ac:picMk id="15" creationId="{09CFF1AB-247E-4FB3-821A-E3627C14AD6B}"/>
          </ac:picMkLst>
        </pc:picChg>
        <pc:picChg chg="add del mod">
          <ac:chgData name="Nancy Poppi" userId="6c1fbb60-3a7e-44ed-82bc-cb8f6dba4a6e" providerId="ADAL" clId="{C31FC225-EF37-4C3E-8949-B975D26ADE21}" dt="2020-03-19T19:00:42.321" v="7805"/>
          <ac:picMkLst>
            <pc:docMk/>
            <pc:sldMk cId="2688728446" sldId="275"/>
            <ac:picMk id="20" creationId="{B534CF5F-E1CB-482C-88C4-BC450F231305}"/>
          </ac:picMkLst>
        </pc:picChg>
        <pc:picChg chg="add del mod">
          <ac:chgData name="Nancy Poppi" userId="6c1fbb60-3a7e-44ed-82bc-cb8f6dba4a6e" providerId="ADAL" clId="{C31FC225-EF37-4C3E-8949-B975D26ADE21}" dt="2020-03-19T19:01:35.914" v="7812" actId="478"/>
          <ac:picMkLst>
            <pc:docMk/>
            <pc:sldMk cId="2688728446" sldId="275"/>
            <ac:picMk id="21" creationId="{54EE2E05-5E3E-4A31-9FE6-69BDE4F9796B}"/>
          </ac:picMkLst>
        </pc:picChg>
        <pc:picChg chg="add mod">
          <ac:chgData name="Nancy Poppi" userId="6c1fbb60-3a7e-44ed-82bc-cb8f6dba4a6e" providerId="ADAL" clId="{C31FC225-EF37-4C3E-8949-B975D26ADE21}" dt="2020-03-19T19:07:39.541" v="8035" actId="1076"/>
          <ac:picMkLst>
            <pc:docMk/>
            <pc:sldMk cId="2688728446" sldId="275"/>
            <ac:picMk id="22" creationId="{BA867514-49E4-48EF-95BE-D9BDEF0A0B7F}"/>
          </ac:picMkLst>
        </pc:picChg>
      </pc:sldChg>
    </pc:docChg>
  </pc:docChgLst>
  <pc:docChgLst>
    <pc:chgData name="Nancy Poppi" userId="6c1fbb60-3a7e-44ed-82bc-cb8f6dba4a6e" providerId="ADAL" clId="{933E7189-4917-48F7-8E1E-61C6B06B7E12}"/>
    <pc:docChg chg="undo redo custSel delSld modSld addSection delSection modSection">
      <pc:chgData name="Nancy Poppi" userId="6c1fbb60-3a7e-44ed-82bc-cb8f6dba4a6e" providerId="ADAL" clId="{933E7189-4917-48F7-8E1E-61C6B06B7E12}" dt="2020-03-23T13:27:43.306" v="2750" actId="20577"/>
      <pc:docMkLst>
        <pc:docMk/>
      </pc:docMkLst>
      <pc:sldChg chg="addSp delSp modSp">
        <pc:chgData name="Nancy Poppi" userId="6c1fbb60-3a7e-44ed-82bc-cb8f6dba4a6e" providerId="ADAL" clId="{933E7189-4917-48F7-8E1E-61C6B06B7E12}" dt="2020-03-23T13:27:43.306" v="2750" actId="20577"/>
        <pc:sldMkLst>
          <pc:docMk/>
          <pc:sldMk cId="4157175039" sldId="262"/>
        </pc:sldMkLst>
        <pc:spChg chg="mod">
          <ac:chgData name="Nancy Poppi" userId="6c1fbb60-3a7e-44ed-82bc-cb8f6dba4a6e" providerId="ADAL" clId="{933E7189-4917-48F7-8E1E-61C6B06B7E12}" dt="2020-03-23T13:26:25.238" v="2715" actId="1035"/>
          <ac:spMkLst>
            <pc:docMk/>
            <pc:sldMk cId="4157175039" sldId="262"/>
            <ac:spMk id="2" creationId="{00000000-0000-0000-0000-000000000000}"/>
          </ac:spMkLst>
        </pc:spChg>
        <pc:spChg chg="del">
          <ac:chgData name="Nancy Poppi" userId="6c1fbb60-3a7e-44ed-82bc-cb8f6dba4a6e" providerId="ADAL" clId="{933E7189-4917-48F7-8E1E-61C6B06B7E12}" dt="2020-03-23T10:08:42.146" v="142" actId="478"/>
          <ac:spMkLst>
            <pc:docMk/>
            <pc:sldMk cId="4157175039" sldId="262"/>
            <ac:spMk id="5" creationId="{00000000-0000-0000-0000-000000000000}"/>
          </ac:spMkLst>
        </pc:spChg>
        <pc:spChg chg="add mod">
          <ac:chgData name="Nancy Poppi" userId="6c1fbb60-3a7e-44ed-82bc-cb8f6dba4a6e" providerId="ADAL" clId="{933E7189-4917-48F7-8E1E-61C6B06B7E12}" dt="2020-03-23T13:27:43.306" v="2750" actId="20577"/>
          <ac:spMkLst>
            <pc:docMk/>
            <pc:sldMk cId="4157175039" sldId="262"/>
            <ac:spMk id="5" creationId="{5296069E-FD63-4DC8-A044-40F4D4E11362}"/>
          </ac:spMkLst>
        </pc:spChg>
        <pc:spChg chg="add mod">
          <ac:chgData name="Nancy Poppi" userId="6c1fbb60-3a7e-44ed-82bc-cb8f6dba4a6e" providerId="ADAL" clId="{933E7189-4917-48F7-8E1E-61C6B06B7E12}" dt="2020-03-23T13:26:33.422" v="2719" actId="1036"/>
          <ac:spMkLst>
            <pc:docMk/>
            <pc:sldMk cId="4157175039" sldId="262"/>
            <ac:spMk id="7" creationId="{C7A1BAA7-DF33-4342-ACDD-27D3034DD491}"/>
          </ac:spMkLst>
        </pc:spChg>
        <pc:spChg chg="del">
          <ac:chgData name="Nancy Poppi" userId="6c1fbb60-3a7e-44ed-82bc-cb8f6dba4a6e" providerId="ADAL" clId="{933E7189-4917-48F7-8E1E-61C6B06B7E12}" dt="2020-03-23T10:08:39.769" v="141" actId="478"/>
          <ac:spMkLst>
            <pc:docMk/>
            <pc:sldMk cId="4157175039" sldId="262"/>
            <ac:spMk id="8" creationId="{00000000-0000-0000-0000-000000000000}"/>
          </ac:spMkLst>
        </pc:spChg>
        <pc:spChg chg="add mod">
          <ac:chgData name="Nancy Poppi" userId="6c1fbb60-3a7e-44ed-82bc-cb8f6dba4a6e" providerId="ADAL" clId="{933E7189-4917-48F7-8E1E-61C6B06B7E12}" dt="2020-03-23T13:27:19.263" v="2722" actId="20577"/>
          <ac:spMkLst>
            <pc:docMk/>
            <pc:sldMk cId="4157175039" sldId="262"/>
            <ac:spMk id="8" creationId="{C1F7801B-4515-41E9-A10F-B23204BA1D78}"/>
          </ac:spMkLst>
        </pc:spChg>
        <pc:spChg chg="del">
          <ac:chgData name="Nancy Poppi" userId="6c1fbb60-3a7e-44ed-82bc-cb8f6dba4a6e" providerId="ADAL" clId="{933E7189-4917-48F7-8E1E-61C6B06B7E12}" dt="2020-03-23T10:08:39.769" v="141" actId="478"/>
          <ac:spMkLst>
            <pc:docMk/>
            <pc:sldMk cId="4157175039" sldId="262"/>
            <ac:spMk id="9" creationId="{FFDF779A-5829-4D27-9DB2-3BE25CA26790}"/>
          </ac:spMkLst>
        </pc:spChg>
        <pc:spChg chg="del">
          <ac:chgData name="Nancy Poppi" userId="6c1fbb60-3a7e-44ed-82bc-cb8f6dba4a6e" providerId="ADAL" clId="{933E7189-4917-48F7-8E1E-61C6B06B7E12}" dt="2020-03-23T10:08:42.146" v="142" actId="478"/>
          <ac:spMkLst>
            <pc:docMk/>
            <pc:sldMk cId="4157175039" sldId="262"/>
            <ac:spMk id="11" creationId="{00000000-0000-0000-0000-000000000000}"/>
          </ac:spMkLst>
        </pc:spChg>
        <pc:spChg chg="del">
          <ac:chgData name="Nancy Poppi" userId="6c1fbb60-3a7e-44ed-82bc-cb8f6dba4a6e" providerId="ADAL" clId="{933E7189-4917-48F7-8E1E-61C6B06B7E12}" dt="2020-03-23T10:08:42.146" v="142" actId="478"/>
          <ac:spMkLst>
            <pc:docMk/>
            <pc:sldMk cId="4157175039" sldId="262"/>
            <ac:spMk id="12" creationId="{00000000-0000-0000-0000-000000000000}"/>
          </ac:spMkLst>
        </pc:spChg>
        <pc:spChg chg="del">
          <ac:chgData name="Nancy Poppi" userId="6c1fbb60-3a7e-44ed-82bc-cb8f6dba4a6e" providerId="ADAL" clId="{933E7189-4917-48F7-8E1E-61C6B06B7E12}" dt="2020-03-23T10:08:42.146" v="142" actId="478"/>
          <ac:spMkLst>
            <pc:docMk/>
            <pc:sldMk cId="4157175039" sldId="262"/>
            <ac:spMk id="13" creationId="{00000000-0000-0000-0000-000000000000}"/>
          </ac:spMkLst>
        </pc:spChg>
        <pc:spChg chg="del">
          <ac:chgData name="Nancy Poppi" userId="6c1fbb60-3a7e-44ed-82bc-cb8f6dba4a6e" providerId="ADAL" clId="{933E7189-4917-48F7-8E1E-61C6B06B7E12}" dt="2020-03-23T10:08:42.146" v="142" actId="478"/>
          <ac:spMkLst>
            <pc:docMk/>
            <pc:sldMk cId="4157175039" sldId="262"/>
            <ac:spMk id="15" creationId="{00000000-0000-0000-0000-000000000000}"/>
          </ac:spMkLst>
        </pc:spChg>
        <pc:spChg chg="del">
          <ac:chgData name="Nancy Poppi" userId="6c1fbb60-3a7e-44ed-82bc-cb8f6dba4a6e" providerId="ADAL" clId="{933E7189-4917-48F7-8E1E-61C6B06B7E12}" dt="2020-03-23T10:08:42.146" v="142" actId="478"/>
          <ac:spMkLst>
            <pc:docMk/>
            <pc:sldMk cId="4157175039" sldId="262"/>
            <ac:spMk id="17" creationId="{00000000-0000-0000-0000-000000000000}"/>
          </ac:spMkLst>
        </pc:spChg>
        <pc:spChg chg="del">
          <ac:chgData name="Nancy Poppi" userId="6c1fbb60-3a7e-44ed-82bc-cb8f6dba4a6e" providerId="ADAL" clId="{933E7189-4917-48F7-8E1E-61C6B06B7E12}" dt="2020-03-23T10:08:42.146" v="142" actId="478"/>
          <ac:spMkLst>
            <pc:docMk/>
            <pc:sldMk cId="4157175039" sldId="262"/>
            <ac:spMk id="18" creationId="{00000000-0000-0000-0000-000000000000}"/>
          </ac:spMkLst>
        </pc:spChg>
        <pc:spChg chg="del">
          <ac:chgData name="Nancy Poppi" userId="6c1fbb60-3a7e-44ed-82bc-cb8f6dba4a6e" providerId="ADAL" clId="{933E7189-4917-48F7-8E1E-61C6B06B7E12}" dt="2020-03-23T10:08:42.146" v="142" actId="478"/>
          <ac:spMkLst>
            <pc:docMk/>
            <pc:sldMk cId="4157175039" sldId="262"/>
            <ac:spMk id="20" creationId="{00000000-0000-0000-0000-000000000000}"/>
          </ac:spMkLst>
        </pc:spChg>
        <pc:spChg chg="del">
          <ac:chgData name="Nancy Poppi" userId="6c1fbb60-3a7e-44ed-82bc-cb8f6dba4a6e" providerId="ADAL" clId="{933E7189-4917-48F7-8E1E-61C6B06B7E12}" dt="2020-03-23T10:08:42.146" v="142" actId="478"/>
          <ac:spMkLst>
            <pc:docMk/>
            <pc:sldMk cId="4157175039" sldId="262"/>
            <ac:spMk id="22" creationId="{00000000-0000-0000-0000-000000000000}"/>
          </ac:spMkLst>
        </pc:spChg>
        <pc:spChg chg="del">
          <ac:chgData name="Nancy Poppi" userId="6c1fbb60-3a7e-44ed-82bc-cb8f6dba4a6e" providerId="ADAL" clId="{933E7189-4917-48F7-8E1E-61C6B06B7E12}" dt="2020-03-23T10:08:42.146" v="142" actId="478"/>
          <ac:spMkLst>
            <pc:docMk/>
            <pc:sldMk cId="4157175039" sldId="262"/>
            <ac:spMk id="24" creationId="{00000000-0000-0000-0000-000000000000}"/>
          </ac:spMkLst>
        </pc:spChg>
        <pc:spChg chg="del">
          <ac:chgData name="Nancy Poppi" userId="6c1fbb60-3a7e-44ed-82bc-cb8f6dba4a6e" providerId="ADAL" clId="{933E7189-4917-48F7-8E1E-61C6B06B7E12}" dt="2020-03-23T10:08:42.146" v="142" actId="478"/>
          <ac:spMkLst>
            <pc:docMk/>
            <pc:sldMk cId="4157175039" sldId="262"/>
            <ac:spMk id="25" creationId="{00000000-0000-0000-0000-000000000000}"/>
          </ac:spMkLst>
        </pc:spChg>
        <pc:spChg chg="del">
          <ac:chgData name="Nancy Poppi" userId="6c1fbb60-3a7e-44ed-82bc-cb8f6dba4a6e" providerId="ADAL" clId="{933E7189-4917-48F7-8E1E-61C6B06B7E12}" dt="2020-03-23T10:08:42.146" v="142" actId="478"/>
          <ac:spMkLst>
            <pc:docMk/>
            <pc:sldMk cId="4157175039" sldId="262"/>
            <ac:spMk id="33" creationId="{00000000-0000-0000-0000-000000000000}"/>
          </ac:spMkLst>
        </pc:spChg>
        <pc:spChg chg="del">
          <ac:chgData name="Nancy Poppi" userId="6c1fbb60-3a7e-44ed-82bc-cb8f6dba4a6e" providerId="ADAL" clId="{933E7189-4917-48F7-8E1E-61C6B06B7E12}" dt="2020-03-23T10:08:42.146" v="142" actId="478"/>
          <ac:spMkLst>
            <pc:docMk/>
            <pc:sldMk cId="4157175039" sldId="262"/>
            <ac:spMk id="34" creationId="{00000000-0000-0000-0000-000000000000}"/>
          </ac:spMkLst>
        </pc:spChg>
        <pc:spChg chg="del">
          <ac:chgData name="Nancy Poppi" userId="6c1fbb60-3a7e-44ed-82bc-cb8f6dba4a6e" providerId="ADAL" clId="{933E7189-4917-48F7-8E1E-61C6B06B7E12}" dt="2020-03-23T10:08:42.146" v="142" actId="478"/>
          <ac:spMkLst>
            <pc:docMk/>
            <pc:sldMk cId="4157175039" sldId="262"/>
            <ac:spMk id="35" creationId="{00000000-0000-0000-0000-000000000000}"/>
          </ac:spMkLst>
        </pc:spChg>
        <pc:spChg chg="del">
          <ac:chgData name="Nancy Poppi" userId="6c1fbb60-3a7e-44ed-82bc-cb8f6dba4a6e" providerId="ADAL" clId="{933E7189-4917-48F7-8E1E-61C6B06B7E12}" dt="2020-03-23T10:08:39.769" v="141" actId="478"/>
          <ac:spMkLst>
            <pc:docMk/>
            <pc:sldMk cId="4157175039" sldId="262"/>
            <ac:spMk id="38" creationId="{F2C9BCFE-E972-44AF-B1D2-344FB9DCC83A}"/>
          </ac:spMkLst>
        </pc:spChg>
        <pc:spChg chg="del">
          <ac:chgData name="Nancy Poppi" userId="6c1fbb60-3a7e-44ed-82bc-cb8f6dba4a6e" providerId="ADAL" clId="{933E7189-4917-48F7-8E1E-61C6B06B7E12}" dt="2020-03-23T10:08:39.769" v="141" actId="478"/>
          <ac:spMkLst>
            <pc:docMk/>
            <pc:sldMk cId="4157175039" sldId="262"/>
            <ac:spMk id="39" creationId="{00000000-0000-0000-0000-000000000000}"/>
          </ac:spMkLst>
        </pc:spChg>
        <pc:spChg chg="del">
          <ac:chgData name="Nancy Poppi" userId="6c1fbb60-3a7e-44ed-82bc-cb8f6dba4a6e" providerId="ADAL" clId="{933E7189-4917-48F7-8E1E-61C6B06B7E12}" dt="2020-03-23T10:08:42.146" v="142" actId="478"/>
          <ac:spMkLst>
            <pc:docMk/>
            <pc:sldMk cId="4157175039" sldId="262"/>
            <ac:spMk id="43" creationId="{00000000-0000-0000-0000-000000000000}"/>
          </ac:spMkLst>
        </pc:spChg>
        <pc:spChg chg="del">
          <ac:chgData name="Nancy Poppi" userId="6c1fbb60-3a7e-44ed-82bc-cb8f6dba4a6e" providerId="ADAL" clId="{933E7189-4917-48F7-8E1E-61C6B06B7E12}" dt="2020-03-23T10:08:42.146" v="142" actId="478"/>
          <ac:spMkLst>
            <pc:docMk/>
            <pc:sldMk cId="4157175039" sldId="262"/>
            <ac:spMk id="47" creationId="{00000000-0000-0000-0000-000000000000}"/>
          </ac:spMkLst>
        </pc:spChg>
        <pc:spChg chg="del">
          <ac:chgData name="Nancy Poppi" userId="6c1fbb60-3a7e-44ed-82bc-cb8f6dba4a6e" providerId="ADAL" clId="{933E7189-4917-48F7-8E1E-61C6B06B7E12}" dt="2020-03-23T10:08:39.769" v="141" actId="478"/>
          <ac:spMkLst>
            <pc:docMk/>
            <pc:sldMk cId="4157175039" sldId="262"/>
            <ac:spMk id="48" creationId="{00000000-0000-0000-0000-000000000000}"/>
          </ac:spMkLst>
        </pc:spChg>
        <pc:spChg chg="del">
          <ac:chgData name="Nancy Poppi" userId="6c1fbb60-3a7e-44ed-82bc-cb8f6dba4a6e" providerId="ADAL" clId="{933E7189-4917-48F7-8E1E-61C6B06B7E12}" dt="2020-03-23T10:08:39.769" v="141" actId="478"/>
          <ac:spMkLst>
            <pc:docMk/>
            <pc:sldMk cId="4157175039" sldId="262"/>
            <ac:spMk id="49" creationId="{00000000-0000-0000-0000-000000000000}"/>
          </ac:spMkLst>
        </pc:spChg>
        <pc:spChg chg="del">
          <ac:chgData name="Nancy Poppi" userId="6c1fbb60-3a7e-44ed-82bc-cb8f6dba4a6e" providerId="ADAL" clId="{933E7189-4917-48F7-8E1E-61C6B06B7E12}" dt="2020-03-23T10:08:39.769" v="141" actId="478"/>
          <ac:spMkLst>
            <pc:docMk/>
            <pc:sldMk cId="4157175039" sldId="262"/>
            <ac:spMk id="50" creationId="{00000000-0000-0000-0000-000000000000}"/>
          </ac:spMkLst>
        </pc:spChg>
        <pc:spChg chg="del">
          <ac:chgData name="Nancy Poppi" userId="6c1fbb60-3a7e-44ed-82bc-cb8f6dba4a6e" providerId="ADAL" clId="{933E7189-4917-48F7-8E1E-61C6B06B7E12}" dt="2020-03-23T10:08:42.146" v="142" actId="478"/>
          <ac:spMkLst>
            <pc:docMk/>
            <pc:sldMk cId="4157175039" sldId="262"/>
            <ac:spMk id="51" creationId="{00000000-0000-0000-0000-000000000000}"/>
          </ac:spMkLst>
        </pc:spChg>
        <pc:spChg chg="del">
          <ac:chgData name="Nancy Poppi" userId="6c1fbb60-3a7e-44ed-82bc-cb8f6dba4a6e" providerId="ADAL" clId="{933E7189-4917-48F7-8E1E-61C6B06B7E12}" dt="2020-03-23T10:08:42.146" v="142" actId="478"/>
          <ac:spMkLst>
            <pc:docMk/>
            <pc:sldMk cId="4157175039" sldId="262"/>
            <ac:spMk id="53" creationId="{4A64C8F1-B483-4B4B-BAE0-19DA2B034522}"/>
          </ac:spMkLst>
        </pc:spChg>
        <pc:spChg chg="del">
          <ac:chgData name="Nancy Poppi" userId="6c1fbb60-3a7e-44ed-82bc-cb8f6dba4a6e" providerId="ADAL" clId="{933E7189-4917-48F7-8E1E-61C6B06B7E12}" dt="2020-03-23T10:08:42.146" v="142" actId="478"/>
          <ac:spMkLst>
            <pc:docMk/>
            <pc:sldMk cId="4157175039" sldId="262"/>
            <ac:spMk id="55" creationId="{0AF019A3-9EC9-4816-B98A-9B280210ECE4}"/>
          </ac:spMkLst>
        </pc:spChg>
        <pc:spChg chg="del">
          <ac:chgData name="Nancy Poppi" userId="6c1fbb60-3a7e-44ed-82bc-cb8f6dba4a6e" providerId="ADAL" clId="{933E7189-4917-48F7-8E1E-61C6B06B7E12}" dt="2020-03-23T10:08:42.146" v="142" actId="478"/>
          <ac:spMkLst>
            <pc:docMk/>
            <pc:sldMk cId="4157175039" sldId="262"/>
            <ac:spMk id="56" creationId="{8EA7F9B0-1EA2-47C5-BC24-3F91501129AA}"/>
          </ac:spMkLst>
        </pc:spChg>
        <pc:spChg chg="del">
          <ac:chgData name="Nancy Poppi" userId="6c1fbb60-3a7e-44ed-82bc-cb8f6dba4a6e" providerId="ADAL" clId="{933E7189-4917-48F7-8E1E-61C6B06B7E12}" dt="2020-03-23T10:08:42.146" v="142" actId="478"/>
          <ac:spMkLst>
            <pc:docMk/>
            <pc:sldMk cId="4157175039" sldId="262"/>
            <ac:spMk id="57" creationId="{AB339944-3D5D-455D-9A7D-B215F27832B2}"/>
          </ac:spMkLst>
        </pc:spChg>
        <pc:spChg chg="del">
          <ac:chgData name="Nancy Poppi" userId="6c1fbb60-3a7e-44ed-82bc-cb8f6dba4a6e" providerId="ADAL" clId="{933E7189-4917-48F7-8E1E-61C6B06B7E12}" dt="2020-03-23T10:08:39.769" v="141" actId="478"/>
          <ac:spMkLst>
            <pc:docMk/>
            <pc:sldMk cId="4157175039" sldId="262"/>
            <ac:spMk id="58" creationId="{83CFAD9C-257B-46F3-8C6A-A3A9317FB201}"/>
          </ac:spMkLst>
        </pc:spChg>
        <pc:spChg chg="del">
          <ac:chgData name="Nancy Poppi" userId="6c1fbb60-3a7e-44ed-82bc-cb8f6dba4a6e" providerId="ADAL" clId="{933E7189-4917-48F7-8E1E-61C6B06B7E12}" dt="2020-03-23T10:08:39.769" v="141" actId="478"/>
          <ac:spMkLst>
            <pc:docMk/>
            <pc:sldMk cId="4157175039" sldId="262"/>
            <ac:spMk id="60" creationId="{D7A14D85-A3EE-4EEB-94AA-E6FE2556D395}"/>
          </ac:spMkLst>
        </pc:spChg>
        <pc:spChg chg="del">
          <ac:chgData name="Nancy Poppi" userId="6c1fbb60-3a7e-44ed-82bc-cb8f6dba4a6e" providerId="ADAL" clId="{933E7189-4917-48F7-8E1E-61C6B06B7E12}" dt="2020-03-23T10:08:39.769" v="141" actId="478"/>
          <ac:spMkLst>
            <pc:docMk/>
            <pc:sldMk cId="4157175039" sldId="262"/>
            <ac:spMk id="61" creationId="{90F75FE7-D536-44B7-AC9B-477A28FCE46B}"/>
          </ac:spMkLst>
        </pc:spChg>
        <pc:spChg chg="del">
          <ac:chgData name="Nancy Poppi" userId="6c1fbb60-3a7e-44ed-82bc-cb8f6dba4a6e" providerId="ADAL" clId="{933E7189-4917-48F7-8E1E-61C6B06B7E12}" dt="2020-03-23T10:08:42.146" v="142" actId="478"/>
          <ac:spMkLst>
            <pc:docMk/>
            <pc:sldMk cId="4157175039" sldId="262"/>
            <ac:spMk id="63" creationId="{86F899E5-FEC9-4B36-9C05-7CDA86B9305C}"/>
          </ac:spMkLst>
        </pc:spChg>
        <pc:picChg chg="del">
          <ac:chgData name="Nancy Poppi" userId="6c1fbb60-3a7e-44ed-82bc-cb8f6dba4a6e" providerId="ADAL" clId="{933E7189-4917-48F7-8E1E-61C6B06B7E12}" dt="2020-03-23T10:08:42.146" v="142" actId="478"/>
          <ac:picMkLst>
            <pc:docMk/>
            <pc:sldMk cId="4157175039" sldId="262"/>
            <ac:picMk id="6" creationId="{35441C4E-2631-4CBE-ADDC-65E238391F43}"/>
          </ac:picMkLst>
        </pc:picChg>
        <pc:picChg chg="add mod">
          <ac:chgData name="Nancy Poppi" userId="6c1fbb60-3a7e-44ed-82bc-cb8f6dba4a6e" providerId="ADAL" clId="{933E7189-4917-48F7-8E1E-61C6B06B7E12}" dt="2020-03-23T13:23:32.995" v="2243" actId="14100"/>
          <ac:picMkLst>
            <pc:docMk/>
            <pc:sldMk cId="4157175039" sldId="262"/>
            <ac:picMk id="1026" creationId="{48947711-BA2B-4B3D-8F3F-CBB507BA62B9}"/>
          </ac:picMkLst>
        </pc:picChg>
        <pc:picChg chg="add mod">
          <ac:chgData name="Nancy Poppi" userId="6c1fbb60-3a7e-44ed-82bc-cb8f6dba4a6e" providerId="ADAL" clId="{933E7189-4917-48F7-8E1E-61C6B06B7E12}" dt="2020-03-23T13:26:16.212" v="2713" actId="14100"/>
          <ac:picMkLst>
            <pc:docMk/>
            <pc:sldMk cId="4157175039" sldId="262"/>
            <ac:picMk id="1028" creationId="{EC84669E-7EFB-49A6-9EC3-6D5AF34ABBB7}"/>
          </ac:picMkLst>
        </pc:picChg>
      </pc:sldChg>
      <pc:sldChg chg="del">
        <pc:chgData name="Nancy Poppi" userId="6c1fbb60-3a7e-44ed-82bc-cb8f6dba4a6e" providerId="ADAL" clId="{933E7189-4917-48F7-8E1E-61C6B06B7E12}" dt="2020-03-23T13:15:35.546" v="1928" actId="2696"/>
        <pc:sldMkLst>
          <pc:docMk/>
          <pc:sldMk cId="1457903992" sldId="266"/>
        </pc:sldMkLst>
      </pc:sldChg>
      <pc:sldChg chg="del">
        <pc:chgData name="Nancy Poppi" userId="6c1fbb60-3a7e-44ed-82bc-cb8f6dba4a6e" providerId="ADAL" clId="{933E7189-4917-48F7-8E1E-61C6B06B7E12}" dt="2020-03-23T13:15:35.532" v="1927" actId="2696"/>
        <pc:sldMkLst>
          <pc:docMk/>
          <pc:sldMk cId="1528002305" sldId="267"/>
        </pc:sldMkLst>
      </pc:sldChg>
      <pc:sldChg chg="del">
        <pc:chgData name="Nancy Poppi" userId="6c1fbb60-3a7e-44ed-82bc-cb8f6dba4a6e" providerId="ADAL" clId="{933E7189-4917-48F7-8E1E-61C6B06B7E12}" dt="2020-03-23T13:15:35.656" v="1933" actId="2696"/>
        <pc:sldMkLst>
          <pc:docMk/>
          <pc:sldMk cId="122822648" sldId="269"/>
        </pc:sldMkLst>
      </pc:sldChg>
      <pc:sldChg chg="del">
        <pc:chgData name="Nancy Poppi" userId="6c1fbb60-3a7e-44ed-82bc-cb8f6dba4a6e" providerId="ADAL" clId="{933E7189-4917-48F7-8E1E-61C6B06B7E12}" dt="2020-03-23T13:15:35.638" v="1932" actId="2696"/>
        <pc:sldMkLst>
          <pc:docMk/>
          <pc:sldMk cId="1685234123" sldId="271"/>
        </pc:sldMkLst>
      </pc:sldChg>
      <pc:sldChg chg="del">
        <pc:chgData name="Nancy Poppi" userId="6c1fbb60-3a7e-44ed-82bc-cb8f6dba4a6e" providerId="ADAL" clId="{933E7189-4917-48F7-8E1E-61C6B06B7E12}" dt="2020-03-23T13:15:35.594" v="1930" actId="2696"/>
        <pc:sldMkLst>
          <pc:docMk/>
          <pc:sldMk cId="1077875847" sldId="272"/>
        </pc:sldMkLst>
      </pc:sldChg>
      <pc:sldChg chg="del">
        <pc:chgData name="Nancy Poppi" userId="6c1fbb60-3a7e-44ed-82bc-cb8f6dba4a6e" providerId="ADAL" clId="{933E7189-4917-48F7-8E1E-61C6B06B7E12}" dt="2020-03-23T13:15:35.574" v="1929" actId="2696"/>
        <pc:sldMkLst>
          <pc:docMk/>
          <pc:sldMk cId="2443084410" sldId="273"/>
        </pc:sldMkLst>
      </pc:sldChg>
      <pc:sldChg chg="del">
        <pc:chgData name="Nancy Poppi" userId="6c1fbb60-3a7e-44ed-82bc-cb8f6dba4a6e" providerId="ADAL" clId="{933E7189-4917-48F7-8E1E-61C6B06B7E12}" dt="2020-03-23T13:15:35.622" v="1931" actId="2696"/>
        <pc:sldMkLst>
          <pc:docMk/>
          <pc:sldMk cId="2688728446" sldId="275"/>
        </pc:sldMkLst>
      </pc:sldChg>
      <pc:sldChg chg="del">
        <pc:chgData name="Nancy Poppi" userId="6c1fbb60-3a7e-44ed-82bc-cb8f6dba4a6e" providerId="ADAL" clId="{933E7189-4917-48F7-8E1E-61C6B06B7E12}" dt="2020-03-23T13:15:35.512" v="1926" actId="2696"/>
        <pc:sldMkLst>
          <pc:docMk/>
          <pc:sldMk cId="78295621" sldId="276"/>
        </pc:sldMkLst>
      </pc:sldChg>
      <pc:sldChg chg="modSp del">
        <pc:chgData name="Nancy Poppi" userId="6c1fbb60-3a7e-44ed-82bc-cb8f6dba4a6e" providerId="ADAL" clId="{933E7189-4917-48F7-8E1E-61C6B06B7E12}" dt="2020-03-23T13:15:35.491" v="1925" actId="2696"/>
        <pc:sldMkLst>
          <pc:docMk/>
          <pc:sldMk cId="306759142" sldId="277"/>
        </pc:sldMkLst>
        <pc:spChg chg="mod">
          <ac:chgData name="Nancy Poppi" userId="6c1fbb60-3a7e-44ed-82bc-cb8f6dba4a6e" providerId="ADAL" clId="{933E7189-4917-48F7-8E1E-61C6B06B7E12}" dt="2020-03-23T10:14:28.114" v="392" actId="20577"/>
          <ac:spMkLst>
            <pc:docMk/>
            <pc:sldMk cId="306759142" sldId="277"/>
            <ac:spMk id="2" creationId="{00000000-0000-0000-0000-000000000000}"/>
          </ac:spMkLst>
        </pc:spChg>
      </pc:sldChg>
      <pc:sldChg chg="addSp delSp modSp">
        <pc:chgData name="Nancy Poppi" userId="6c1fbb60-3a7e-44ed-82bc-cb8f6dba4a6e" providerId="ADAL" clId="{933E7189-4917-48F7-8E1E-61C6B06B7E12}" dt="2020-03-23T12:55:15.333" v="1924" actId="20577"/>
        <pc:sldMkLst>
          <pc:docMk/>
          <pc:sldMk cId="3794544604" sldId="278"/>
        </pc:sldMkLst>
        <pc:spChg chg="mod">
          <ac:chgData name="Nancy Poppi" userId="6c1fbb60-3a7e-44ed-82bc-cb8f6dba4a6e" providerId="ADAL" clId="{933E7189-4917-48F7-8E1E-61C6B06B7E12}" dt="2020-03-23T10:18:08.014" v="488" actId="14100"/>
          <ac:spMkLst>
            <pc:docMk/>
            <pc:sldMk cId="3794544604" sldId="278"/>
            <ac:spMk id="2" creationId="{00000000-0000-0000-0000-000000000000}"/>
          </ac:spMkLst>
        </pc:spChg>
        <pc:spChg chg="del">
          <ac:chgData name="Nancy Poppi" userId="6c1fbb60-3a7e-44ed-82bc-cb8f6dba4a6e" providerId="ADAL" clId="{933E7189-4917-48F7-8E1E-61C6B06B7E12}" dt="2020-03-23T10:15:19.045" v="481" actId="478"/>
          <ac:spMkLst>
            <pc:docMk/>
            <pc:sldMk cId="3794544604" sldId="278"/>
            <ac:spMk id="3" creationId="{00000000-0000-0000-0000-000000000000}"/>
          </ac:spMkLst>
        </pc:spChg>
        <pc:spChg chg="del mod">
          <ac:chgData name="Nancy Poppi" userId="6c1fbb60-3a7e-44ed-82bc-cb8f6dba4a6e" providerId="ADAL" clId="{933E7189-4917-48F7-8E1E-61C6B06B7E12}" dt="2020-03-23T11:12:32.856" v="1747" actId="478"/>
          <ac:spMkLst>
            <pc:docMk/>
            <pc:sldMk cId="3794544604" sldId="278"/>
            <ac:spMk id="7" creationId="{00000000-0000-0000-0000-000000000000}"/>
          </ac:spMkLst>
        </pc:spChg>
        <pc:spChg chg="add mod">
          <ac:chgData name="Nancy Poppi" userId="6c1fbb60-3a7e-44ed-82bc-cb8f6dba4a6e" providerId="ADAL" clId="{933E7189-4917-48F7-8E1E-61C6B06B7E12}" dt="2020-03-23T10:18:00.258" v="486" actId="20577"/>
          <ac:spMkLst>
            <pc:docMk/>
            <pc:sldMk cId="3794544604" sldId="278"/>
            <ac:spMk id="13" creationId="{BCB43D7D-3C77-40A6-A609-3FAE82FFB533}"/>
          </ac:spMkLst>
        </pc:spChg>
        <pc:spChg chg="add mod">
          <ac:chgData name="Nancy Poppi" userId="6c1fbb60-3a7e-44ed-82bc-cb8f6dba4a6e" providerId="ADAL" clId="{933E7189-4917-48F7-8E1E-61C6B06B7E12}" dt="2020-03-23T10:40:44.726" v="1370" actId="6549"/>
          <ac:spMkLst>
            <pc:docMk/>
            <pc:sldMk cId="3794544604" sldId="278"/>
            <ac:spMk id="14" creationId="{99434A8E-90E6-4DB2-953A-B0836CFF9ECF}"/>
          </ac:spMkLst>
        </pc:spChg>
        <pc:spChg chg="add mod">
          <ac:chgData name="Nancy Poppi" userId="6c1fbb60-3a7e-44ed-82bc-cb8f6dba4a6e" providerId="ADAL" clId="{933E7189-4917-48F7-8E1E-61C6B06B7E12}" dt="2020-03-23T12:55:15.333" v="1924" actId="20577"/>
          <ac:spMkLst>
            <pc:docMk/>
            <pc:sldMk cId="3794544604" sldId="278"/>
            <ac:spMk id="15" creationId="{9E8764E1-9D3F-4D1F-945A-BFBFE3BA118B}"/>
          </ac:spMkLst>
        </pc:spChg>
        <pc:spChg chg="add mod">
          <ac:chgData name="Nancy Poppi" userId="6c1fbb60-3a7e-44ed-82bc-cb8f6dba4a6e" providerId="ADAL" clId="{933E7189-4917-48F7-8E1E-61C6B06B7E12}" dt="2020-03-23T10:41:06.185" v="1415" actId="20577"/>
          <ac:spMkLst>
            <pc:docMk/>
            <pc:sldMk cId="3794544604" sldId="278"/>
            <ac:spMk id="16" creationId="{759FAD2B-60DF-44D4-A85C-4CDD0397E27C}"/>
          </ac:spMkLst>
        </pc:spChg>
        <pc:spChg chg="add mod">
          <ac:chgData name="Nancy Poppi" userId="6c1fbb60-3a7e-44ed-82bc-cb8f6dba4a6e" providerId="ADAL" clId="{933E7189-4917-48F7-8E1E-61C6B06B7E12}" dt="2020-03-23T12:52:04.297" v="1860" actId="1035"/>
          <ac:spMkLst>
            <pc:docMk/>
            <pc:sldMk cId="3794544604" sldId="278"/>
            <ac:spMk id="20" creationId="{AFEFD9EF-B320-40BB-BFBE-95235D8A0663}"/>
          </ac:spMkLst>
        </pc:spChg>
        <pc:spChg chg="add del">
          <ac:chgData name="Nancy Poppi" userId="6c1fbb60-3a7e-44ed-82bc-cb8f6dba4a6e" providerId="ADAL" clId="{933E7189-4917-48F7-8E1E-61C6B06B7E12}" dt="2020-03-23T11:13:25.493" v="1821" actId="478"/>
          <ac:spMkLst>
            <pc:docMk/>
            <pc:sldMk cId="3794544604" sldId="278"/>
            <ac:spMk id="21" creationId="{448C1C25-AE16-43CB-9CF6-2D4C8017D3CB}"/>
          </ac:spMkLst>
        </pc:spChg>
        <pc:spChg chg="add del">
          <ac:chgData name="Nancy Poppi" userId="6c1fbb60-3a7e-44ed-82bc-cb8f6dba4a6e" providerId="ADAL" clId="{933E7189-4917-48F7-8E1E-61C6B06B7E12}" dt="2020-03-23T11:13:25.493" v="1821" actId="478"/>
          <ac:spMkLst>
            <pc:docMk/>
            <pc:sldMk cId="3794544604" sldId="278"/>
            <ac:spMk id="24" creationId="{3DE99481-DC8F-4DD4-A5A1-6C1935AFA86A}"/>
          </ac:spMkLst>
        </pc:spChg>
        <pc:picChg chg="add del mod">
          <ac:chgData name="Nancy Poppi" userId="6c1fbb60-3a7e-44ed-82bc-cb8f6dba4a6e" providerId="ADAL" clId="{933E7189-4917-48F7-8E1E-61C6B06B7E12}" dt="2020-03-23T11:15:06.876" v="1830"/>
          <ac:picMkLst>
            <pc:docMk/>
            <pc:sldMk cId="3794544604" sldId="278"/>
            <ac:picMk id="3" creationId="{AB16FB88-70E9-40F1-829C-D00DE6C45EC9}"/>
          </ac:picMkLst>
        </pc:picChg>
        <pc:picChg chg="add mod">
          <ac:chgData name="Nancy Poppi" userId="6c1fbb60-3a7e-44ed-82bc-cb8f6dba4a6e" providerId="ADAL" clId="{933E7189-4917-48F7-8E1E-61C6B06B7E12}" dt="2020-03-23T12:55:12.445" v="1917" actId="1076"/>
          <ac:picMkLst>
            <pc:docMk/>
            <pc:sldMk cId="3794544604" sldId="278"/>
            <ac:picMk id="5" creationId="{0F15BDD3-DECF-4576-8E42-D24F7F6FF40A}"/>
          </ac:picMkLst>
        </pc:picChg>
        <pc:picChg chg="del">
          <ac:chgData name="Nancy Poppi" userId="6c1fbb60-3a7e-44ed-82bc-cb8f6dba4a6e" providerId="ADAL" clId="{933E7189-4917-48F7-8E1E-61C6B06B7E12}" dt="2020-03-23T10:17:41.771" v="482" actId="478"/>
          <ac:picMkLst>
            <pc:docMk/>
            <pc:sldMk cId="3794544604" sldId="278"/>
            <ac:picMk id="5" creationId="{B8BE17BB-8B4C-4C78-8B9F-E6B8E5C22010}"/>
          </ac:picMkLst>
        </pc:picChg>
        <pc:picChg chg="add del mod">
          <ac:chgData name="Nancy Poppi" userId="6c1fbb60-3a7e-44ed-82bc-cb8f6dba4a6e" providerId="ADAL" clId="{933E7189-4917-48F7-8E1E-61C6B06B7E12}" dt="2020-03-23T10:33:30.049" v="887" actId="478"/>
          <ac:picMkLst>
            <pc:docMk/>
            <pc:sldMk cId="3794544604" sldId="278"/>
            <ac:picMk id="6" creationId="{7AF0F078-6CED-4B0B-9016-DAD710FB2D65}"/>
          </ac:picMkLst>
        </pc:picChg>
        <pc:picChg chg="add del mod">
          <ac:chgData name="Nancy Poppi" userId="6c1fbb60-3a7e-44ed-82bc-cb8f6dba4a6e" providerId="ADAL" clId="{933E7189-4917-48F7-8E1E-61C6B06B7E12}" dt="2020-03-23T12:51:36.591" v="1852" actId="478"/>
          <ac:picMkLst>
            <pc:docMk/>
            <pc:sldMk cId="3794544604" sldId="278"/>
            <ac:picMk id="6" creationId="{F7C654D0-C02B-415A-965C-09D7326BA728}"/>
          </ac:picMkLst>
        </pc:picChg>
        <pc:picChg chg="add mod">
          <ac:chgData name="Nancy Poppi" userId="6c1fbb60-3a7e-44ed-82bc-cb8f6dba4a6e" providerId="ADAL" clId="{933E7189-4917-48F7-8E1E-61C6B06B7E12}" dt="2020-03-23T12:51:57.584" v="1858" actId="14100"/>
          <ac:picMkLst>
            <pc:docMk/>
            <pc:sldMk cId="3794544604" sldId="278"/>
            <ac:picMk id="8" creationId="{BD4D7004-C18C-418E-B4D4-F5C57A20CC42}"/>
          </ac:picMkLst>
        </pc:picChg>
        <pc:picChg chg="del">
          <ac:chgData name="Nancy Poppi" userId="6c1fbb60-3a7e-44ed-82bc-cb8f6dba4a6e" providerId="ADAL" clId="{933E7189-4917-48F7-8E1E-61C6B06B7E12}" dt="2020-03-23T10:17:42.661" v="483" actId="478"/>
          <ac:picMkLst>
            <pc:docMk/>
            <pc:sldMk cId="3794544604" sldId="278"/>
            <ac:picMk id="8" creationId="{CA0EFB32-C893-42B9-B980-33E2D3997421}"/>
          </ac:picMkLst>
        </pc:picChg>
        <pc:picChg chg="add mod">
          <ac:chgData name="Nancy Poppi" userId="6c1fbb60-3a7e-44ed-82bc-cb8f6dba4a6e" providerId="ADAL" clId="{933E7189-4917-48F7-8E1E-61C6B06B7E12}" dt="2020-03-23T10:40:24.424" v="1361" actId="1038"/>
          <ac:picMkLst>
            <pc:docMk/>
            <pc:sldMk cId="3794544604" sldId="278"/>
            <ac:picMk id="9" creationId="{976F3F97-C18F-44BB-A420-4668E435923D}"/>
          </ac:picMkLst>
        </pc:picChg>
        <pc:picChg chg="add mod">
          <ac:chgData name="Nancy Poppi" userId="6c1fbb60-3a7e-44ed-82bc-cb8f6dba4a6e" providerId="ADAL" clId="{933E7189-4917-48F7-8E1E-61C6B06B7E12}" dt="2020-03-23T10:40:32.893" v="1364" actId="1035"/>
          <ac:picMkLst>
            <pc:docMk/>
            <pc:sldMk cId="3794544604" sldId="278"/>
            <ac:picMk id="10" creationId="{6BBC164C-EEE7-4350-AAA1-EF679AFC1609}"/>
          </ac:picMkLst>
        </pc:picChg>
        <pc:picChg chg="add del mod">
          <ac:chgData name="Nancy Poppi" userId="6c1fbb60-3a7e-44ed-82bc-cb8f6dba4a6e" providerId="ADAL" clId="{933E7189-4917-48F7-8E1E-61C6B06B7E12}" dt="2020-03-23T10:38:08.848" v="1295" actId="478"/>
          <ac:picMkLst>
            <pc:docMk/>
            <pc:sldMk cId="3794544604" sldId="278"/>
            <ac:picMk id="15" creationId="{B746F833-4509-4910-AD8C-B43C24970CD0}"/>
          </ac:picMkLst>
        </pc:picChg>
        <pc:picChg chg="add del mod">
          <ac:chgData name="Nancy Poppi" userId="6c1fbb60-3a7e-44ed-82bc-cb8f6dba4a6e" providerId="ADAL" clId="{933E7189-4917-48F7-8E1E-61C6B06B7E12}" dt="2020-03-23T12:54:17.227" v="1861" actId="478"/>
          <ac:picMkLst>
            <pc:docMk/>
            <pc:sldMk cId="3794544604" sldId="278"/>
            <ac:picMk id="17" creationId="{5F5D7E9F-748F-4F55-9F07-C6A073922612}"/>
          </ac:picMkLst>
        </pc:picChg>
        <pc:picChg chg="add del mod">
          <ac:chgData name="Nancy Poppi" userId="6c1fbb60-3a7e-44ed-82bc-cb8f6dba4a6e" providerId="ADAL" clId="{933E7189-4917-48F7-8E1E-61C6B06B7E12}" dt="2020-03-23T10:40:05.589" v="1343" actId="478"/>
          <ac:picMkLst>
            <pc:docMk/>
            <pc:sldMk cId="3794544604" sldId="278"/>
            <ac:picMk id="17" creationId="{91AB86E7-073A-4DB2-B468-C704A7A76E83}"/>
          </ac:picMkLst>
        </pc:picChg>
        <pc:picChg chg="add mod">
          <ac:chgData name="Nancy Poppi" userId="6c1fbb60-3a7e-44ed-82bc-cb8f6dba4a6e" providerId="ADAL" clId="{933E7189-4917-48F7-8E1E-61C6B06B7E12}" dt="2020-03-23T10:40:14.315" v="1347" actId="14100"/>
          <ac:picMkLst>
            <pc:docMk/>
            <pc:sldMk cId="3794544604" sldId="278"/>
            <ac:picMk id="18" creationId="{F6265D59-0C4E-4D36-A1AD-EFFB61F64FCD}"/>
          </ac:picMkLst>
        </pc:picChg>
        <pc:picChg chg="add del mod">
          <ac:chgData name="Nancy Poppi" userId="6c1fbb60-3a7e-44ed-82bc-cb8f6dba4a6e" providerId="ADAL" clId="{933E7189-4917-48F7-8E1E-61C6B06B7E12}" dt="2020-03-23T11:13:16.583" v="1819" actId="478"/>
          <ac:picMkLst>
            <pc:docMk/>
            <pc:sldMk cId="3794544604" sldId="278"/>
            <ac:picMk id="19" creationId="{2B8D31F7-E8CF-4FF1-BD4A-5D85918DD40F}"/>
          </ac:picMkLst>
        </pc:picChg>
        <pc:picChg chg="add del">
          <ac:chgData name="Nancy Poppi" userId="6c1fbb60-3a7e-44ed-82bc-cb8f6dba4a6e" providerId="ADAL" clId="{933E7189-4917-48F7-8E1E-61C6B06B7E12}" dt="2020-03-23T11:13:25.493" v="1821" actId="478"/>
          <ac:picMkLst>
            <pc:docMk/>
            <pc:sldMk cId="3794544604" sldId="278"/>
            <ac:picMk id="22" creationId="{2691FE44-5A0A-4A24-9A93-301A5B02BADF}"/>
          </ac:picMkLst>
        </pc:picChg>
        <pc:picChg chg="add del">
          <ac:chgData name="Nancy Poppi" userId="6c1fbb60-3a7e-44ed-82bc-cb8f6dba4a6e" providerId="ADAL" clId="{933E7189-4917-48F7-8E1E-61C6B06B7E12}" dt="2020-03-23T11:13:25.493" v="1821" actId="478"/>
          <ac:picMkLst>
            <pc:docMk/>
            <pc:sldMk cId="3794544604" sldId="278"/>
            <ac:picMk id="23" creationId="{F6C413C0-965C-4DF6-8C71-5D76DDB5EE62}"/>
          </ac:picMkLst>
        </pc:picChg>
        <pc:picChg chg="add mod">
          <ac:chgData name="Nancy Poppi" userId="6c1fbb60-3a7e-44ed-82bc-cb8f6dba4a6e" providerId="ADAL" clId="{933E7189-4917-48F7-8E1E-61C6B06B7E12}" dt="2020-03-23T12:55:08.827" v="1916" actId="1076"/>
          <ac:picMkLst>
            <pc:docMk/>
            <pc:sldMk cId="3794544604" sldId="278"/>
            <ac:picMk id="25" creationId="{455CA562-19BA-4288-8889-E53B4D0E29A9}"/>
          </ac:picMkLst>
        </pc:picChg>
        <pc:picChg chg="del">
          <ac:chgData name="Nancy Poppi" userId="6c1fbb60-3a7e-44ed-82bc-cb8f6dba4a6e" providerId="ADAL" clId="{933E7189-4917-48F7-8E1E-61C6B06B7E12}" dt="2020-03-23T10:15:17.422" v="480" actId="478"/>
          <ac:picMkLst>
            <pc:docMk/>
            <pc:sldMk cId="3794544604" sldId="278"/>
            <ac:picMk id="25" creationId="{A37662F3-0D10-4A5F-8AFA-DB547DE2B1DD}"/>
          </ac:picMkLst>
        </pc:picChg>
      </pc:sldChg>
      <pc:sldChg chg="addSp delSp modSp">
        <pc:chgData name="Nancy Poppi" userId="6c1fbb60-3a7e-44ed-82bc-cb8f6dba4a6e" providerId="ADAL" clId="{933E7189-4917-48F7-8E1E-61C6B06B7E12}" dt="2020-03-23T13:22:40.511" v="2231" actId="167"/>
        <pc:sldMkLst>
          <pc:docMk/>
          <pc:sldMk cId="4074604457" sldId="279"/>
        </pc:sldMkLst>
        <pc:spChg chg="mod">
          <ac:chgData name="Nancy Poppi" userId="6c1fbb60-3a7e-44ed-82bc-cb8f6dba4a6e" providerId="ADAL" clId="{933E7189-4917-48F7-8E1E-61C6B06B7E12}" dt="2020-03-23T10:56:12.687" v="1742" actId="122"/>
          <ac:spMkLst>
            <pc:docMk/>
            <pc:sldMk cId="4074604457" sldId="279"/>
            <ac:spMk id="2" creationId="{00000000-0000-0000-0000-000000000000}"/>
          </ac:spMkLst>
        </pc:spChg>
        <pc:spChg chg="del mod">
          <ac:chgData name="Nancy Poppi" userId="6c1fbb60-3a7e-44ed-82bc-cb8f6dba4a6e" providerId="ADAL" clId="{933E7189-4917-48F7-8E1E-61C6B06B7E12}" dt="2020-03-23T10:55:58.938" v="1738" actId="478"/>
          <ac:spMkLst>
            <pc:docMk/>
            <pc:sldMk cId="4074604457" sldId="279"/>
            <ac:spMk id="7" creationId="{00000000-0000-0000-0000-000000000000}"/>
          </ac:spMkLst>
        </pc:spChg>
        <pc:spChg chg="mod">
          <ac:chgData name="Nancy Poppi" userId="6c1fbb60-3a7e-44ed-82bc-cb8f6dba4a6e" providerId="ADAL" clId="{933E7189-4917-48F7-8E1E-61C6B06B7E12}" dt="2020-03-23T10:56:16.772" v="1743" actId="20577"/>
          <ac:spMkLst>
            <pc:docMk/>
            <pc:sldMk cId="4074604457" sldId="279"/>
            <ac:spMk id="13" creationId="{BCB43D7D-3C77-40A6-A609-3FAE82FFB533}"/>
          </ac:spMkLst>
        </pc:spChg>
        <pc:spChg chg="mod">
          <ac:chgData name="Nancy Poppi" userId="6c1fbb60-3a7e-44ed-82bc-cb8f6dba4a6e" providerId="ADAL" clId="{933E7189-4917-48F7-8E1E-61C6B06B7E12}" dt="2020-03-23T10:55:47.240" v="1737" actId="20577"/>
          <ac:spMkLst>
            <pc:docMk/>
            <pc:sldMk cId="4074604457" sldId="279"/>
            <ac:spMk id="14" creationId="{99434A8E-90E6-4DB2-953A-B0836CFF9ECF}"/>
          </ac:spMkLst>
        </pc:spChg>
        <pc:spChg chg="add mod">
          <ac:chgData name="Nancy Poppi" userId="6c1fbb60-3a7e-44ed-82bc-cb8f6dba4a6e" providerId="ADAL" clId="{933E7189-4917-48F7-8E1E-61C6B06B7E12}" dt="2020-03-23T13:21:29.874" v="2221" actId="1076"/>
          <ac:spMkLst>
            <pc:docMk/>
            <pc:sldMk cId="4074604457" sldId="279"/>
            <ac:spMk id="15" creationId="{A79FCF93-2AA9-43CF-9055-8BEB3137CDB5}"/>
          </ac:spMkLst>
        </pc:spChg>
        <pc:picChg chg="add del mod">
          <ac:chgData name="Nancy Poppi" userId="6c1fbb60-3a7e-44ed-82bc-cb8f6dba4a6e" providerId="ADAL" clId="{933E7189-4917-48F7-8E1E-61C6B06B7E12}" dt="2020-03-23T10:53:52.274" v="1421" actId="478"/>
          <ac:picMkLst>
            <pc:docMk/>
            <pc:sldMk cId="4074604457" sldId="279"/>
            <ac:picMk id="3" creationId="{DFE40AD4-617A-4FF6-9DF1-CDB4B792A8F6}"/>
          </ac:picMkLst>
        </pc:picChg>
        <pc:picChg chg="add mod">
          <ac:chgData name="Nancy Poppi" userId="6c1fbb60-3a7e-44ed-82bc-cb8f6dba4a6e" providerId="ADAL" clId="{933E7189-4917-48F7-8E1E-61C6B06B7E12}" dt="2020-03-23T10:54:09.644" v="1427" actId="14100"/>
          <ac:picMkLst>
            <pc:docMk/>
            <pc:sldMk cId="4074604457" sldId="279"/>
            <ac:picMk id="5" creationId="{E25918A3-3AD8-4DED-A5D2-FCE046AB0B31}"/>
          </ac:picMkLst>
        </pc:picChg>
        <pc:picChg chg="add mod">
          <ac:chgData name="Nancy Poppi" userId="6c1fbb60-3a7e-44ed-82bc-cb8f6dba4a6e" providerId="ADAL" clId="{933E7189-4917-48F7-8E1E-61C6B06B7E12}" dt="2020-03-23T13:16:05.173" v="1938" actId="1076"/>
          <ac:picMkLst>
            <pc:docMk/>
            <pc:sldMk cId="4074604457" sldId="279"/>
            <ac:picMk id="6" creationId="{FA501BB9-D03C-42B3-B8F1-3DB7FC0515A8}"/>
          </ac:picMkLst>
        </pc:picChg>
        <pc:picChg chg="add del mod">
          <ac:chgData name="Nancy Poppi" userId="6c1fbb60-3a7e-44ed-82bc-cb8f6dba4a6e" providerId="ADAL" clId="{933E7189-4917-48F7-8E1E-61C6B06B7E12}" dt="2020-03-23T13:22:17.394" v="2222" actId="478"/>
          <ac:picMkLst>
            <pc:docMk/>
            <pc:sldMk cId="4074604457" sldId="279"/>
            <ac:picMk id="8" creationId="{67D2D82C-F535-405C-A0C5-B50736E2C908}"/>
          </ac:picMkLst>
        </pc:picChg>
        <pc:picChg chg="add mod ord">
          <ac:chgData name="Nancy Poppi" userId="6c1fbb60-3a7e-44ed-82bc-cb8f6dba4a6e" providerId="ADAL" clId="{933E7189-4917-48F7-8E1E-61C6B06B7E12}" dt="2020-03-23T13:22:40.511" v="2231" actId="167"/>
          <ac:picMkLst>
            <pc:docMk/>
            <pc:sldMk cId="4074604457" sldId="279"/>
            <ac:picMk id="16" creationId="{ED51CC9C-341A-4AFB-A5A6-623A08DC6534}"/>
          </ac:picMkLst>
        </pc:picChg>
        <pc:cxnChg chg="add mod">
          <ac:chgData name="Nancy Poppi" userId="6c1fbb60-3a7e-44ed-82bc-cb8f6dba4a6e" providerId="ADAL" clId="{933E7189-4917-48F7-8E1E-61C6B06B7E12}" dt="2020-03-23T13:18:54.128" v="1968" actId="1038"/>
          <ac:cxnSpMkLst>
            <pc:docMk/>
            <pc:sldMk cId="4074604457" sldId="279"/>
            <ac:cxnSpMk id="10" creationId="{20BB1623-7D61-4BA7-8718-82010224836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BCB8B5-4596-479F-9BFB-1DF036571CDE}" type="datetimeFigureOut">
              <a:rPr lang="es-ES" smtClean="0"/>
              <a:t>25/03/2020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4F048-580A-4815-8A32-8E5A4704B61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6411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04F048-580A-4815-8A32-8E5A4704B61D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2458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04F048-580A-4815-8A32-8E5A4704B61D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0483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0058400" cy="914400"/>
          </a:xfrm>
          <a:custGeom>
            <a:avLst/>
            <a:gdLst/>
            <a:ahLst/>
            <a:cxnLst/>
            <a:rect l="l" t="t" r="r" b="b"/>
            <a:pathLst>
              <a:path w="10058400" h="914400">
                <a:moveTo>
                  <a:pt x="100584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914400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Gadugi"/>
                <a:cs typeface="Gadug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Gadugi"/>
                <a:cs typeface="Gadug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220687" y="3311100"/>
            <a:ext cx="4509134" cy="4123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6264A7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Gadugi"/>
                <a:cs typeface="Gadug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6674" y="147378"/>
            <a:ext cx="9605051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Gadugi"/>
                <a:cs typeface="Gadug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7010" y="838200"/>
            <a:ext cx="9648990" cy="1262525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ES" sz="2800" b="1" spc="-5" dirty="0">
                <a:solidFill>
                  <a:srgbClr val="6264A7"/>
                </a:solidFill>
                <a:latin typeface="Segoe UI Light"/>
                <a:cs typeface="Segoe UI Light"/>
              </a:rPr>
              <a:t>#</a:t>
            </a:r>
            <a:r>
              <a:rPr lang="es-ES" sz="2800" b="1" spc="-5" dirty="0" err="1">
                <a:solidFill>
                  <a:srgbClr val="6264A7"/>
                </a:solidFill>
                <a:latin typeface="Segoe UI Light"/>
                <a:cs typeface="Segoe UI Light"/>
              </a:rPr>
              <a:t>yomequedoencasa</a:t>
            </a:r>
            <a:r>
              <a:rPr lang="es-ES" sz="2800" spc="-5" dirty="0">
                <a:solidFill>
                  <a:srgbClr val="6264A7"/>
                </a:solidFill>
                <a:latin typeface="Segoe UI Light"/>
                <a:cs typeface="Segoe UI Light"/>
              </a:rPr>
              <a:t> - </a:t>
            </a:r>
            <a:r>
              <a:rPr lang="es-ES"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no </a:t>
            </a:r>
            <a:r>
              <a:rPr lang="es-ES" sz="2800" spc="-5" dirty="0">
                <a:solidFill>
                  <a:srgbClr val="6264A7"/>
                </a:solidFill>
                <a:latin typeface="Segoe UI Light"/>
                <a:cs typeface="Segoe UI Light"/>
              </a:rPr>
              <a:t>implica</a:t>
            </a:r>
            <a:r>
              <a:rPr lang="es-ES"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 que tengas que estar solo!</a:t>
            </a: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endParaRPr lang="es-ES" sz="900" spc="-5" dirty="0">
              <a:solidFill>
                <a:srgbClr val="6264A7"/>
              </a:solidFill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</a:pPr>
            <a:r>
              <a:rPr lang="es-ES" sz="2800" spc="-5" dirty="0">
                <a:solidFill>
                  <a:srgbClr val="6264A7"/>
                </a:solidFill>
                <a:latin typeface="Segoe UI Light"/>
                <a:cs typeface="Segoe UI Light"/>
              </a:rPr>
              <a:t>Crea una </a:t>
            </a:r>
            <a:r>
              <a:rPr lang="es-ES" sz="2800" b="1" spc="-5" dirty="0">
                <a:solidFill>
                  <a:srgbClr val="6264A7"/>
                </a:solidFill>
                <a:latin typeface="Segoe UI Light"/>
                <a:cs typeface="Segoe UI Light"/>
              </a:rPr>
              <a:t>Sala de Café Virtual </a:t>
            </a:r>
            <a:r>
              <a:rPr lang="es-ES" sz="2800" spc="-5" dirty="0">
                <a:solidFill>
                  <a:srgbClr val="6264A7"/>
                </a:solidFill>
                <a:latin typeface="Segoe UI Light"/>
                <a:cs typeface="Segoe UI Light"/>
              </a:rPr>
              <a:t>para tu equipo de trabajo 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6674" y="147378"/>
            <a:ext cx="36817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Microsoft</a:t>
            </a:r>
            <a:r>
              <a:rPr spc="-35" dirty="0"/>
              <a:t> </a:t>
            </a:r>
            <a:r>
              <a:rPr spc="-95" dirty="0"/>
              <a:t>Teams</a:t>
            </a:r>
          </a:p>
        </p:txBody>
      </p:sp>
      <p:sp>
        <p:nvSpPr>
          <p:cNvPr id="4" name="object 4"/>
          <p:cNvSpPr/>
          <p:nvPr/>
        </p:nvSpPr>
        <p:spPr>
          <a:xfrm>
            <a:off x="8711183" y="0"/>
            <a:ext cx="1331975" cy="5989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8947711-BA2B-4B3D-8F3F-CBB507BA6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17" y="3429000"/>
            <a:ext cx="541294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C84669E-7EFB-49A6-9EC3-6D5AF34AB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912452"/>
            <a:ext cx="1624474" cy="288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7A1BAA7-DF33-4342-ACDD-27D3034DD491}"/>
              </a:ext>
            </a:extLst>
          </p:cNvPr>
          <p:cNvSpPr/>
          <p:nvPr/>
        </p:nvSpPr>
        <p:spPr>
          <a:xfrm>
            <a:off x="150474" y="2258524"/>
            <a:ext cx="67075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45"/>
              </a:spcBef>
            </a:pPr>
            <a:r>
              <a:rPr lang="es-ES" b="1" spc="-5" dirty="0">
                <a:solidFill>
                  <a:srgbClr val="6264A7"/>
                </a:solidFill>
                <a:latin typeface="Segoe UI Light"/>
                <a:cs typeface="Segoe UI Light"/>
              </a:rPr>
              <a:t>Y accede desde el Móvil o desde tu aplicación Web o de escritorio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F7801B-4515-41E9-A10F-B23204BA1D78}"/>
              </a:ext>
            </a:extLst>
          </p:cNvPr>
          <p:cNvSpPr/>
          <p:nvPr/>
        </p:nvSpPr>
        <p:spPr>
          <a:xfrm>
            <a:off x="6797042" y="2459265"/>
            <a:ext cx="3108958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45"/>
              </a:spcBef>
              <a:buFont typeface="Arial" panose="020B0604020202020204" pitchFamily="34" charset="0"/>
              <a:buChar char="•"/>
            </a:pPr>
            <a:r>
              <a:rPr lang="es-ES" b="1" spc="-5" dirty="0">
                <a:solidFill>
                  <a:srgbClr val="6264A7"/>
                </a:solidFill>
                <a:latin typeface="Segoe UI Light"/>
                <a:cs typeface="Segoe UI Light"/>
              </a:rPr>
              <a:t>Crea una reunión de Teams de 24x7 para los próximos días</a:t>
            </a:r>
          </a:p>
          <a:p>
            <a:pPr marL="298450" indent="-285750">
              <a:lnSpc>
                <a:spcPct val="100000"/>
              </a:lnSpc>
              <a:spcBef>
                <a:spcPts val="1245"/>
              </a:spcBef>
              <a:buFont typeface="Arial" panose="020B0604020202020204" pitchFamily="34" charset="0"/>
              <a:buChar char="•"/>
            </a:pPr>
            <a:r>
              <a:rPr lang="es-ES" b="1" spc="-5" dirty="0">
                <a:solidFill>
                  <a:srgbClr val="6264A7"/>
                </a:solidFill>
                <a:latin typeface="Segoe UI Light"/>
                <a:cs typeface="Segoe UI Light"/>
              </a:rPr>
              <a:t>Invita a tu equipo de trabajo</a:t>
            </a:r>
          </a:p>
          <a:p>
            <a:pPr marL="298450" indent="-285750">
              <a:lnSpc>
                <a:spcPct val="100000"/>
              </a:lnSpc>
              <a:spcBef>
                <a:spcPts val="1245"/>
              </a:spcBef>
              <a:buFont typeface="Arial" panose="020B0604020202020204" pitchFamily="34" charset="0"/>
              <a:buChar char="•"/>
            </a:pPr>
            <a:r>
              <a:rPr lang="es-ES" b="1" spc="-5" dirty="0">
                <a:solidFill>
                  <a:srgbClr val="6264A7"/>
                </a:solidFill>
                <a:latin typeface="Segoe UI Light"/>
                <a:cs typeface="Segoe UI Light"/>
              </a:rPr>
              <a:t>Inicia la reunión para darles la bienvenida</a:t>
            </a:r>
          </a:p>
          <a:p>
            <a:pPr marL="298450" indent="-285750">
              <a:lnSpc>
                <a:spcPct val="100000"/>
              </a:lnSpc>
              <a:spcBef>
                <a:spcPts val="1245"/>
              </a:spcBef>
              <a:buFont typeface="Arial" panose="020B0604020202020204" pitchFamily="34" charset="0"/>
              <a:buChar char="•"/>
            </a:pPr>
            <a:r>
              <a:rPr lang="es-ES" b="1" spc="-5" dirty="0">
                <a:solidFill>
                  <a:srgbClr val="6264A7"/>
                </a:solidFill>
                <a:latin typeface="Segoe UI Light"/>
                <a:cs typeface="Segoe UI Light"/>
              </a:rPr>
              <a:t>Recuérdales que pueden entrar a la sala cuando quieran, como si estuvieran en la cafetería del trabajo!</a:t>
            </a:r>
          </a:p>
          <a:p>
            <a:pPr marL="298450" indent="-285750">
              <a:lnSpc>
                <a:spcPct val="100000"/>
              </a:lnSpc>
              <a:spcBef>
                <a:spcPts val="1245"/>
              </a:spcBef>
              <a:buFont typeface="Arial" panose="020B0604020202020204" pitchFamily="34" charset="0"/>
              <a:buChar char="•"/>
            </a:pPr>
            <a:r>
              <a:rPr lang="es-ES" b="1" spc="-5" dirty="0">
                <a:solidFill>
                  <a:srgbClr val="6264A7"/>
                </a:solidFill>
                <a:latin typeface="Segoe UI Light"/>
                <a:cs typeface="Segoe UI Light"/>
              </a:rPr>
              <a:t>Cada vez que alguien entra en la sala, se avisa al equipo que </a:t>
            </a:r>
            <a:r>
              <a:rPr lang="es-ES" b="1" spc="-5">
                <a:solidFill>
                  <a:srgbClr val="6264A7"/>
                </a:solidFill>
                <a:latin typeface="Segoe UI Light"/>
                <a:cs typeface="Segoe UI Light"/>
              </a:rPr>
              <a:t>alguien ha </a:t>
            </a:r>
            <a:r>
              <a:rPr lang="es-ES" b="1" spc="-5" dirty="0">
                <a:solidFill>
                  <a:srgbClr val="6264A7"/>
                </a:solidFill>
                <a:latin typeface="Segoe UI Light"/>
                <a:cs typeface="Segoe UI Light"/>
              </a:rPr>
              <a:t>entrado, por si puedes unirte.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96069E-FD63-4DC8-A044-40F4D4E11362}"/>
              </a:ext>
            </a:extLst>
          </p:cNvPr>
          <p:cNvSpPr/>
          <p:nvPr/>
        </p:nvSpPr>
        <p:spPr>
          <a:xfrm>
            <a:off x="381000" y="6781800"/>
            <a:ext cx="5943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lang="es-ES" b="1" spc="-5" dirty="0">
                <a:solidFill>
                  <a:srgbClr val="6264A7"/>
                </a:solidFill>
                <a:latin typeface="Segoe UI Light"/>
                <a:cs typeface="Segoe UI Light"/>
              </a:rPr>
              <a:t>Verás como empiezas a hablar con mucha gente con la que antes no te cruzabas, y tu día se hace más divertido!</a:t>
            </a:r>
          </a:p>
        </p:txBody>
      </p:sp>
    </p:spTree>
    <p:extLst>
      <p:ext uri="{BB962C8B-B14F-4D97-AF65-F5344CB8AC3E}">
        <p14:creationId xmlns:p14="http://schemas.microsoft.com/office/powerpoint/2010/main" val="4157175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6570" y="934132"/>
            <a:ext cx="4640567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0" i="0" u="none" strike="noStrike" kern="1200" cap="none" spc="-5" normalizeH="0" baseline="0" noProof="0" dirty="0">
                <a:ln>
                  <a:noFill/>
                </a:ln>
                <a:solidFill>
                  <a:srgbClr val="6264A7"/>
                </a:solidFill>
                <a:effectLst/>
                <a:uLnTx/>
                <a:uFillTx/>
                <a:latin typeface="Segoe UI Light"/>
                <a:ea typeface="+mn-ea"/>
                <a:cs typeface="Segoe UI Light"/>
              </a:rPr>
              <a:t>Convoca una reunión desde Outlook invitando a tu equipo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/>
              <a:ea typeface="+mn-ea"/>
              <a:cs typeface="Segoe U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12435" y="1231391"/>
            <a:ext cx="0" cy="6172200"/>
          </a:xfrm>
          <a:custGeom>
            <a:avLst/>
            <a:gdLst/>
            <a:ahLst/>
            <a:cxnLst/>
            <a:rect l="l" t="t" r="r" b="b"/>
            <a:pathLst>
              <a:path h="6172200">
                <a:moveTo>
                  <a:pt x="0" y="0"/>
                </a:moveTo>
                <a:lnTo>
                  <a:pt x="0" y="6172200"/>
                </a:lnTo>
              </a:path>
            </a:pathLst>
          </a:custGeom>
          <a:ln w="4572">
            <a:solidFill>
              <a:srgbClr val="5050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0"/>
            <a:ext cx="10058400" cy="914400"/>
          </a:xfrm>
          <a:custGeom>
            <a:avLst/>
            <a:gdLst/>
            <a:ahLst/>
            <a:cxnLst/>
            <a:rect l="l" t="t" r="r" b="b"/>
            <a:pathLst>
              <a:path w="10058400" h="914400">
                <a:moveTo>
                  <a:pt x="100584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914400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26674" y="145891"/>
            <a:ext cx="36817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Microsoft</a:t>
            </a:r>
            <a:r>
              <a:rPr spc="-35" dirty="0"/>
              <a:t> </a:t>
            </a:r>
            <a:r>
              <a:rPr spc="-95" dirty="0"/>
              <a:t>Teams</a:t>
            </a: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BCB43D7D-3C77-40A6-A609-3FAE82FFB533}"/>
              </a:ext>
            </a:extLst>
          </p:cNvPr>
          <p:cNvSpPr txBox="1"/>
          <p:nvPr/>
        </p:nvSpPr>
        <p:spPr>
          <a:xfrm>
            <a:off x="5257800" y="925120"/>
            <a:ext cx="4371963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0" i="0" u="none" strike="noStrike" kern="1200" cap="none" spc="-5" normalizeH="0" baseline="0" noProof="0" dirty="0">
                <a:ln>
                  <a:noFill/>
                </a:ln>
                <a:solidFill>
                  <a:srgbClr val="6264A7"/>
                </a:solidFill>
                <a:effectLst/>
                <a:uLnTx/>
                <a:uFillTx/>
                <a:latin typeface="Segoe UI Light"/>
                <a:ea typeface="+mn-ea"/>
                <a:cs typeface="Segoe UI Light"/>
              </a:rPr>
              <a:t>Convoca una reunión desde Teams invitando a tu equipo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/>
              <a:ea typeface="+mn-ea"/>
              <a:cs typeface="Segoe UI Light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99434A8E-90E6-4DB2-953A-B0836CFF9ECF}"/>
              </a:ext>
            </a:extLst>
          </p:cNvPr>
          <p:cNvSpPr txBox="1"/>
          <p:nvPr/>
        </p:nvSpPr>
        <p:spPr>
          <a:xfrm>
            <a:off x="5257800" y="2110845"/>
            <a:ext cx="4640580" cy="10637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24485" lvl="0" indent="0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8385" algn="l"/>
              </a:tabLst>
              <a:defRPr/>
            </a:pPr>
            <a:r>
              <a:rPr kumimoji="0" lang="es-ES" sz="9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Acceda al icono de Calendario                   en el menú izquierdo de Teams, y </a:t>
            </a:r>
          </a:p>
          <a:p>
            <a:pPr marL="12700" marR="324485" lvl="0" indent="0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8385" algn="l"/>
              </a:tabLst>
              <a:defRPr/>
            </a:pPr>
            <a:endParaRPr lang="es-ES" sz="900" i="1" spc="-5" dirty="0">
              <a:solidFill>
                <a:prstClr val="black"/>
              </a:solidFill>
              <a:latin typeface="Segoe UI"/>
              <a:cs typeface="Segoe UI"/>
            </a:endParaRPr>
          </a:p>
          <a:p>
            <a:pPr marL="12700" marR="324485" lvl="0" indent="0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8385" algn="l"/>
              </a:tabLst>
              <a:defRPr/>
            </a:pPr>
            <a:r>
              <a:rPr kumimoji="0" lang="es-ES" sz="9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seleccione Nueva Reunión en el área superior izquierda</a:t>
            </a:r>
          </a:p>
          <a:p>
            <a:pPr marL="12700" marR="324485" lvl="0" indent="0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8385" algn="l"/>
              </a:tabLst>
              <a:defRPr/>
            </a:pPr>
            <a:endParaRPr lang="es-ES" sz="900" i="1" spc="-5" dirty="0">
              <a:solidFill>
                <a:prstClr val="black"/>
              </a:solidFill>
              <a:latin typeface="Segoe UI"/>
              <a:cs typeface="Segoe UI"/>
            </a:endParaRPr>
          </a:p>
          <a:p>
            <a:pPr marL="12700" marR="324485" lvl="0" indent="0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8385" algn="l"/>
              </a:tabLst>
              <a:defRPr/>
            </a:pP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6F3F97-C18F-44BB-A420-4668E4359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015836"/>
            <a:ext cx="381000" cy="3463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BC164C-EEE7-4350-AAA1-EF679AFC1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2286000"/>
            <a:ext cx="1736534" cy="67296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59FAD2B-60DF-44D4-A85C-4CDD0397E27C}"/>
              </a:ext>
            </a:extLst>
          </p:cNvPr>
          <p:cNvSpPr/>
          <p:nvPr/>
        </p:nvSpPr>
        <p:spPr>
          <a:xfrm>
            <a:off x="5183133" y="2766473"/>
            <a:ext cx="5029200" cy="13388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 marR="324485" lvl="0">
              <a:spcBef>
                <a:spcPts val="685"/>
              </a:spcBef>
              <a:tabLst>
                <a:tab pos="2318385" algn="l"/>
              </a:tabLst>
              <a:defRPr/>
            </a:pPr>
            <a:r>
              <a:rPr lang="es-ES" sz="900" i="1" spc="-5" dirty="0">
                <a:solidFill>
                  <a:prstClr val="black"/>
                </a:solidFill>
                <a:latin typeface="Segoe UI"/>
                <a:cs typeface="Segoe UI"/>
              </a:rPr>
              <a:t>AL programar la reunión recuerde: </a:t>
            </a:r>
          </a:p>
          <a:p>
            <a:pPr marR="324485" lvl="0" indent="-171450">
              <a:buFontTx/>
              <a:buChar char="-"/>
              <a:tabLst>
                <a:tab pos="2318385" algn="l"/>
              </a:tabLst>
              <a:defRPr/>
            </a:pPr>
            <a:r>
              <a:rPr lang="es-ES" sz="900" i="1" spc="-5" dirty="0">
                <a:solidFill>
                  <a:prstClr val="black"/>
                </a:solidFill>
                <a:latin typeface="Segoe UI"/>
                <a:cs typeface="Segoe UI"/>
              </a:rPr>
              <a:t>Señalar el Titulo de la Reunión: (Ej. Sala de café)</a:t>
            </a:r>
          </a:p>
          <a:p>
            <a:pPr marR="324485" lvl="0" indent="-171450">
              <a:buFontTx/>
              <a:buChar char="-"/>
              <a:tabLst>
                <a:tab pos="2318385" algn="l"/>
              </a:tabLst>
              <a:defRPr/>
            </a:pPr>
            <a:r>
              <a:rPr lang="es-ES" sz="900" i="1" spc="-5" dirty="0">
                <a:solidFill>
                  <a:prstClr val="black"/>
                </a:solidFill>
                <a:latin typeface="Segoe UI"/>
                <a:cs typeface="Segoe UI"/>
              </a:rPr>
              <a:t>Agregue a las personas que Ud. quiera que participen en esta sala (Reunión virtual)</a:t>
            </a:r>
          </a:p>
          <a:p>
            <a:pPr marR="324485" lvl="0" indent="-171450">
              <a:buFontTx/>
              <a:buChar char="-"/>
              <a:tabLst>
                <a:tab pos="2318385" algn="l"/>
              </a:tabLst>
              <a:defRPr/>
            </a:pPr>
            <a:r>
              <a:rPr lang="es-ES" sz="900" i="1" spc="-5" dirty="0">
                <a:solidFill>
                  <a:prstClr val="black"/>
                </a:solidFill>
                <a:latin typeface="Segoe UI"/>
                <a:cs typeface="Segoe UI"/>
              </a:rPr>
              <a:t>Seleccione la duración de la Reunión (Ej. desde el 23 de Marzo hasta el 30 de Abril)</a:t>
            </a:r>
          </a:p>
          <a:p>
            <a:pPr marR="324485" lvl="0" indent="-171450">
              <a:buFontTx/>
              <a:buChar char="-"/>
              <a:tabLst>
                <a:tab pos="2318385" algn="l"/>
              </a:tabLst>
              <a:defRPr/>
            </a:pPr>
            <a:r>
              <a:rPr lang="es-ES" sz="900" i="1" spc="-5" dirty="0">
                <a:solidFill>
                  <a:prstClr val="black"/>
                </a:solidFill>
                <a:latin typeface="Segoe UI"/>
                <a:cs typeface="Segoe UI"/>
              </a:rPr>
              <a:t>Seleccione la franja horaria (Ej. todo el Día)</a:t>
            </a:r>
          </a:p>
          <a:p>
            <a:pPr marR="324485" lvl="0" indent="-171450">
              <a:buFontTx/>
              <a:buChar char="-"/>
              <a:tabLst>
                <a:tab pos="2318385" algn="l"/>
              </a:tabLst>
              <a:defRPr/>
            </a:pPr>
            <a:r>
              <a:rPr lang="es-ES" sz="900" i="1" spc="-5" dirty="0">
                <a:solidFill>
                  <a:prstClr val="black"/>
                </a:solidFill>
                <a:latin typeface="Segoe UI"/>
                <a:cs typeface="Segoe UI"/>
              </a:rPr>
              <a:t>Seleccione la repetición (Ej. Ocurre cada día)</a:t>
            </a:r>
          </a:p>
          <a:p>
            <a:pPr marR="324485" lvl="0" indent="-171450">
              <a:buFontTx/>
              <a:buChar char="-"/>
              <a:tabLst>
                <a:tab pos="2318385" algn="l"/>
              </a:tabLst>
              <a:defRPr/>
            </a:pPr>
            <a:r>
              <a:rPr lang="es-ES" sz="900" i="1" spc="-5" dirty="0">
                <a:solidFill>
                  <a:prstClr val="black"/>
                </a:solidFill>
                <a:latin typeface="Segoe UI"/>
                <a:cs typeface="Segoe UI"/>
              </a:rPr>
              <a:t>Escriba la Descripción de la Reunión</a:t>
            </a:r>
          </a:p>
          <a:p>
            <a:pPr marR="324485" lvl="0" indent="-171450">
              <a:buFontTx/>
              <a:buChar char="-"/>
              <a:tabLst>
                <a:tab pos="2318385" algn="l"/>
              </a:tabLst>
              <a:defRPr/>
            </a:pPr>
            <a:r>
              <a:rPr lang="es-ES" sz="900" i="1" spc="-5" dirty="0">
                <a:solidFill>
                  <a:prstClr val="black"/>
                </a:solidFill>
                <a:latin typeface="Segoe UI"/>
                <a:cs typeface="Segoe UI"/>
              </a:rPr>
              <a:t>Pinche en Guardar para convocar la reunión</a:t>
            </a:r>
          </a:p>
          <a:p>
            <a:pPr marR="324485" lvl="0" indent="-171450">
              <a:buFontTx/>
              <a:buChar char="-"/>
              <a:tabLst>
                <a:tab pos="2318385" algn="l"/>
              </a:tabLst>
              <a:defRPr/>
            </a:pPr>
            <a:r>
              <a:rPr lang="es-ES" sz="900" i="1" spc="-5" dirty="0">
                <a:solidFill>
                  <a:prstClr val="black"/>
                </a:solidFill>
                <a:latin typeface="Segoe UI"/>
                <a:cs typeface="Segoe UI"/>
              </a:rPr>
              <a:t>Al programarla desde Teams no tendrá la opción de seleccionar “libre / free”.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6265D59-0C4E-4D36-A1AD-EFFB61F64F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3321" y="4317491"/>
            <a:ext cx="4655058" cy="3298070"/>
          </a:xfrm>
          <a:prstGeom prst="rect">
            <a:avLst/>
          </a:prstGeom>
        </p:spPr>
      </p:pic>
      <p:sp>
        <p:nvSpPr>
          <p:cNvPr id="15" name="object 7">
            <a:extLst>
              <a:ext uri="{FF2B5EF4-FFF2-40B4-BE49-F238E27FC236}">
                <a16:creationId xmlns:a16="http://schemas.microsoft.com/office/drawing/2014/main" id="{9E8764E1-9D3F-4D1F-945A-BFBFE3BA118B}"/>
              </a:ext>
            </a:extLst>
          </p:cNvPr>
          <p:cNvSpPr txBox="1"/>
          <p:nvPr/>
        </p:nvSpPr>
        <p:spPr>
          <a:xfrm>
            <a:off x="201158" y="1989514"/>
            <a:ext cx="4640580" cy="835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24485" lvl="0" indent="0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8385" algn="l"/>
              </a:tabLst>
              <a:defRPr/>
            </a:pPr>
            <a:r>
              <a:rPr kumimoji="0" lang="es-ES" sz="9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Abra su correo de Outlook</a:t>
            </a:r>
          </a:p>
          <a:p>
            <a:pPr marL="12700" marR="324485" lvl="0" indent="0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8385" algn="l"/>
              </a:tabLst>
              <a:defRPr/>
            </a:pPr>
            <a:r>
              <a:rPr kumimoji="0" lang="es-ES" sz="9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seleccione Nueva Reunión o nueva reunión de Teams</a:t>
            </a:r>
          </a:p>
          <a:p>
            <a:pPr marL="12700" marR="324485" lvl="0" indent="0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8385" algn="l"/>
              </a:tabLst>
              <a:defRPr/>
            </a:pPr>
            <a:endParaRPr lang="es-ES" sz="900" i="1" spc="-5" dirty="0">
              <a:solidFill>
                <a:prstClr val="black"/>
              </a:solidFill>
              <a:latin typeface="Segoe UI"/>
              <a:cs typeface="Segoe UI"/>
            </a:endParaRPr>
          </a:p>
          <a:p>
            <a:pPr marL="12700" marR="324485" lvl="0" indent="0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8385" algn="l"/>
              </a:tabLst>
              <a:defRPr/>
            </a:pP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EFD9EF-B320-40BB-BFBE-95235D8A0663}"/>
              </a:ext>
            </a:extLst>
          </p:cNvPr>
          <p:cNvSpPr/>
          <p:nvPr/>
        </p:nvSpPr>
        <p:spPr>
          <a:xfrm>
            <a:off x="165392" y="2407384"/>
            <a:ext cx="50292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 marR="324485" lvl="0">
              <a:spcBef>
                <a:spcPts val="685"/>
              </a:spcBef>
              <a:tabLst>
                <a:tab pos="2318385" algn="l"/>
              </a:tabLst>
              <a:defRPr/>
            </a:pPr>
            <a:r>
              <a:rPr lang="es-ES" sz="900" i="1" spc="-5" dirty="0">
                <a:solidFill>
                  <a:prstClr val="black"/>
                </a:solidFill>
                <a:latin typeface="Segoe UI"/>
                <a:cs typeface="Segoe UI"/>
              </a:rPr>
              <a:t>Al programar la reunión recuerde: </a:t>
            </a:r>
          </a:p>
          <a:p>
            <a:pPr marR="324485" lvl="0" indent="-171450">
              <a:buFontTx/>
              <a:buChar char="-"/>
              <a:tabLst>
                <a:tab pos="2318385" algn="l"/>
              </a:tabLst>
              <a:defRPr/>
            </a:pPr>
            <a:r>
              <a:rPr lang="es-ES" sz="900" i="1" spc="-5" dirty="0">
                <a:solidFill>
                  <a:prstClr val="black"/>
                </a:solidFill>
                <a:latin typeface="Segoe UI"/>
                <a:cs typeface="Segoe UI"/>
              </a:rPr>
              <a:t>Señalar el Titulo de la Reunión: (Ej. Sala de café)</a:t>
            </a:r>
          </a:p>
          <a:p>
            <a:pPr marR="324485" lvl="0" indent="-171450">
              <a:buFontTx/>
              <a:buChar char="-"/>
              <a:tabLst>
                <a:tab pos="2318385" algn="l"/>
              </a:tabLst>
              <a:defRPr/>
            </a:pPr>
            <a:r>
              <a:rPr lang="es-ES" sz="900" i="1" spc="-5" dirty="0">
                <a:solidFill>
                  <a:prstClr val="black"/>
                </a:solidFill>
                <a:latin typeface="Segoe UI"/>
                <a:cs typeface="Segoe UI"/>
              </a:rPr>
              <a:t>Agregue a las personas que Ud. quiera que participen en esta sala (Reunión virtual)</a:t>
            </a:r>
          </a:p>
          <a:p>
            <a:pPr marR="324485" lvl="0" indent="-171450">
              <a:buFontTx/>
              <a:buChar char="-"/>
              <a:tabLst>
                <a:tab pos="2318385" algn="l"/>
              </a:tabLst>
              <a:defRPr/>
            </a:pPr>
            <a:r>
              <a:rPr lang="es-ES" sz="900" i="1" spc="-5" dirty="0">
                <a:solidFill>
                  <a:prstClr val="black"/>
                </a:solidFill>
                <a:latin typeface="Segoe UI"/>
                <a:cs typeface="Segoe UI"/>
              </a:rPr>
              <a:t>Seleccione la duración de la Reunión (Ej. desde el 23 de Marzo hasta el 30 de Abril)</a:t>
            </a:r>
          </a:p>
          <a:p>
            <a:pPr marR="324485" lvl="0" indent="-171450">
              <a:buFontTx/>
              <a:buChar char="-"/>
              <a:tabLst>
                <a:tab pos="2318385" algn="l"/>
              </a:tabLst>
              <a:defRPr/>
            </a:pPr>
            <a:r>
              <a:rPr lang="es-ES" sz="900" i="1" spc="-5" dirty="0">
                <a:solidFill>
                  <a:prstClr val="black"/>
                </a:solidFill>
                <a:latin typeface="Segoe UI"/>
                <a:cs typeface="Segoe UI"/>
              </a:rPr>
              <a:t>Seleccione la franja horaria (Ej. todo el Día)</a:t>
            </a:r>
          </a:p>
          <a:p>
            <a:pPr marR="324485" lvl="0" indent="-171450">
              <a:buFontTx/>
              <a:buChar char="-"/>
              <a:tabLst>
                <a:tab pos="2318385" algn="l"/>
              </a:tabLst>
              <a:defRPr/>
            </a:pPr>
            <a:r>
              <a:rPr lang="es-ES" sz="900" i="1" spc="-5" dirty="0">
                <a:solidFill>
                  <a:prstClr val="black"/>
                </a:solidFill>
                <a:latin typeface="Segoe UI"/>
                <a:cs typeface="Segoe UI"/>
              </a:rPr>
              <a:t>Seleccione la repetición (Ej. Ocurre cada día)</a:t>
            </a:r>
          </a:p>
          <a:p>
            <a:pPr marR="324485" lvl="0" indent="-171450">
              <a:buFontTx/>
              <a:buChar char="-"/>
              <a:tabLst>
                <a:tab pos="2318385" algn="l"/>
              </a:tabLst>
              <a:defRPr/>
            </a:pPr>
            <a:r>
              <a:rPr lang="es-ES" sz="900" i="1" spc="-5" dirty="0">
                <a:solidFill>
                  <a:prstClr val="black"/>
                </a:solidFill>
                <a:latin typeface="Segoe UI"/>
                <a:cs typeface="Segoe UI"/>
              </a:rPr>
              <a:t>Escriba la Descripción de la Reunión</a:t>
            </a:r>
          </a:p>
          <a:p>
            <a:pPr marR="324485" lvl="0" indent="-171450">
              <a:buFontTx/>
              <a:buChar char="-"/>
              <a:tabLst>
                <a:tab pos="2318385" algn="l"/>
              </a:tabLst>
              <a:defRPr/>
            </a:pPr>
            <a:r>
              <a:rPr lang="es-ES" sz="900" i="1" spc="-5" dirty="0">
                <a:solidFill>
                  <a:prstClr val="black"/>
                </a:solidFill>
                <a:latin typeface="Segoe UI"/>
                <a:cs typeface="Segoe UI"/>
              </a:rPr>
              <a:t>Pinche en Guardar para convocar la reunión</a:t>
            </a:r>
          </a:p>
          <a:p>
            <a:pPr marR="324485" lvl="0" indent="-171450">
              <a:buFontTx/>
              <a:buChar char="-"/>
              <a:tabLst>
                <a:tab pos="2318385" algn="l"/>
              </a:tabLst>
              <a:defRPr/>
            </a:pPr>
            <a:r>
              <a:rPr lang="es-ES" sz="900" i="1" spc="-5" dirty="0">
                <a:solidFill>
                  <a:prstClr val="black"/>
                </a:solidFill>
                <a:latin typeface="Segoe UI"/>
                <a:cs typeface="Segoe UI"/>
              </a:rPr>
              <a:t>En la opción de “mostrar como” – Seleccione “LIBRE/FREE” de manera que esto no ocupará la agenda de tus compañeros.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A17520-D418-4F2A-8D5D-C7F9791E12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759" y="4089250"/>
            <a:ext cx="4425304" cy="337598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CC94E15-52F6-410B-AE11-20CA5FE7930B}"/>
              </a:ext>
            </a:extLst>
          </p:cNvPr>
          <p:cNvSpPr/>
          <p:nvPr/>
        </p:nvSpPr>
        <p:spPr>
          <a:xfrm>
            <a:off x="304800" y="4800600"/>
            <a:ext cx="381000" cy="457200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518182-3657-4753-B93A-8599B93569DD}"/>
              </a:ext>
            </a:extLst>
          </p:cNvPr>
          <p:cNvSpPr/>
          <p:nvPr/>
        </p:nvSpPr>
        <p:spPr>
          <a:xfrm>
            <a:off x="831098" y="4824293"/>
            <a:ext cx="3842863" cy="152400"/>
          </a:xfrm>
          <a:prstGeom prst="rect">
            <a:avLst/>
          </a:prstGeom>
          <a:noFill/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7BA234-F9B4-4161-9B70-B99DC96AF9B0}"/>
              </a:ext>
            </a:extLst>
          </p:cNvPr>
          <p:cNvSpPr/>
          <p:nvPr/>
        </p:nvSpPr>
        <p:spPr>
          <a:xfrm>
            <a:off x="785687" y="5043538"/>
            <a:ext cx="3842863" cy="152400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0EB752-8F22-46D4-A35B-6EF8F883F5B8}"/>
              </a:ext>
            </a:extLst>
          </p:cNvPr>
          <p:cNvSpPr/>
          <p:nvPr/>
        </p:nvSpPr>
        <p:spPr>
          <a:xfrm>
            <a:off x="685800" y="5443419"/>
            <a:ext cx="3842863" cy="152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464021-DA6D-41EA-8447-EA5409B016EA}"/>
              </a:ext>
            </a:extLst>
          </p:cNvPr>
          <p:cNvSpPr/>
          <p:nvPr/>
        </p:nvSpPr>
        <p:spPr>
          <a:xfrm>
            <a:off x="250759" y="5890326"/>
            <a:ext cx="4377791" cy="142487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E7AC12-0FC5-4163-B101-BC9D0A8FAAB1}"/>
              </a:ext>
            </a:extLst>
          </p:cNvPr>
          <p:cNvSpPr/>
          <p:nvPr/>
        </p:nvSpPr>
        <p:spPr>
          <a:xfrm>
            <a:off x="2546852" y="4381800"/>
            <a:ext cx="729747" cy="237955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solidFill>
                <a:srgbClr val="00B050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3B1D0BF-C7B8-4C68-ADF5-B1C0FE1C95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3896" y="1853174"/>
            <a:ext cx="2543175" cy="31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544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D51CC9C-341A-4AFB-A5A6-623A08DC6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491" y="4986337"/>
            <a:ext cx="2194686" cy="271323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226570" y="1084656"/>
            <a:ext cx="4640567" cy="17357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0" i="0" u="none" strike="noStrike" kern="1200" cap="none" spc="-5" normalizeH="0" baseline="0" noProof="0" dirty="0">
                <a:ln>
                  <a:noFill/>
                </a:ln>
                <a:solidFill>
                  <a:srgbClr val="6264A7"/>
                </a:solidFill>
                <a:effectLst/>
                <a:uLnTx/>
                <a:uFillTx/>
                <a:latin typeface="Segoe UI Light"/>
                <a:ea typeface="+mn-ea"/>
                <a:cs typeface="Segoe UI Light"/>
              </a:rPr>
              <a:t>Accede al Chat de la Reunión para seguir comunicando con tu equipo – </a:t>
            </a:r>
          </a:p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0" i="0" u="none" strike="noStrike" kern="1200" cap="none" spc="-5" normalizeH="0" baseline="0" noProof="0" dirty="0">
                <a:ln>
                  <a:noFill/>
                </a:ln>
                <a:solidFill>
                  <a:srgbClr val="6264A7"/>
                </a:solidFill>
                <a:effectLst/>
                <a:uLnTx/>
                <a:uFillTx/>
                <a:latin typeface="Segoe UI Light"/>
                <a:ea typeface="+mn-ea"/>
                <a:cs typeface="Segoe UI Light"/>
              </a:rPr>
              <a:t>desde la aplicación Móvil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/>
              <a:ea typeface="+mn-ea"/>
              <a:cs typeface="Segoe U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12435" y="1231391"/>
            <a:ext cx="0" cy="6172200"/>
          </a:xfrm>
          <a:custGeom>
            <a:avLst/>
            <a:gdLst/>
            <a:ahLst/>
            <a:cxnLst/>
            <a:rect l="l" t="t" r="r" b="b"/>
            <a:pathLst>
              <a:path h="6172200">
                <a:moveTo>
                  <a:pt x="0" y="0"/>
                </a:moveTo>
                <a:lnTo>
                  <a:pt x="0" y="6172200"/>
                </a:lnTo>
              </a:path>
            </a:pathLst>
          </a:custGeom>
          <a:ln w="4572">
            <a:solidFill>
              <a:srgbClr val="5050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0"/>
            <a:ext cx="10058400" cy="914400"/>
          </a:xfrm>
          <a:custGeom>
            <a:avLst/>
            <a:gdLst/>
            <a:ahLst/>
            <a:cxnLst/>
            <a:rect l="l" t="t" r="r" b="b"/>
            <a:pathLst>
              <a:path w="10058400" h="914400">
                <a:moveTo>
                  <a:pt x="100584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914400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26674" y="145891"/>
            <a:ext cx="36817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Microsoft</a:t>
            </a:r>
            <a:r>
              <a:rPr spc="-35" dirty="0"/>
              <a:t> </a:t>
            </a:r>
            <a:r>
              <a:rPr spc="-95" dirty="0"/>
              <a:t>Teams</a:t>
            </a: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BCB43D7D-3C77-40A6-A609-3FAE82FFB533}"/>
              </a:ext>
            </a:extLst>
          </p:cNvPr>
          <p:cNvSpPr txBox="1"/>
          <p:nvPr/>
        </p:nvSpPr>
        <p:spPr>
          <a:xfrm>
            <a:off x="5257800" y="1075644"/>
            <a:ext cx="4371963" cy="21666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lvl="0" algn="ctr">
              <a:spcBef>
                <a:spcPts val="95"/>
              </a:spcBef>
              <a:defRPr/>
            </a:pPr>
            <a:r>
              <a:rPr lang="es-ES" sz="2800" spc="-5" dirty="0">
                <a:solidFill>
                  <a:srgbClr val="6264A7"/>
                </a:solidFill>
                <a:latin typeface="Segoe UI Light"/>
                <a:cs typeface="Segoe UI Light"/>
              </a:rPr>
              <a:t>Accede al Chat de la Reunión para seguir comunicando con tu equipo – </a:t>
            </a:r>
          </a:p>
          <a:p>
            <a:pPr marL="12700" lvl="0" algn="ctr">
              <a:spcBef>
                <a:spcPts val="95"/>
              </a:spcBef>
              <a:defRPr/>
            </a:pPr>
            <a:r>
              <a:rPr lang="es-ES" sz="2800" spc="-5" dirty="0">
                <a:solidFill>
                  <a:srgbClr val="6264A7"/>
                </a:solidFill>
                <a:latin typeface="Segoe UI Light"/>
                <a:cs typeface="Segoe UI Light"/>
              </a:rPr>
              <a:t>desde la aplicación web o de escritorio</a:t>
            </a:r>
            <a:endParaRPr lang="es-ES" sz="2800" dirty="0">
              <a:solidFill>
                <a:prstClr val="black"/>
              </a:solidFill>
              <a:latin typeface="Segoe UI Light"/>
              <a:cs typeface="Segoe UI Light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99434A8E-90E6-4DB2-953A-B0836CFF9ECF}"/>
              </a:ext>
            </a:extLst>
          </p:cNvPr>
          <p:cNvSpPr txBox="1"/>
          <p:nvPr/>
        </p:nvSpPr>
        <p:spPr>
          <a:xfrm>
            <a:off x="5257800" y="3445889"/>
            <a:ext cx="4640580" cy="8842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24485" lvl="0" indent="0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8385" algn="l"/>
              </a:tabLst>
              <a:defRPr/>
            </a:pPr>
            <a:r>
              <a:rPr kumimoji="0" lang="es-ES" sz="9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Acceda al Chat de la Reunión para seguir comentando con su equipo otros temas de interés sin necesidad de unirse la reunión</a:t>
            </a:r>
          </a:p>
          <a:p>
            <a:pPr marL="12700" marR="324485" lvl="0" indent="0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8385" algn="l"/>
              </a:tabLst>
              <a:defRPr/>
            </a:pPr>
            <a:r>
              <a:rPr lang="es-ES" sz="900" i="1" spc="-5" dirty="0" err="1">
                <a:solidFill>
                  <a:prstClr val="black"/>
                </a:solidFill>
                <a:latin typeface="Segoe UI"/>
                <a:cs typeface="Segoe UI"/>
              </a:rPr>
              <a:t>Ó</a:t>
            </a:r>
            <a:endParaRPr lang="es-ES" sz="900" i="1" spc="-5" dirty="0">
              <a:solidFill>
                <a:prstClr val="black"/>
              </a:solidFill>
              <a:latin typeface="Segoe UI"/>
              <a:cs typeface="Segoe UI"/>
            </a:endParaRPr>
          </a:p>
          <a:p>
            <a:pPr marL="12700" marR="324485" lvl="0" indent="0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8385" algn="l"/>
              </a:tabLst>
              <a:defRPr/>
            </a:pPr>
            <a:r>
              <a:rPr kumimoji="0" lang="es-ES" sz="9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Únase a la reunión desde el propio Chat de la reunión. AL ser una reunión 24x7 siempre estará disponible para unirse </a:t>
            </a:r>
            <a:r>
              <a:rPr kumimoji="0" sz="9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	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5918A3-3AD8-4DED-A5D2-FCE046AB0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684" y="4754304"/>
            <a:ext cx="4843514" cy="2716803"/>
          </a:xfrm>
          <a:prstGeom prst="rect">
            <a:avLst/>
          </a:prstGeom>
        </p:spPr>
      </p:pic>
      <p:sp>
        <p:nvSpPr>
          <p:cNvPr id="15" name="object 7">
            <a:extLst>
              <a:ext uri="{FF2B5EF4-FFF2-40B4-BE49-F238E27FC236}">
                <a16:creationId xmlns:a16="http://schemas.microsoft.com/office/drawing/2014/main" id="{A79FCF93-2AA9-43CF-9055-8BEB3137CDB5}"/>
              </a:ext>
            </a:extLst>
          </p:cNvPr>
          <p:cNvSpPr txBox="1"/>
          <p:nvPr/>
        </p:nvSpPr>
        <p:spPr>
          <a:xfrm>
            <a:off x="283707" y="3008296"/>
            <a:ext cx="4640580" cy="125098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24485" lvl="0" indent="0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8385" algn="l"/>
              </a:tabLst>
              <a:defRPr/>
            </a:pPr>
            <a:r>
              <a:rPr kumimoji="0" lang="es-ES" sz="9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Cuando el primer asistente de la reunión se haya unido, se generará un CHAT asociado a esta reunión en su vista de Chat. </a:t>
            </a:r>
          </a:p>
          <a:p>
            <a:pPr marL="12700" marR="324485" lvl="0" indent="0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8385" algn="l"/>
              </a:tabLst>
              <a:defRPr/>
            </a:pPr>
            <a:r>
              <a:rPr kumimoji="0" lang="es-ES" sz="9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Acceda al Chat de la Reunión para seguir comentando con su equipo otros temas de interés sin necesidad de unirse la reunión</a:t>
            </a:r>
          </a:p>
          <a:p>
            <a:pPr marL="12700" marR="324485" lvl="0" indent="0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8385" algn="l"/>
              </a:tabLst>
              <a:defRPr/>
            </a:pPr>
            <a:r>
              <a:rPr lang="es-ES" sz="900" i="1" spc="-5" dirty="0" err="1">
                <a:solidFill>
                  <a:prstClr val="black"/>
                </a:solidFill>
                <a:latin typeface="Segoe UI"/>
                <a:cs typeface="Segoe UI"/>
              </a:rPr>
              <a:t>Ó</a:t>
            </a:r>
            <a:endParaRPr lang="es-ES" sz="900" i="1" spc="-5" dirty="0">
              <a:solidFill>
                <a:prstClr val="black"/>
              </a:solidFill>
              <a:latin typeface="Segoe UI"/>
              <a:cs typeface="Segoe UI"/>
            </a:endParaRPr>
          </a:p>
          <a:p>
            <a:pPr marL="12700" marR="324485" lvl="0" indent="0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Tx/>
              <a:buNone/>
              <a:tabLst>
                <a:tab pos="2318385" algn="l"/>
              </a:tabLst>
              <a:defRPr/>
            </a:pPr>
            <a:r>
              <a:rPr kumimoji="0" lang="es-ES" sz="9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Únase a la reunión desde el propio Chat de la reunión. AL ser una reunión 24x7 siempre estará disponible para unirse </a:t>
            </a:r>
            <a:r>
              <a:rPr kumimoji="0" sz="9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	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501BB9-D03C-42B3-B8F1-3DB7FC0515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570" y="4572000"/>
            <a:ext cx="2350623" cy="259556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BB1623-7D61-4BA7-8718-820102248360}"/>
              </a:ext>
            </a:extLst>
          </p:cNvPr>
          <p:cNvCxnSpPr/>
          <p:nvPr/>
        </p:nvCxnSpPr>
        <p:spPr>
          <a:xfrm>
            <a:off x="1870075" y="6448425"/>
            <a:ext cx="9144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4604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32818C63CE54D439B42EC74C61157FE" ma:contentTypeVersion="3" ma:contentTypeDescription="Crear nuevo documento." ma:contentTypeScope="" ma:versionID="c5a206be431b1be13dec1241fa393594">
  <xsd:schema xmlns:xsd="http://www.w3.org/2001/XMLSchema" xmlns:xs="http://www.w3.org/2001/XMLSchema" xmlns:p="http://schemas.microsoft.com/office/2006/metadata/properties" xmlns:ns2="9b8059df-6b05-48aa-841f-cb80de20a8d0" targetNamespace="http://schemas.microsoft.com/office/2006/metadata/properties" ma:root="true" ma:fieldsID="574eeb3673dfba1b8d0b8f6ff69914bd" ns2:_="">
    <xsd:import namespace="9b8059df-6b05-48aa-841f-cb80de20a8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8059df-6b05-48aa-841f-cb80de20a8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5EEBC9-C8AE-477B-9592-C5C022D879B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04B23A7-0389-4E53-AA60-53FF035C8FC2}"/>
</file>

<file path=customXml/itemProps3.xml><?xml version="1.0" encoding="utf-8"?>
<ds:datastoreItem xmlns:ds="http://schemas.openxmlformats.org/officeDocument/2006/customXml" ds:itemID="{AD0173D9-EA3F-411A-8253-2A040AA1E70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1110</TotalTime>
  <Words>565</Words>
  <Application>Microsoft Office PowerPoint</Application>
  <PresentationFormat>Custom</PresentationFormat>
  <Paragraphs>51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Segoe UI Light</vt:lpstr>
      <vt:lpstr>Arial</vt:lpstr>
      <vt:lpstr>Segoe UI</vt:lpstr>
      <vt:lpstr>Calibri</vt:lpstr>
      <vt:lpstr>Gadugi</vt:lpstr>
      <vt:lpstr>Office Theme</vt:lpstr>
      <vt:lpstr>Microsoft Teams</vt:lpstr>
      <vt:lpstr>Microsoft Teams</vt:lpstr>
      <vt:lpstr>Microsoft Teams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Teams QS.pptx</dc:title>
  <dc:creator>v-yuhlu</dc:creator>
  <cp:lastModifiedBy>Sofia Virgos</cp:lastModifiedBy>
  <cp:revision>1</cp:revision>
  <cp:lastPrinted>2020-03-16T14:41:14Z</cp:lastPrinted>
  <dcterms:created xsi:type="dcterms:W3CDTF">2019-11-28T23:06:00Z</dcterms:created>
  <dcterms:modified xsi:type="dcterms:W3CDTF">2020-03-25T12:31:47Z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2018-10-26T00:00:00Z</vt:filetime>
  </property>
  <property fmtid="{D5CDD505-2E9C-101B-9397-08002B2CF9AE}" pid="3" name="LastSaved">
    <vt:filetime>2019-11-28T00:00:00Z</vt:filetime>
  </property>
  <property fmtid="{D5CDD505-2E9C-101B-9397-08002B2CF9AE}" pid="4" name="ContentTypeId">
    <vt:lpwstr>0x010100732818C63CE54D439B42EC74C61157FE</vt:lpwstr>
  </property>
  <property fmtid="{D5CDD505-2E9C-101B-9397-08002B2CF9AE}" pid="5" name="Order">
    <vt:r8>84400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