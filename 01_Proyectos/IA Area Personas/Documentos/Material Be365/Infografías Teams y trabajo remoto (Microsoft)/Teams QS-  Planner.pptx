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66" r:id="rId5"/>
    <p:sldId id="268" r:id="rId6"/>
    <p:sldId id="267" r:id="rId7"/>
    <p:sldId id="270" r:id="rId8"/>
    <p:sldId id="269" r:id="rId9"/>
  </p:sldIdLst>
  <p:sldSz cx="13817600" cy="7772400"/>
  <p:notesSz cx="10058400" cy="7772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adugi" panose="020B0502040204020203" pitchFamily="34" charset="0"/>
      <p:regular r:id="rId14"/>
      <p:bold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4A7"/>
    <a:srgbClr val="2E2D2D"/>
    <a:srgbClr val="313030"/>
    <a:srgbClr val="3334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00532-52DB-468D-A1AB-364F5AD16BAD}" v="31" dt="2020-04-29T07:57:10.585"/>
    <p1510:client id="{62A01C85-A374-41B5-98F3-7E437390EC44}" v="21" dt="2020-04-29T08:32:21.1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8" y="48"/>
      </p:cViewPr>
      <p:guideLst>
        <p:guide orient="horz" pos="2880"/>
        <p:guide pos="29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Vazquez Vicente" userId="061d6048-6496-4903-afd8-f0da0e95f961" providerId="ADAL" clId="{21E00532-52DB-468D-A1AB-364F5AD16BAD}"/>
    <pc:docChg chg="undo custSel modSld sldOrd">
      <pc:chgData name="Miguel Vazquez Vicente" userId="061d6048-6496-4903-afd8-f0da0e95f961" providerId="ADAL" clId="{21E00532-52DB-468D-A1AB-364F5AD16BAD}" dt="2020-04-29T08:05:50.368" v="4960" actId="313"/>
      <pc:docMkLst>
        <pc:docMk/>
      </pc:docMkLst>
      <pc:sldChg chg="addSp delSp modSp mod">
        <pc:chgData name="Miguel Vazquez Vicente" userId="061d6048-6496-4903-afd8-f0da0e95f961" providerId="ADAL" clId="{21E00532-52DB-468D-A1AB-364F5AD16BAD}" dt="2020-04-29T08:05:50.368" v="4960" actId="313"/>
        <pc:sldMkLst>
          <pc:docMk/>
          <pc:sldMk cId="3786235928" sldId="266"/>
        </pc:sldMkLst>
        <pc:spChg chg="mod">
          <ac:chgData name="Miguel Vazquez Vicente" userId="061d6048-6496-4903-afd8-f0da0e95f961" providerId="ADAL" clId="{21E00532-52DB-468D-A1AB-364F5AD16BAD}" dt="2020-04-29T08:03:49.406" v="4956" actId="20577"/>
          <ac:spMkLst>
            <pc:docMk/>
            <pc:sldMk cId="3786235928" sldId="266"/>
            <ac:spMk id="2" creationId="{00000000-0000-0000-0000-000000000000}"/>
          </ac:spMkLst>
        </pc:spChg>
        <pc:spChg chg="mod">
          <ac:chgData name="Miguel Vazquez Vicente" userId="061d6048-6496-4903-afd8-f0da0e95f961" providerId="ADAL" clId="{21E00532-52DB-468D-A1AB-364F5AD16BAD}" dt="2020-04-28T11:06:43.203" v="6" actId="20577"/>
          <ac:spMkLst>
            <pc:docMk/>
            <pc:sldMk cId="3786235928" sldId="266"/>
            <ac:spMk id="3" creationId="{00000000-0000-0000-0000-000000000000}"/>
          </ac:spMkLst>
        </pc:spChg>
        <pc:spChg chg="add mod">
          <ac:chgData name="Miguel Vazquez Vicente" userId="061d6048-6496-4903-afd8-f0da0e95f961" providerId="ADAL" clId="{21E00532-52DB-468D-A1AB-364F5AD16BAD}" dt="2020-04-29T08:05:43.015" v="4958" actId="20577"/>
          <ac:spMkLst>
            <pc:docMk/>
            <pc:sldMk cId="3786235928" sldId="266"/>
            <ac:spMk id="11" creationId="{9A0848FB-0384-4103-8D71-56D0DB341A2B}"/>
          </ac:spMkLst>
        </pc:spChg>
        <pc:spChg chg="mod">
          <ac:chgData name="Miguel Vazquez Vicente" userId="061d6048-6496-4903-afd8-f0da0e95f961" providerId="ADAL" clId="{21E00532-52DB-468D-A1AB-364F5AD16BAD}" dt="2020-04-28T11:28:32.654" v="824" actId="20577"/>
          <ac:spMkLst>
            <pc:docMk/>
            <pc:sldMk cId="3786235928" sldId="266"/>
            <ac:spMk id="18" creationId="{2B5680EB-E0B7-472F-8756-04BDAC433ECC}"/>
          </ac:spMkLst>
        </pc:spChg>
        <pc:spChg chg="add mod">
          <ac:chgData name="Miguel Vazquez Vicente" userId="061d6048-6496-4903-afd8-f0da0e95f961" providerId="ADAL" clId="{21E00532-52DB-468D-A1AB-364F5AD16BAD}" dt="2020-04-28T11:31:14.285" v="874" actId="20577"/>
          <ac:spMkLst>
            <pc:docMk/>
            <pc:sldMk cId="3786235928" sldId="266"/>
            <ac:spMk id="19" creationId="{F7F18DBF-56B9-4DE4-AEFE-FB530B33EFB5}"/>
          </ac:spMkLst>
        </pc:spChg>
        <pc:spChg chg="mod">
          <ac:chgData name="Miguel Vazquez Vicente" userId="061d6048-6496-4903-afd8-f0da0e95f961" providerId="ADAL" clId="{21E00532-52DB-468D-A1AB-364F5AD16BAD}" dt="2020-04-29T08:05:50.368" v="4960" actId="313"/>
          <ac:spMkLst>
            <pc:docMk/>
            <pc:sldMk cId="3786235928" sldId="266"/>
            <ac:spMk id="42" creationId="{0E14605E-EDE9-4F5F-AC4F-1D07EB5A9C09}"/>
          </ac:spMkLst>
        </pc:spChg>
        <pc:picChg chg="del">
          <ac:chgData name="Miguel Vazquez Vicente" userId="061d6048-6496-4903-afd8-f0da0e95f961" providerId="ADAL" clId="{21E00532-52DB-468D-A1AB-364F5AD16BAD}" dt="2020-04-28T11:11:46.707" v="71" actId="478"/>
          <ac:picMkLst>
            <pc:docMk/>
            <pc:sldMk cId="3786235928" sldId="266"/>
            <ac:picMk id="4" creationId="{35E3769D-C355-440F-974A-D5CE2649FA4E}"/>
          </ac:picMkLst>
        </pc:picChg>
        <pc:picChg chg="add mod ord">
          <ac:chgData name="Miguel Vazquez Vicente" userId="061d6048-6496-4903-afd8-f0da0e95f961" providerId="ADAL" clId="{21E00532-52DB-468D-A1AB-364F5AD16BAD}" dt="2020-04-28T11:30:58.412" v="872" actId="108"/>
          <ac:picMkLst>
            <pc:docMk/>
            <pc:sldMk cId="3786235928" sldId="266"/>
            <ac:picMk id="5" creationId="{2B21743E-E909-4795-BBBF-F54D6836193F}"/>
          </ac:picMkLst>
        </pc:picChg>
        <pc:cxnChg chg="add mod">
          <ac:chgData name="Miguel Vazquez Vicente" userId="061d6048-6496-4903-afd8-f0da0e95f961" providerId="ADAL" clId="{21E00532-52DB-468D-A1AB-364F5AD16BAD}" dt="2020-04-28T11:14:04.549" v="112" actId="14100"/>
          <ac:cxnSpMkLst>
            <pc:docMk/>
            <pc:sldMk cId="3786235928" sldId="266"/>
            <ac:cxnSpMk id="8" creationId="{554AB0B1-8EA8-45C4-A5CB-91A2AD6A4E4B}"/>
          </ac:cxnSpMkLst>
        </pc:cxnChg>
        <pc:cxnChg chg="add del mod">
          <ac:chgData name="Miguel Vazquez Vicente" userId="061d6048-6496-4903-afd8-f0da0e95f961" providerId="ADAL" clId="{21E00532-52DB-468D-A1AB-364F5AD16BAD}" dt="2020-04-28T11:20:45.877" v="616" actId="478"/>
          <ac:cxnSpMkLst>
            <pc:docMk/>
            <pc:sldMk cId="3786235928" sldId="266"/>
            <ac:cxnSpMk id="10" creationId="{19101E7E-1490-4F83-9620-6D4A0513E02E}"/>
          </ac:cxnSpMkLst>
        </pc:cxnChg>
        <pc:cxnChg chg="mod">
          <ac:chgData name="Miguel Vazquez Vicente" userId="061d6048-6496-4903-afd8-f0da0e95f961" providerId="ADAL" clId="{21E00532-52DB-468D-A1AB-364F5AD16BAD}" dt="2020-04-28T11:15:27.315" v="232" actId="14100"/>
          <ac:cxnSpMkLst>
            <pc:docMk/>
            <pc:sldMk cId="3786235928" sldId="266"/>
            <ac:cxnSpMk id="12" creationId="{AFB5C7C4-C0A6-4C6E-855E-72FD3E0FB86A}"/>
          </ac:cxnSpMkLst>
        </pc:cxnChg>
        <pc:cxnChg chg="mod">
          <ac:chgData name="Miguel Vazquez Vicente" userId="061d6048-6496-4903-afd8-f0da0e95f961" providerId="ADAL" clId="{21E00532-52DB-468D-A1AB-364F5AD16BAD}" dt="2020-04-28T11:15:16.752" v="230" actId="1076"/>
          <ac:cxnSpMkLst>
            <pc:docMk/>
            <pc:sldMk cId="3786235928" sldId="266"/>
            <ac:cxnSpMk id="14" creationId="{2B12AD18-E289-4569-865F-AFC0EF72F84D}"/>
          </ac:cxnSpMkLst>
        </pc:cxnChg>
      </pc:sldChg>
      <pc:sldChg chg="addSp delSp modSp mod setBg">
        <pc:chgData name="Miguel Vazquez Vicente" userId="061d6048-6496-4903-afd8-f0da0e95f961" providerId="ADAL" clId="{21E00532-52DB-468D-A1AB-364F5AD16BAD}" dt="2020-04-29T07:58:13.218" v="4749" actId="20577"/>
        <pc:sldMkLst>
          <pc:docMk/>
          <pc:sldMk cId="2337810978" sldId="267"/>
        </pc:sldMkLst>
        <pc:spChg chg="mod">
          <ac:chgData name="Miguel Vazquez Vicente" userId="061d6048-6496-4903-afd8-f0da0e95f961" providerId="ADAL" clId="{21E00532-52DB-468D-A1AB-364F5AD16BAD}" dt="2020-04-28T15:13:38.532" v="1488" actId="20577"/>
          <ac:spMkLst>
            <pc:docMk/>
            <pc:sldMk cId="2337810978" sldId="267"/>
            <ac:spMk id="2" creationId="{00000000-0000-0000-0000-000000000000}"/>
          </ac:spMkLst>
        </pc:spChg>
        <pc:spChg chg="add mod">
          <ac:chgData name="Miguel Vazquez Vicente" userId="061d6048-6496-4903-afd8-f0da0e95f961" providerId="ADAL" clId="{21E00532-52DB-468D-A1AB-364F5AD16BAD}" dt="2020-04-28T15:45:22.428" v="2411" actId="20577"/>
          <ac:spMkLst>
            <pc:docMk/>
            <pc:sldMk cId="2337810978" sldId="267"/>
            <ac:spMk id="7" creationId="{C297A990-6BE6-424B-A41A-BB4B24E04C10}"/>
          </ac:spMkLst>
        </pc:spChg>
        <pc:spChg chg="del">
          <ac:chgData name="Miguel Vazquez Vicente" userId="061d6048-6496-4903-afd8-f0da0e95f961" providerId="ADAL" clId="{21E00532-52DB-468D-A1AB-364F5AD16BAD}" dt="2020-04-28T11:31:05.164" v="873" actId="478"/>
          <ac:spMkLst>
            <pc:docMk/>
            <pc:sldMk cId="2337810978" sldId="267"/>
            <ac:spMk id="18" creationId="{2B5680EB-E0B7-472F-8756-04BDAC433ECC}"/>
          </ac:spMkLst>
        </pc:spChg>
        <pc:spChg chg="add mod">
          <ac:chgData name="Miguel Vazquez Vicente" userId="061d6048-6496-4903-afd8-f0da0e95f961" providerId="ADAL" clId="{21E00532-52DB-468D-A1AB-364F5AD16BAD}" dt="2020-04-28T15:01:09.650" v="1296" actId="1076"/>
          <ac:spMkLst>
            <pc:docMk/>
            <pc:sldMk cId="2337810978" sldId="267"/>
            <ac:spMk id="23" creationId="{F8ABA2DD-EB02-4D5C-A4A4-E2B675766A84}"/>
          </ac:spMkLst>
        </pc:spChg>
        <pc:spChg chg="add mod">
          <ac:chgData name="Miguel Vazquez Vicente" userId="061d6048-6496-4903-afd8-f0da0e95f961" providerId="ADAL" clId="{21E00532-52DB-468D-A1AB-364F5AD16BAD}" dt="2020-04-28T15:01:09.650" v="1296" actId="1076"/>
          <ac:spMkLst>
            <pc:docMk/>
            <pc:sldMk cId="2337810978" sldId="267"/>
            <ac:spMk id="28" creationId="{D9D7A233-0637-499E-930F-CE93CD4F1BFC}"/>
          </ac:spMkLst>
        </pc:spChg>
        <pc:spChg chg="add mod">
          <ac:chgData name="Miguel Vazquez Vicente" userId="061d6048-6496-4903-afd8-f0da0e95f961" providerId="ADAL" clId="{21E00532-52DB-468D-A1AB-364F5AD16BAD}" dt="2020-04-28T15:13:22.818" v="1461" actId="20577"/>
          <ac:spMkLst>
            <pc:docMk/>
            <pc:sldMk cId="2337810978" sldId="267"/>
            <ac:spMk id="33" creationId="{4E0B4463-C8FD-4584-8223-321ADF4CC356}"/>
          </ac:spMkLst>
        </pc:spChg>
        <pc:spChg chg="del">
          <ac:chgData name="Miguel Vazquez Vicente" userId="061d6048-6496-4903-afd8-f0da0e95f961" providerId="ADAL" clId="{21E00532-52DB-468D-A1AB-364F5AD16BAD}" dt="2020-04-28T11:31:05.164" v="873" actId="478"/>
          <ac:spMkLst>
            <pc:docMk/>
            <pc:sldMk cId="2337810978" sldId="267"/>
            <ac:spMk id="42" creationId="{0E14605E-EDE9-4F5F-AC4F-1D07EB5A9C09}"/>
          </ac:spMkLst>
        </pc:spChg>
        <pc:spChg chg="add mod">
          <ac:chgData name="Miguel Vazquez Vicente" userId="061d6048-6496-4903-afd8-f0da0e95f961" providerId="ADAL" clId="{21E00532-52DB-468D-A1AB-364F5AD16BAD}" dt="2020-04-28T15:30:25.126" v="1677" actId="20577"/>
          <ac:spMkLst>
            <pc:docMk/>
            <pc:sldMk cId="2337810978" sldId="267"/>
            <ac:spMk id="45" creationId="{4B6D26E8-BF5A-45CD-81AE-5EE3FDCC70B8}"/>
          </ac:spMkLst>
        </pc:spChg>
        <pc:spChg chg="add mod">
          <ac:chgData name="Miguel Vazquez Vicente" userId="061d6048-6496-4903-afd8-f0da0e95f961" providerId="ADAL" clId="{21E00532-52DB-468D-A1AB-364F5AD16BAD}" dt="2020-04-28T15:39:38.246" v="2015" actId="20577"/>
          <ac:spMkLst>
            <pc:docMk/>
            <pc:sldMk cId="2337810978" sldId="267"/>
            <ac:spMk id="47" creationId="{8FC0FADC-5666-410F-B83C-09F4EE01F91C}"/>
          </ac:spMkLst>
        </pc:spChg>
        <pc:spChg chg="add mod">
          <ac:chgData name="Miguel Vazquez Vicente" userId="061d6048-6496-4903-afd8-f0da0e95f961" providerId="ADAL" clId="{21E00532-52DB-468D-A1AB-364F5AD16BAD}" dt="2020-04-29T07:58:13.218" v="4749" actId="20577"/>
          <ac:spMkLst>
            <pc:docMk/>
            <pc:sldMk cId="2337810978" sldId="267"/>
            <ac:spMk id="53" creationId="{BE50E077-279D-4F18-9740-CEFA0C71269E}"/>
          </ac:spMkLst>
        </pc:spChg>
        <pc:picChg chg="add del mod">
          <ac:chgData name="Miguel Vazquez Vicente" userId="061d6048-6496-4903-afd8-f0da0e95f961" providerId="ADAL" clId="{21E00532-52DB-468D-A1AB-364F5AD16BAD}" dt="2020-04-28T14:48:36.926" v="883" actId="478"/>
          <ac:picMkLst>
            <pc:docMk/>
            <pc:sldMk cId="2337810978" sldId="267"/>
            <ac:picMk id="4" creationId="{971DB669-274D-445B-9DB7-21CB25538D43}"/>
          </ac:picMkLst>
        </pc:picChg>
        <pc:picChg chg="del">
          <ac:chgData name="Miguel Vazquez Vicente" userId="061d6048-6496-4903-afd8-f0da0e95f961" providerId="ADAL" clId="{21E00532-52DB-468D-A1AB-364F5AD16BAD}" dt="2020-04-28T11:31:05.164" v="873" actId="478"/>
          <ac:picMkLst>
            <pc:docMk/>
            <pc:sldMk cId="2337810978" sldId="267"/>
            <ac:picMk id="5" creationId="{6358141B-00B2-4970-B99B-4ACE782AD60C}"/>
          </ac:picMkLst>
        </pc:picChg>
        <pc:picChg chg="add mod">
          <ac:chgData name="Miguel Vazquez Vicente" userId="061d6048-6496-4903-afd8-f0da0e95f961" providerId="ADAL" clId="{21E00532-52DB-468D-A1AB-364F5AD16BAD}" dt="2020-04-28T15:01:09.650" v="1296" actId="1076"/>
          <ac:picMkLst>
            <pc:docMk/>
            <pc:sldMk cId="2337810978" sldId="267"/>
            <ac:picMk id="6" creationId="{536A1E07-62D5-4BDA-BFC7-CCC3DCC69403}"/>
          </ac:picMkLst>
        </pc:picChg>
        <pc:picChg chg="add del mod">
          <ac:chgData name="Miguel Vazquez Vicente" userId="061d6048-6496-4903-afd8-f0da0e95f961" providerId="ADAL" clId="{21E00532-52DB-468D-A1AB-364F5AD16BAD}" dt="2020-04-28T15:02:17.700" v="1300" actId="478"/>
          <ac:picMkLst>
            <pc:docMk/>
            <pc:sldMk cId="2337810978" sldId="267"/>
            <ac:picMk id="27" creationId="{F00EF7E2-2D33-4EE6-B3C1-B20C0C5B5F60}"/>
          </ac:picMkLst>
        </pc:picChg>
        <pc:picChg chg="add del mod">
          <ac:chgData name="Miguel Vazquez Vicente" userId="061d6048-6496-4903-afd8-f0da0e95f961" providerId="ADAL" clId="{21E00532-52DB-468D-A1AB-364F5AD16BAD}" dt="2020-04-28T15:03:24.548" v="1309" actId="478"/>
          <ac:picMkLst>
            <pc:docMk/>
            <pc:sldMk cId="2337810978" sldId="267"/>
            <ac:picMk id="29" creationId="{B30CD47B-7A5C-46D6-9597-CCCD3678209B}"/>
          </ac:picMkLst>
        </pc:picChg>
        <pc:picChg chg="add mod">
          <ac:chgData name="Miguel Vazquez Vicente" userId="061d6048-6496-4903-afd8-f0da0e95f961" providerId="ADAL" clId="{21E00532-52DB-468D-A1AB-364F5AD16BAD}" dt="2020-04-28T15:11:32.081" v="1319" actId="1076"/>
          <ac:picMkLst>
            <pc:docMk/>
            <pc:sldMk cId="2337810978" sldId="267"/>
            <ac:picMk id="31" creationId="{5F7319A9-72DD-41E3-A56F-737C2947465A}"/>
          </ac:picMkLst>
        </pc:picChg>
        <pc:cxnChg chg="add del mod">
          <ac:chgData name="Miguel Vazquez Vicente" userId="061d6048-6496-4903-afd8-f0da0e95f961" providerId="ADAL" clId="{21E00532-52DB-468D-A1AB-364F5AD16BAD}" dt="2020-04-28T15:12:07.079" v="1327" actId="478"/>
          <ac:cxnSpMkLst>
            <pc:docMk/>
            <pc:sldMk cId="2337810978" sldId="267"/>
            <ac:cxnSpMk id="8" creationId="{CE06EC62-6603-44D3-A5A6-787973B2318F}"/>
          </ac:cxnSpMkLst>
        </pc:cxnChg>
        <pc:cxnChg chg="add mod">
          <ac:chgData name="Miguel Vazquez Vicente" userId="061d6048-6496-4903-afd8-f0da0e95f961" providerId="ADAL" clId="{21E00532-52DB-468D-A1AB-364F5AD16BAD}" dt="2020-04-28T15:01:09.650" v="1296" actId="1076"/>
          <ac:cxnSpMkLst>
            <pc:docMk/>
            <pc:sldMk cId="2337810978" sldId="267"/>
            <ac:cxnSpMk id="9" creationId="{C8362FE0-6428-4104-BE4B-6625A2BDF86F}"/>
          </ac:cxnSpMkLst>
        </pc:cxnChg>
        <pc:cxnChg chg="del">
          <ac:chgData name="Miguel Vazquez Vicente" userId="061d6048-6496-4903-afd8-f0da0e95f961" providerId="ADAL" clId="{21E00532-52DB-468D-A1AB-364F5AD16BAD}" dt="2020-04-28T11:31:05.164" v="873" actId="478"/>
          <ac:cxnSpMkLst>
            <pc:docMk/>
            <pc:sldMk cId="2337810978" sldId="267"/>
            <ac:cxnSpMk id="12" creationId="{AFB5C7C4-C0A6-4C6E-855E-72FD3E0FB86A}"/>
          </ac:cxnSpMkLst>
        </pc:cxnChg>
        <pc:cxnChg chg="del">
          <ac:chgData name="Miguel Vazquez Vicente" userId="061d6048-6496-4903-afd8-f0da0e95f961" providerId="ADAL" clId="{21E00532-52DB-468D-A1AB-364F5AD16BAD}" dt="2020-04-28T11:31:05.164" v="873" actId="478"/>
          <ac:cxnSpMkLst>
            <pc:docMk/>
            <pc:sldMk cId="2337810978" sldId="267"/>
            <ac:cxnSpMk id="13" creationId="{F2E1DD4C-DBFF-42EB-9B5D-57339B1A47DA}"/>
          </ac:cxnSpMkLst>
        </pc:cxnChg>
        <pc:cxnChg chg="del">
          <ac:chgData name="Miguel Vazquez Vicente" userId="061d6048-6496-4903-afd8-f0da0e95f961" providerId="ADAL" clId="{21E00532-52DB-468D-A1AB-364F5AD16BAD}" dt="2020-04-28T11:31:05.164" v="873" actId="478"/>
          <ac:cxnSpMkLst>
            <pc:docMk/>
            <pc:sldMk cId="2337810978" sldId="267"/>
            <ac:cxnSpMk id="14" creationId="{2B12AD18-E289-4569-865F-AFC0EF72F84D}"/>
          </ac:cxnSpMkLst>
        </pc:cxnChg>
        <pc:cxnChg chg="add del mod">
          <ac:chgData name="Miguel Vazquez Vicente" userId="061d6048-6496-4903-afd8-f0da0e95f961" providerId="ADAL" clId="{21E00532-52DB-468D-A1AB-364F5AD16BAD}" dt="2020-04-28T15:00:15.952" v="1170" actId="478"/>
          <ac:cxnSpMkLst>
            <pc:docMk/>
            <pc:sldMk cId="2337810978" sldId="267"/>
            <ac:cxnSpMk id="19" creationId="{E40E40C4-2123-43F8-BFE1-DD53D33B2AA4}"/>
          </ac:cxnSpMkLst>
        </pc:cxnChg>
        <pc:cxnChg chg="add mod">
          <ac:chgData name="Miguel Vazquez Vicente" userId="061d6048-6496-4903-afd8-f0da0e95f961" providerId="ADAL" clId="{21E00532-52DB-468D-A1AB-364F5AD16BAD}" dt="2020-04-28T15:01:09.650" v="1296" actId="1076"/>
          <ac:cxnSpMkLst>
            <pc:docMk/>
            <pc:sldMk cId="2337810978" sldId="267"/>
            <ac:cxnSpMk id="20" creationId="{65C9A07C-CD46-467F-B1E5-D96CFB4F9C00}"/>
          </ac:cxnSpMkLst>
        </pc:cxnChg>
        <pc:cxnChg chg="add del mod">
          <ac:chgData name="Miguel Vazquez Vicente" userId="061d6048-6496-4903-afd8-f0da0e95f961" providerId="ADAL" clId="{21E00532-52DB-468D-A1AB-364F5AD16BAD}" dt="2020-04-28T15:00:15.952" v="1170" actId="478"/>
          <ac:cxnSpMkLst>
            <pc:docMk/>
            <pc:sldMk cId="2337810978" sldId="267"/>
            <ac:cxnSpMk id="24" creationId="{5278FAEE-B2A8-4B21-BAF2-B88082FAE1EC}"/>
          </ac:cxnSpMkLst>
        </pc:cxnChg>
        <pc:cxnChg chg="add mod">
          <ac:chgData name="Miguel Vazquez Vicente" userId="061d6048-6496-4903-afd8-f0da0e95f961" providerId="ADAL" clId="{21E00532-52DB-468D-A1AB-364F5AD16BAD}" dt="2020-04-28T15:01:09.650" v="1296" actId="1076"/>
          <ac:cxnSpMkLst>
            <pc:docMk/>
            <pc:sldMk cId="2337810978" sldId="267"/>
            <ac:cxnSpMk id="25" creationId="{EB2FDD39-26C6-4471-B0EA-27E03AF68252}"/>
          </ac:cxnSpMkLst>
        </pc:cxnChg>
        <pc:cxnChg chg="add mod">
          <ac:chgData name="Miguel Vazquez Vicente" userId="061d6048-6496-4903-afd8-f0da0e95f961" providerId="ADAL" clId="{21E00532-52DB-468D-A1AB-364F5AD16BAD}" dt="2020-04-28T15:12:02.254" v="1325" actId="14100"/>
          <ac:cxnSpMkLst>
            <pc:docMk/>
            <pc:sldMk cId="2337810978" sldId="267"/>
            <ac:cxnSpMk id="32" creationId="{31113908-ECCE-4D6C-AF6F-6E68FB518689}"/>
          </ac:cxnSpMkLst>
        </pc:cxnChg>
        <pc:cxnChg chg="add mod">
          <ac:chgData name="Miguel Vazquez Vicente" userId="061d6048-6496-4903-afd8-f0da0e95f961" providerId="ADAL" clId="{21E00532-52DB-468D-A1AB-364F5AD16BAD}" dt="2020-04-29T07:56:56.885" v="4597" actId="1076"/>
          <ac:cxnSpMkLst>
            <pc:docMk/>
            <pc:sldMk cId="2337810978" sldId="267"/>
            <ac:cxnSpMk id="36" creationId="{E0AC12DB-2B55-4CDD-95AE-85858D4A821E}"/>
          </ac:cxnSpMkLst>
        </pc:cxnChg>
        <pc:cxnChg chg="add mod">
          <ac:chgData name="Miguel Vazquez Vicente" userId="061d6048-6496-4903-afd8-f0da0e95f961" providerId="ADAL" clId="{21E00532-52DB-468D-A1AB-364F5AD16BAD}" dt="2020-04-28T15:26:30.240" v="1521" actId="14100"/>
          <ac:cxnSpMkLst>
            <pc:docMk/>
            <pc:sldMk cId="2337810978" sldId="267"/>
            <ac:cxnSpMk id="43" creationId="{7BE10565-128D-4DF3-9022-9FE9CBC81122}"/>
          </ac:cxnSpMkLst>
        </pc:cxnChg>
        <pc:cxnChg chg="add mod">
          <ac:chgData name="Miguel Vazquez Vicente" userId="061d6048-6496-4903-afd8-f0da0e95f961" providerId="ADAL" clId="{21E00532-52DB-468D-A1AB-364F5AD16BAD}" dt="2020-04-28T15:38:27.786" v="1860" actId="14100"/>
          <ac:cxnSpMkLst>
            <pc:docMk/>
            <pc:sldMk cId="2337810978" sldId="267"/>
            <ac:cxnSpMk id="49" creationId="{E8FECEE3-FDA8-4481-8234-B8B946039AC8}"/>
          </ac:cxnSpMkLst>
        </pc:cxnChg>
        <pc:cxnChg chg="add mod">
          <ac:chgData name="Miguel Vazquez Vicente" userId="061d6048-6496-4903-afd8-f0da0e95f961" providerId="ADAL" clId="{21E00532-52DB-468D-A1AB-364F5AD16BAD}" dt="2020-04-29T07:57:06.919" v="4600" actId="14100"/>
          <ac:cxnSpMkLst>
            <pc:docMk/>
            <pc:sldMk cId="2337810978" sldId="267"/>
            <ac:cxnSpMk id="51" creationId="{5B9BD63C-508B-4C87-A44F-63FB73CD7F99}"/>
          </ac:cxnSpMkLst>
        </pc:cxnChg>
      </pc:sldChg>
      <pc:sldChg chg="addSp delSp modSp mod ord">
        <pc:chgData name="Miguel Vazquez Vicente" userId="061d6048-6496-4903-afd8-f0da0e95f961" providerId="ADAL" clId="{21E00532-52DB-468D-A1AB-364F5AD16BAD}" dt="2020-04-29T07:50:06.998" v="4303" actId="20577"/>
        <pc:sldMkLst>
          <pc:docMk/>
          <pc:sldMk cId="2553685681" sldId="268"/>
        </pc:sldMkLst>
        <pc:spChg chg="mod">
          <ac:chgData name="Miguel Vazquez Vicente" userId="061d6048-6496-4903-afd8-f0da0e95f961" providerId="ADAL" clId="{21E00532-52DB-468D-A1AB-364F5AD16BAD}" dt="2020-04-28T15:21:35.613" v="1517" actId="20577"/>
          <ac:spMkLst>
            <pc:docMk/>
            <pc:sldMk cId="2553685681" sldId="268"/>
            <ac:spMk id="2" creationId="{00000000-0000-0000-0000-000000000000}"/>
          </ac:spMkLst>
        </pc:spChg>
        <pc:spChg chg="add mod ord">
          <ac:chgData name="Miguel Vazquez Vicente" userId="061d6048-6496-4903-afd8-f0da0e95f961" providerId="ADAL" clId="{21E00532-52DB-468D-A1AB-364F5AD16BAD}" dt="2020-04-29T07:50:06.998" v="4303" actId="20577"/>
          <ac:spMkLst>
            <pc:docMk/>
            <pc:sldMk cId="2553685681" sldId="268"/>
            <ac:spMk id="8" creationId="{7D233E4A-27B5-4F2F-BC2D-C03642402FCD}"/>
          </ac:spMkLst>
        </pc:spChg>
        <pc:spChg chg="add mod ord">
          <ac:chgData name="Miguel Vazquez Vicente" userId="061d6048-6496-4903-afd8-f0da0e95f961" providerId="ADAL" clId="{21E00532-52DB-468D-A1AB-364F5AD16BAD}" dt="2020-04-28T16:14:08.023" v="2823" actId="166"/>
          <ac:spMkLst>
            <pc:docMk/>
            <pc:sldMk cId="2553685681" sldId="268"/>
            <ac:spMk id="10" creationId="{84768B36-C540-4B96-9441-9BA675D44B89}"/>
          </ac:spMkLst>
        </pc:spChg>
        <pc:spChg chg="add mod ord">
          <ac:chgData name="Miguel Vazquez Vicente" userId="061d6048-6496-4903-afd8-f0da0e95f961" providerId="ADAL" clId="{21E00532-52DB-468D-A1AB-364F5AD16BAD}" dt="2020-04-29T07:31:29.784" v="3350" actId="6549"/>
          <ac:spMkLst>
            <pc:docMk/>
            <pc:sldMk cId="2553685681" sldId="268"/>
            <ac:spMk id="15" creationId="{27B7414F-EE17-4383-AA74-445FE0C2A1C5}"/>
          </ac:spMkLst>
        </pc:spChg>
        <pc:spChg chg="del">
          <ac:chgData name="Miguel Vazquez Vicente" userId="061d6048-6496-4903-afd8-f0da0e95f961" providerId="ADAL" clId="{21E00532-52DB-468D-A1AB-364F5AD16BAD}" dt="2020-04-28T14:54:29.658" v="889" actId="478"/>
          <ac:spMkLst>
            <pc:docMk/>
            <pc:sldMk cId="2553685681" sldId="268"/>
            <ac:spMk id="18" creationId="{2B5680EB-E0B7-472F-8756-04BDAC433ECC}"/>
          </ac:spMkLst>
        </pc:spChg>
        <pc:spChg chg="del">
          <ac:chgData name="Miguel Vazquez Vicente" userId="061d6048-6496-4903-afd8-f0da0e95f961" providerId="ADAL" clId="{21E00532-52DB-468D-A1AB-364F5AD16BAD}" dt="2020-04-28T14:54:29.658" v="889" actId="478"/>
          <ac:spMkLst>
            <pc:docMk/>
            <pc:sldMk cId="2553685681" sldId="268"/>
            <ac:spMk id="26" creationId="{4EDB8FAB-9F5F-425F-9388-61C37D09B58C}"/>
          </ac:spMkLst>
        </pc:spChg>
        <pc:spChg chg="add mod">
          <ac:chgData name="Miguel Vazquez Vicente" userId="061d6048-6496-4903-afd8-f0da0e95f961" providerId="ADAL" clId="{21E00532-52DB-468D-A1AB-364F5AD16BAD}" dt="2020-04-29T07:31:55.474" v="3361" actId="20577"/>
          <ac:spMkLst>
            <pc:docMk/>
            <pc:sldMk cId="2553685681" sldId="268"/>
            <ac:spMk id="38" creationId="{8305245C-2CA3-43F3-8129-E0A1405D1C04}"/>
          </ac:spMkLst>
        </pc:spChg>
        <pc:spChg chg="del">
          <ac:chgData name="Miguel Vazquez Vicente" userId="061d6048-6496-4903-afd8-f0da0e95f961" providerId="ADAL" clId="{21E00532-52DB-468D-A1AB-364F5AD16BAD}" dt="2020-04-28T14:54:29.658" v="889" actId="478"/>
          <ac:spMkLst>
            <pc:docMk/>
            <pc:sldMk cId="2553685681" sldId="268"/>
            <ac:spMk id="42" creationId="{0E14605E-EDE9-4F5F-AC4F-1D07EB5A9C09}"/>
          </ac:spMkLst>
        </pc:spChg>
        <pc:spChg chg="add mod">
          <ac:chgData name="Miguel Vazquez Vicente" userId="061d6048-6496-4903-afd8-f0da0e95f961" providerId="ADAL" clId="{21E00532-52DB-468D-A1AB-364F5AD16BAD}" dt="2020-04-28T16:20:26.183" v="3103" actId="1076"/>
          <ac:spMkLst>
            <pc:docMk/>
            <pc:sldMk cId="2553685681" sldId="268"/>
            <ac:spMk id="46" creationId="{6ED33C48-428E-4672-9882-DFDA70DC6EAD}"/>
          </ac:spMkLst>
        </pc:spChg>
        <pc:picChg chg="del">
          <ac:chgData name="Miguel Vazquez Vicente" userId="061d6048-6496-4903-afd8-f0da0e95f961" providerId="ADAL" clId="{21E00532-52DB-468D-A1AB-364F5AD16BAD}" dt="2020-04-28T14:54:29.658" v="889" actId="478"/>
          <ac:picMkLst>
            <pc:docMk/>
            <pc:sldMk cId="2553685681" sldId="268"/>
            <ac:picMk id="4" creationId="{BD9F7DCB-EC4D-433A-BBD6-1342F2C2121B}"/>
          </ac:picMkLst>
        </pc:picChg>
        <pc:picChg chg="add mod modCrop">
          <ac:chgData name="Miguel Vazquez Vicente" userId="061d6048-6496-4903-afd8-f0da0e95f961" providerId="ADAL" clId="{21E00532-52DB-468D-A1AB-364F5AD16BAD}" dt="2020-04-28T16:01:04.868" v="2436" actId="1076"/>
          <ac:picMkLst>
            <pc:docMk/>
            <pc:sldMk cId="2553685681" sldId="268"/>
            <ac:picMk id="5" creationId="{051520DC-633E-4A5A-B1CA-FF45B4288F9C}"/>
          </ac:picMkLst>
        </pc:picChg>
        <pc:picChg chg="del">
          <ac:chgData name="Miguel Vazquez Vicente" userId="061d6048-6496-4903-afd8-f0da0e95f961" providerId="ADAL" clId="{21E00532-52DB-468D-A1AB-364F5AD16BAD}" dt="2020-04-28T11:48:51.160" v="876" actId="478"/>
          <ac:picMkLst>
            <pc:docMk/>
            <pc:sldMk cId="2553685681" sldId="268"/>
            <ac:picMk id="6" creationId="{7B65A2F7-04CE-4BB3-9F5D-5285AF29E9BC}"/>
          </ac:picMkLst>
        </pc:picChg>
        <pc:picChg chg="del">
          <ac:chgData name="Miguel Vazquez Vicente" userId="061d6048-6496-4903-afd8-f0da0e95f961" providerId="ADAL" clId="{21E00532-52DB-468D-A1AB-364F5AD16BAD}" dt="2020-04-28T11:48:49.422" v="875" actId="478"/>
          <ac:picMkLst>
            <pc:docMk/>
            <pc:sldMk cId="2553685681" sldId="268"/>
            <ac:picMk id="17" creationId="{F68839BF-19B1-4043-BF5F-E9A473871493}"/>
          </ac:picMkLst>
        </pc:picChg>
        <pc:picChg chg="add mod">
          <ac:chgData name="Miguel Vazquez Vicente" userId="061d6048-6496-4903-afd8-f0da0e95f961" providerId="ADAL" clId="{21E00532-52DB-468D-A1AB-364F5AD16BAD}" dt="2020-04-28T16:15:03.262" v="2835" actId="1076"/>
          <ac:picMkLst>
            <pc:docMk/>
            <pc:sldMk cId="2553685681" sldId="268"/>
            <ac:picMk id="44" creationId="{AE864431-C4B7-4D02-9C4A-6CC0B5E7B5BC}"/>
          </ac:picMkLst>
        </pc:picChg>
        <pc:cxnChg chg="add del mod">
          <ac:chgData name="Miguel Vazquez Vicente" userId="061d6048-6496-4903-afd8-f0da0e95f961" providerId="ADAL" clId="{21E00532-52DB-468D-A1AB-364F5AD16BAD}" dt="2020-04-28T15:40:28.746" v="2160" actId="478"/>
          <ac:cxnSpMkLst>
            <pc:docMk/>
            <pc:sldMk cId="2553685681" sldId="268"/>
            <ac:cxnSpMk id="7" creationId="{8BBAA7A4-99AA-41F5-A60D-7EA98BDB0053}"/>
          </ac:cxnSpMkLst>
        </pc:cxnChg>
        <pc:cxnChg chg="add del mod">
          <ac:chgData name="Miguel Vazquez Vicente" userId="061d6048-6496-4903-afd8-f0da0e95f961" providerId="ADAL" clId="{21E00532-52DB-468D-A1AB-364F5AD16BAD}" dt="2020-04-28T15:51:53.585" v="2420" actId="478"/>
          <ac:cxnSpMkLst>
            <pc:docMk/>
            <pc:sldMk cId="2553685681" sldId="268"/>
            <ac:cxnSpMk id="9" creationId="{754AE96D-671E-4429-B137-AF54457E97AD}"/>
          </ac:cxnSpMkLst>
        </pc:cxnChg>
        <pc:cxnChg chg="del">
          <ac:chgData name="Miguel Vazquez Vicente" userId="061d6048-6496-4903-afd8-f0da0e95f961" providerId="ADAL" clId="{21E00532-52DB-468D-A1AB-364F5AD16BAD}" dt="2020-04-28T14:54:29.658" v="889" actId="478"/>
          <ac:cxnSpMkLst>
            <pc:docMk/>
            <pc:sldMk cId="2553685681" sldId="268"/>
            <ac:cxnSpMk id="12" creationId="{AFB5C7C4-C0A6-4C6E-855E-72FD3E0FB86A}"/>
          </ac:cxnSpMkLst>
        </pc:cxnChg>
        <pc:cxnChg chg="del">
          <ac:chgData name="Miguel Vazquez Vicente" userId="061d6048-6496-4903-afd8-f0da0e95f961" providerId="ADAL" clId="{21E00532-52DB-468D-A1AB-364F5AD16BAD}" dt="2020-04-28T14:54:29.658" v="889" actId="478"/>
          <ac:cxnSpMkLst>
            <pc:docMk/>
            <pc:sldMk cId="2553685681" sldId="268"/>
            <ac:cxnSpMk id="13" creationId="{F2E1DD4C-DBFF-42EB-9B5D-57339B1A47DA}"/>
          </ac:cxnSpMkLst>
        </pc:cxnChg>
        <pc:cxnChg chg="del">
          <ac:chgData name="Miguel Vazquez Vicente" userId="061d6048-6496-4903-afd8-f0da0e95f961" providerId="ADAL" clId="{21E00532-52DB-468D-A1AB-364F5AD16BAD}" dt="2020-04-28T14:54:29.658" v="889" actId="478"/>
          <ac:cxnSpMkLst>
            <pc:docMk/>
            <pc:sldMk cId="2553685681" sldId="268"/>
            <ac:cxnSpMk id="14" creationId="{2B12AD18-E289-4569-865F-AFC0EF72F84D}"/>
          </ac:cxnSpMkLst>
        </pc:cxnChg>
        <pc:cxnChg chg="del">
          <ac:chgData name="Miguel Vazquez Vicente" userId="061d6048-6496-4903-afd8-f0da0e95f961" providerId="ADAL" clId="{21E00532-52DB-468D-A1AB-364F5AD16BAD}" dt="2020-04-28T14:54:29.658" v="889" actId="478"/>
          <ac:cxnSpMkLst>
            <pc:docMk/>
            <pc:sldMk cId="2553685681" sldId="268"/>
            <ac:cxnSpMk id="21" creationId="{D978E915-D8B6-41DF-9D63-884F1B11D7B3}"/>
          </ac:cxnSpMkLst>
        </pc:cxnChg>
        <pc:cxnChg chg="add del mod">
          <ac:chgData name="Miguel Vazquez Vicente" userId="061d6048-6496-4903-afd8-f0da0e95f961" providerId="ADAL" clId="{21E00532-52DB-468D-A1AB-364F5AD16BAD}" dt="2020-04-28T16:01:18.311" v="2440" actId="478"/>
          <ac:cxnSpMkLst>
            <pc:docMk/>
            <pc:sldMk cId="2553685681" sldId="268"/>
            <ac:cxnSpMk id="23" creationId="{A32A4619-1100-4A23-A273-4B99C241AFCD}"/>
          </ac:cxnSpMkLst>
        </pc:cxnChg>
        <pc:cxnChg chg="add mod">
          <ac:chgData name="Miguel Vazquez Vicente" userId="061d6048-6496-4903-afd8-f0da0e95f961" providerId="ADAL" clId="{21E00532-52DB-468D-A1AB-364F5AD16BAD}" dt="2020-04-28T15:51:51.889" v="2419" actId="14100"/>
          <ac:cxnSpMkLst>
            <pc:docMk/>
            <pc:sldMk cId="2553685681" sldId="268"/>
            <ac:cxnSpMk id="24" creationId="{123E732B-6223-4EAF-B454-541163A2EAED}"/>
          </ac:cxnSpMkLst>
        </pc:cxnChg>
        <pc:cxnChg chg="del">
          <ac:chgData name="Miguel Vazquez Vicente" userId="061d6048-6496-4903-afd8-f0da0e95f961" providerId="ADAL" clId="{21E00532-52DB-468D-A1AB-364F5AD16BAD}" dt="2020-04-28T14:54:29.658" v="889" actId="478"/>
          <ac:cxnSpMkLst>
            <pc:docMk/>
            <pc:sldMk cId="2553685681" sldId="268"/>
            <ac:cxnSpMk id="30" creationId="{70743997-D6B6-4660-80D7-4D996E946B17}"/>
          </ac:cxnSpMkLst>
        </pc:cxnChg>
        <pc:cxnChg chg="add mod">
          <ac:chgData name="Miguel Vazquez Vicente" userId="061d6048-6496-4903-afd8-f0da0e95f961" providerId="ADAL" clId="{21E00532-52DB-468D-A1AB-364F5AD16BAD}" dt="2020-04-28T15:52:33.208" v="2423" actId="1076"/>
          <ac:cxnSpMkLst>
            <pc:docMk/>
            <pc:sldMk cId="2553685681" sldId="268"/>
            <ac:cxnSpMk id="31" creationId="{DBBE61E4-B843-4104-A1C2-8E7B1653077D}"/>
          </ac:cxnSpMkLst>
        </pc:cxnChg>
        <pc:cxnChg chg="add del mod ord">
          <ac:chgData name="Miguel Vazquez Vicente" userId="061d6048-6496-4903-afd8-f0da0e95f961" providerId="ADAL" clId="{21E00532-52DB-468D-A1AB-364F5AD16BAD}" dt="2020-04-28T16:03:11.306" v="2450" actId="478"/>
          <ac:cxnSpMkLst>
            <pc:docMk/>
            <pc:sldMk cId="2553685681" sldId="268"/>
            <ac:cxnSpMk id="33" creationId="{69238928-AA49-4DD6-96B9-336DB00E93D5}"/>
          </ac:cxnSpMkLst>
        </pc:cxnChg>
        <pc:cxnChg chg="add mod">
          <ac:chgData name="Miguel Vazquez Vicente" userId="061d6048-6496-4903-afd8-f0da0e95f961" providerId="ADAL" clId="{21E00532-52DB-468D-A1AB-364F5AD16BAD}" dt="2020-04-28T16:01:22.700" v="2441" actId="1076"/>
          <ac:cxnSpMkLst>
            <pc:docMk/>
            <pc:sldMk cId="2553685681" sldId="268"/>
            <ac:cxnSpMk id="35" creationId="{DBD88A93-BCF4-495E-891E-10AE42B89EDA}"/>
          </ac:cxnSpMkLst>
        </pc:cxnChg>
        <pc:cxnChg chg="add mod">
          <ac:chgData name="Miguel Vazquez Vicente" userId="061d6048-6496-4903-afd8-f0da0e95f961" providerId="ADAL" clId="{21E00532-52DB-468D-A1AB-364F5AD16BAD}" dt="2020-04-28T16:13:57.517" v="2821" actId="1076"/>
          <ac:cxnSpMkLst>
            <pc:docMk/>
            <pc:sldMk cId="2553685681" sldId="268"/>
            <ac:cxnSpMk id="37" creationId="{482E870F-59CD-4416-A4EF-17DF531ADCE4}"/>
          </ac:cxnSpMkLst>
        </pc:cxnChg>
        <pc:cxnChg chg="add mod">
          <ac:chgData name="Miguel Vazquez Vicente" userId="061d6048-6496-4903-afd8-f0da0e95f961" providerId="ADAL" clId="{21E00532-52DB-468D-A1AB-364F5AD16BAD}" dt="2020-04-28T16:03:14.517" v="2451" actId="571"/>
          <ac:cxnSpMkLst>
            <pc:docMk/>
            <pc:sldMk cId="2553685681" sldId="268"/>
            <ac:cxnSpMk id="39" creationId="{D9EEFDA7-F889-434D-9545-B0EF450D65A7}"/>
          </ac:cxnSpMkLst>
        </pc:cxnChg>
        <pc:cxnChg chg="add mod">
          <ac:chgData name="Miguel Vazquez Vicente" userId="061d6048-6496-4903-afd8-f0da0e95f961" providerId="ADAL" clId="{21E00532-52DB-468D-A1AB-364F5AD16BAD}" dt="2020-04-28T16:13:57.517" v="2821" actId="1076"/>
          <ac:cxnSpMkLst>
            <pc:docMk/>
            <pc:sldMk cId="2553685681" sldId="268"/>
            <ac:cxnSpMk id="41" creationId="{75996947-46B5-49FD-A44A-4904973B0EE6}"/>
          </ac:cxnSpMkLst>
        </pc:cxnChg>
        <pc:cxnChg chg="add mod">
          <ac:chgData name="Miguel Vazquez Vicente" userId="061d6048-6496-4903-afd8-f0da0e95f961" providerId="ADAL" clId="{21E00532-52DB-468D-A1AB-364F5AD16BAD}" dt="2020-04-28T16:15:08.056" v="2836" actId="1076"/>
          <ac:cxnSpMkLst>
            <pc:docMk/>
            <pc:sldMk cId="2553685681" sldId="268"/>
            <ac:cxnSpMk id="45" creationId="{647C897A-64C9-411F-80EF-B9264FD23F7C}"/>
          </ac:cxnSpMkLst>
        </pc:cxnChg>
        <pc:cxnChg chg="add mod">
          <ac:chgData name="Miguel Vazquez Vicente" userId="061d6048-6496-4903-afd8-f0da0e95f961" providerId="ADAL" clId="{21E00532-52DB-468D-A1AB-364F5AD16BAD}" dt="2020-04-28T16:20:40.582" v="3106" actId="14100"/>
          <ac:cxnSpMkLst>
            <pc:docMk/>
            <pc:sldMk cId="2553685681" sldId="268"/>
            <ac:cxnSpMk id="48" creationId="{2F429B92-D6F8-4208-BB99-409B0044CBC9}"/>
          </ac:cxnSpMkLst>
        </pc:cxnChg>
      </pc:sldChg>
      <pc:sldChg chg="addSp delSp modSp mod">
        <pc:chgData name="Miguel Vazquez Vicente" userId="061d6048-6496-4903-afd8-f0da0e95f961" providerId="ADAL" clId="{21E00532-52DB-468D-A1AB-364F5AD16BAD}" dt="2020-04-29T08:03:31.519" v="4955" actId="20577"/>
        <pc:sldMkLst>
          <pc:docMk/>
          <pc:sldMk cId="2205127000" sldId="269"/>
        </pc:sldMkLst>
        <pc:spChg chg="mod">
          <ac:chgData name="Miguel Vazquez Vicente" userId="061d6048-6496-4903-afd8-f0da0e95f961" providerId="ADAL" clId="{21E00532-52DB-468D-A1AB-364F5AD16BAD}" dt="2020-04-29T08:03:31.519" v="4955" actId="20577"/>
          <ac:spMkLst>
            <pc:docMk/>
            <pc:sldMk cId="2205127000" sldId="269"/>
            <ac:spMk id="2" creationId="{00000000-0000-0000-0000-000000000000}"/>
          </ac:spMkLst>
        </pc:spChg>
        <pc:spChg chg="add mod">
          <ac:chgData name="Miguel Vazquez Vicente" userId="061d6048-6496-4903-afd8-f0da0e95f961" providerId="ADAL" clId="{21E00532-52DB-468D-A1AB-364F5AD16BAD}" dt="2020-04-29T08:03:17.238" v="4948" actId="1076"/>
          <ac:spMkLst>
            <pc:docMk/>
            <pc:sldMk cId="2205127000" sldId="269"/>
            <ac:spMk id="12" creationId="{27BBD03D-7081-43DF-83FD-5512D4910C6D}"/>
          </ac:spMkLst>
        </pc:spChg>
        <pc:spChg chg="mod">
          <ac:chgData name="Miguel Vazquez Vicente" userId="061d6048-6496-4903-afd8-f0da0e95f961" providerId="ADAL" clId="{21E00532-52DB-468D-A1AB-364F5AD16BAD}" dt="2020-04-29T07:51:24.818" v="4590"/>
          <ac:spMkLst>
            <pc:docMk/>
            <pc:sldMk cId="2205127000" sldId="269"/>
            <ac:spMk id="18" creationId="{2B5680EB-E0B7-472F-8756-04BDAC433ECC}"/>
          </ac:spMkLst>
        </pc:spChg>
        <pc:spChg chg="mod">
          <ac:chgData name="Miguel Vazquez Vicente" userId="061d6048-6496-4903-afd8-f0da0e95f961" providerId="ADAL" clId="{21E00532-52DB-468D-A1AB-364F5AD16BAD}" dt="2020-04-29T08:03:17.238" v="4948" actId="1076"/>
          <ac:spMkLst>
            <pc:docMk/>
            <pc:sldMk cId="2205127000" sldId="269"/>
            <ac:spMk id="42" creationId="{0E14605E-EDE9-4F5F-AC4F-1D07EB5A9C09}"/>
          </ac:spMkLst>
        </pc:spChg>
        <pc:picChg chg="add mod ord">
          <ac:chgData name="Miguel Vazquez Vicente" userId="061d6048-6496-4903-afd8-f0da0e95f961" providerId="ADAL" clId="{21E00532-52DB-468D-A1AB-364F5AD16BAD}" dt="2020-04-29T08:03:17.238" v="4948" actId="1076"/>
          <ac:picMkLst>
            <pc:docMk/>
            <pc:sldMk cId="2205127000" sldId="269"/>
            <ac:picMk id="4" creationId="{3BA4FB6C-A05E-435E-8717-EBABE5E6EE76}"/>
          </ac:picMkLst>
        </pc:picChg>
        <pc:picChg chg="del">
          <ac:chgData name="Miguel Vazquez Vicente" userId="061d6048-6496-4903-afd8-f0da0e95f961" providerId="ADAL" clId="{21E00532-52DB-468D-A1AB-364F5AD16BAD}" dt="2020-04-29T07:44:34.109" v="3783" actId="478"/>
          <ac:picMkLst>
            <pc:docMk/>
            <pc:sldMk cId="2205127000" sldId="269"/>
            <ac:picMk id="5" creationId="{70B86F99-921F-449C-A0AE-4A933C27275D}"/>
          </ac:picMkLst>
        </pc:picChg>
        <pc:cxnChg chg="mod">
          <ac:chgData name="Miguel Vazquez Vicente" userId="061d6048-6496-4903-afd8-f0da0e95f961" providerId="ADAL" clId="{21E00532-52DB-468D-A1AB-364F5AD16BAD}" dt="2020-04-29T08:03:17.238" v="4948" actId="1076"/>
          <ac:cxnSpMkLst>
            <pc:docMk/>
            <pc:sldMk cId="2205127000" sldId="269"/>
            <ac:cxnSpMk id="13" creationId="{F2E1DD4C-DBFF-42EB-9B5D-57339B1A47DA}"/>
          </ac:cxnSpMkLst>
        </pc:cxnChg>
        <pc:cxnChg chg="del">
          <ac:chgData name="Miguel Vazquez Vicente" userId="061d6048-6496-4903-afd8-f0da0e95f961" providerId="ADAL" clId="{21E00532-52DB-468D-A1AB-364F5AD16BAD}" dt="2020-04-29T07:52:11.753" v="4593" actId="478"/>
          <ac:cxnSpMkLst>
            <pc:docMk/>
            <pc:sldMk cId="2205127000" sldId="269"/>
            <ac:cxnSpMk id="21" creationId="{D978E915-D8B6-41DF-9D63-884F1B11D7B3}"/>
          </ac:cxnSpMkLst>
        </pc:cxnChg>
        <pc:cxnChg chg="mod">
          <ac:chgData name="Miguel Vazquez Vicente" userId="061d6048-6496-4903-afd8-f0da0e95f961" providerId="ADAL" clId="{21E00532-52DB-468D-A1AB-364F5AD16BAD}" dt="2020-04-29T08:03:17.238" v="4948" actId="1076"/>
          <ac:cxnSpMkLst>
            <pc:docMk/>
            <pc:sldMk cId="2205127000" sldId="269"/>
            <ac:cxnSpMk id="30" creationId="{70743997-D6B6-4660-80D7-4D996E946B17}"/>
          </ac:cxnSpMkLst>
        </pc:cxnChg>
      </pc:sldChg>
      <pc:sldChg chg="addSp delSp modSp mod">
        <pc:chgData name="Miguel Vazquez Vicente" userId="061d6048-6496-4903-afd8-f0da0e95f961" providerId="ADAL" clId="{21E00532-52DB-468D-A1AB-364F5AD16BAD}" dt="2020-04-29T08:05:30.361" v="4957" actId="478"/>
        <pc:sldMkLst>
          <pc:docMk/>
          <pc:sldMk cId="4272831487" sldId="270"/>
        </pc:sldMkLst>
        <pc:spChg chg="mod">
          <ac:chgData name="Miguel Vazquez Vicente" userId="061d6048-6496-4903-afd8-f0da0e95f961" providerId="ADAL" clId="{21E00532-52DB-468D-A1AB-364F5AD16BAD}" dt="2020-04-29T07:37:47.686" v="3599" actId="20577"/>
          <ac:spMkLst>
            <pc:docMk/>
            <pc:sldMk cId="4272831487" sldId="270"/>
            <ac:spMk id="2" creationId="{00000000-0000-0000-0000-000000000000}"/>
          </ac:spMkLst>
        </pc:spChg>
        <pc:spChg chg="mod ord">
          <ac:chgData name="Miguel Vazquez Vicente" userId="061d6048-6496-4903-afd8-f0da0e95f961" providerId="ADAL" clId="{21E00532-52DB-468D-A1AB-364F5AD16BAD}" dt="2020-04-29T07:41:09.537" v="3782" actId="166"/>
          <ac:spMkLst>
            <pc:docMk/>
            <pc:sldMk cId="4272831487" sldId="270"/>
            <ac:spMk id="19" creationId="{60A4D6A8-A39B-4924-B24B-6D3DF6265E5D}"/>
          </ac:spMkLst>
        </pc:spChg>
        <pc:spChg chg="del">
          <ac:chgData name="Miguel Vazquez Vicente" userId="061d6048-6496-4903-afd8-f0da0e95f961" providerId="ADAL" clId="{21E00532-52DB-468D-A1AB-364F5AD16BAD}" dt="2020-04-29T08:05:30.361" v="4957" actId="478"/>
          <ac:spMkLst>
            <pc:docMk/>
            <pc:sldMk cId="4272831487" sldId="270"/>
            <ac:spMk id="22" creationId="{E7D5529F-7663-4F1F-BE59-F36313F063E7}"/>
          </ac:spMkLst>
        </pc:spChg>
        <pc:spChg chg="mod">
          <ac:chgData name="Miguel Vazquez Vicente" userId="061d6048-6496-4903-afd8-f0da0e95f961" providerId="ADAL" clId="{21E00532-52DB-468D-A1AB-364F5AD16BAD}" dt="2020-04-29T07:38:06.968" v="3601" actId="1076"/>
          <ac:spMkLst>
            <pc:docMk/>
            <pc:sldMk cId="4272831487" sldId="270"/>
            <ac:spMk id="42" creationId="{0E14605E-EDE9-4F5F-AC4F-1D07EB5A9C09}"/>
          </ac:spMkLst>
        </pc:spChg>
        <pc:picChg chg="add mod ord">
          <ac:chgData name="Miguel Vazquez Vicente" userId="061d6048-6496-4903-afd8-f0da0e95f961" providerId="ADAL" clId="{21E00532-52DB-468D-A1AB-364F5AD16BAD}" dt="2020-04-29T07:38:01.287" v="3600" actId="1076"/>
          <ac:picMkLst>
            <pc:docMk/>
            <pc:sldMk cId="4272831487" sldId="270"/>
            <ac:picMk id="4" creationId="{531019AB-7A12-4926-9EDE-CE8F454D0D98}"/>
          </ac:picMkLst>
        </pc:picChg>
        <pc:picChg chg="del">
          <ac:chgData name="Miguel Vazquez Vicente" userId="061d6048-6496-4903-afd8-f0da0e95f961" providerId="ADAL" clId="{21E00532-52DB-468D-A1AB-364F5AD16BAD}" dt="2020-04-29T07:21:52.790" v="3107" actId="478"/>
          <ac:picMkLst>
            <pc:docMk/>
            <pc:sldMk cId="4272831487" sldId="270"/>
            <ac:picMk id="6" creationId="{01E880F3-5D66-483D-B05C-0585F7CF86B8}"/>
          </ac:picMkLst>
        </pc:picChg>
        <pc:picChg chg="add mod">
          <ac:chgData name="Miguel Vazquez Vicente" userId="061d6048-6496-4903-afd8-f0da0e95f961" providerId="ADAL" clId="{21E00532-52DB-468D-A1AB-364F5AD16BAD}" dt="2020-04-29T07:38:09.759" v="3602" actId="1076"/>
          <ac:picMkLst>
            <pc:docMk/>
            <pc:sldMk cId="4272831487" sldId="270"/>
            <ac:picMk id="8" creationId="{9163B735-2FCE-408F-A72C-0779CBCD7CEA}"/>
          </ac:picMkLst>
        </pc:picChg>
        <pc:picChg chg="del">
          <ac:chgData name="Miguel Vazquez Vicente" userId="061d6048-6496-4903-afd8-f0da0e95f961" providerId="ADAL" clId="{21E00532-52DB-468D-A1AB-364F5AD16BAD}" dt="2020-04-29T07:21:54.984" v="3108" actId="478"/>
          <ac:picMkLst>
            <pc:docMk/>
            <pc:sldMk cId="4272831487" sldId="270"/>
            <ac:picMk id="11" creationId="{66EB0AE3-2B9D-486A-BA74-F0472FD24A79}"/>
          </ac:picMkLst>
        </pc:picChg>
        <pc:cxnChg chg="mod">
          <ac:chgData name="Miguel Vazquez Vicente" userId="061d6048-6496-4903-afd8-f0da0e95f961" providerId="ADAL" clId="{21E00532-52DB-468D-A1AB-364F5AD16BAD}" dt="2020-04-29T07:38:06.968" v="3601" actId="1076"/>
          <ac:cxnSpMkLst>
            <pc:docMk/>
            <pc:sldMk cId="4272831487" sldId="270"/>
            <ac:cxnSpMk id="14" creationId="{47A6B24A-DCB6-444C-9AC7-FB8BE034109C}"/>
          </ac:cxnSpMkLst>
        </pc:cxnChg>
        <pc:cxnChg chg="add mod">
          <ac:chgData name="Miguel Vazquez Vicente" userId="061d6048-6496-4903-afd8-f0da0e95f961" providerId="ADAL" clId="{21E00532-52DB-468D-A1AB-364F5AD16BAD}" dt="2020-04-29T07:39:20.984" v="3612" actId="14100"/>
          <ac:cxnSpMkLst>
            <pc:docMk/>
            <pc:sldMk cId="4272831487" sldId="270"/>
            <ac:cxnSpMk id="16" creationId="{88AD1732-D2B6-4838-9A14-851EFFA51F85}"/>
          </ac:cxnSpMkLst>
        </pc:cxnChg>
        <pc:cxnChg chg="add mod">
          <ac:chgData name="Miguel Vazquez Vicente" userId="061d6048-6496-4903-afd8-f0da0e95f961" providerId="ADAL" clId="{21E00532-52DB-468D-A1AB-364F5AD16BAD}" dt="2020-04-29T07:38:33.730" v="3608" actId="1076"/>
          <ac:cxnSpMkLst>
            <pc:docMk/>
            <pc:sldMk cId="4272831487" sldId="270"/>
            <ac:cxnSpMk id="17" creationId="{98020CB6-19C8-4B37-8966-5498DED9EB8B}"/>
          </ac:cxnSpMkLst>
        </pc:cxnChg>
        <pc:cxnChg chg="del">
          <ac:chgData name="Miguel Vazquez Vicente" userId="061d6048-6496-4903-afd8-f0da0e95f961" providerId="ADAL" clId="{21E00532-52DB-468D-A1AB-364F5AD16BAD}" dt="2020-04-29T07:38:17.777" v="3603" actId="478"/>
          <ac:cxnSpMkLst>
            <pc:docMk/>
            <pc:sldMk cId="4272831487" sldId="270"/>
            <ac:cxnSpMk id="20" creationId="{92E5CD27-9622-40C0-8C6C-193A683466E6}"/>
          </ac:cxnSpMkLst>
        </pc:cxnChg>
        <pc:cxnChg chg="mod">
          <ac:chgData name="Miguel Vazquez Vicente" userId="061d6048-6496-4903-afd8-f0da0e95f961" providerId="ADAL" clId="{21E00532-52DB-468D-A1AB-364F5AD16BAD}" dt="2020-04-29T07:38:06.968" v="3601" actId="1076"/>
          <ac:cxnSpMkLst>
            <pc:docMk/>
            <pc:sldMk cId="4272831487" sldId="270"/>
            <ac:cxnSpMk id="30" creationId="{70743997-D6B6-4660-80D7-4D996E946B17}"/>
          </ac:cxnSpMkLst>
        </pc:cxnChg>
      </pc:sldChg>
    </pc:docChg>
  </pc:docChgLst>
  <pc:docChgLst>
    <pc:chgData name="Miguel Vazquez Vicente" userId="061d6048-6496-4903-afd8-f0da0e95f961" providerId="ADAL" clId="{62A01C85-A374-41B5-98F3-7E437390EC44}"/>
    <pc:docChg chg="custSel modSld">
      <pc:chgData name="Miguel Vazquez Vicente" userId="061d6048-6496-4903-afd8-f0da0e95f961" providerId="ADAL" clId="{62A01C85-A374-41B5-98F3-7E437390EC44}" dt="2020-04-29T08:57:15.035" v="195" actId="20577"/>
      <pc:docMkLst>
        <pc:docMk/>
      </pc:docMkLst>
      <pc:sldChg chg="modSp mod">
        <pc:chgData name="Miguel Vazquez Vicente" userId="061d6048-6496-4903-afd8-f0da0e95f961" providerId="ADAL" clId="{62A01C85-A374-41B5-98F3-7E437390EC44}" dt="2020-04-29T08:57:15.035" v="195" actId="20577"/>
        <pc:sldMkLst>
          <pc:docMk/>
          <pc:sldMk cId="2553685681" sldId="268"/>
        </pc:sldMkLst>
        <pc:spChg chg="mod">
          <ac:chgData name="Miguel Vazquez Vicente" userId="061d6048-6496-4903-afd8-f0da0e95f961" providerId="ADAL" clId="{62A01C85-A374-41B5-98F3-7E437390EC44}" dt="2020-04-29T08:57:15.035" v="195" actId="20577"/>
          <ac:spMkLst>
            <pc:docMk/>
            <pc:sldMk cId="2553685681" sldId="268"/>
            <ac:spMk id="10" creationId="{84768B36-C540-4B96-9441-9BA675D44B89}"/>
          </ac:spMkLst>
        </pc:spChg>
      </pc:sldChg>
      <pc:sldChg chg="modSp mod">
        <pc:chgData name="Miguel Vazquez Vicente" userId="061d6048-6496-4903-afd8-f0da0e95f961" providerId="ADAL" clId="{62A01C85-A374-41B5-98F3-7E437390EC44}" dt="2020-04-29T08:55:43.830" v="146" actId="33524"/>
        <pc:sldMkLst>
          <pc:docMk/>
          <pc:sldMk cId="2205127000" sldId="269"/>
        </pc:sldMkLst>
        <pc:spChg chg="mod">
          <ac:chgData name="Miguel Vazquez Vicente" userId="061d6048-6496-4903-afd8-f0da0e95f961" providerId="ADAL" clId="{62A01C85-A374-41B5-98F3-7E437390EC44}" dt="2020-04-29T08:55:43.830" v="146" actId="33524"/>
          <ac:spMkLst>
            <pc:docMk/>
            <pc:sldMk cId="2205127000" sldId="269"/>
            <ac:spMk id="12" creationId="{27BBD03D-7081-43DF-83FD-5512D4910C6D}"/>
          </ac:spMkLst>
        </pc:spChg>
      </pc:sldChg>
      <pc:sldChg chg="addSp modSp mod">
        <pc:chgData name="Miguel Vazquez Vicente" userId="061d6048-6496-4903-afd8-f0da0e95f961" providerId="ADAL" clId="{62A01C85-A374-41B5-98F3-7E437390EC44}" dt="2020-04-29T08:57:03.261" v="194" actId="20577"/>
        <pc:sldMkLst>
          <pc:docMk/>
          <pc:sldMk cId="4272831487" sldId="270"/>
        </pc:sldMkLst>
        <pc:spChg chg="add mod">
          <ac:chgData name="Miguel Vazquez Vicente" userId="061d6048-6496-4903-afd8-f0da0e95f961" providerId="ADAL" clId="{62A01C85-A374-41B5-98F3-7E437390EC44}" dt="2020-04-29T08:57:03.261" v="194" actId="20577"/>
          <ac:spMkLst>
            <pc:docMk/>
            <pc:sldMk cId="4272831487" sldId="270"/>
            <ac:spMk id="5" creationId="{033B993E-40FA-4F28-9E37-E332E2D3F294}"/>
          </ac:spMkLst>
        </pc:spChg>
        <pc:spChg chg="mod">
          <ac:chgData name="Miguel Vazquez Vicente" userId="061d6048-6496-4903-afd8-f0da0e95f961" providerId="ADAL" clId="{62A01C85-A374-41B5-98F3-7E437390EC44}" dt="2020-04-29T08:55:33.370" v="145" actId="20577"/>
          <ac:spMkLst>
            <pc:docMk/>
            <pc:sldMk cId="4272831487" sldId="270"/>
            <ac:spMk id="42" creationId="{0E14605E-EDE9-4F5F-AC4F-1D07EB5A9C09}"/>
          </ac:spMkLst>
        </pc:spChg>
        <pc:cxnChg chg="add mod">
          <ac:chgData name="Miguel Vazquez Vicente" userId="061d6048-6496-4903-afd8-f0da0e95f961" providerId="ADAL" clId="{62A01C85-A374-41B5-98F3-7E437390EC44}" dt="2020-04-29T08:29:06.512" v="3" actId="14100"/>
          <ac:cxnSpMkLst>
            <pc:docMk/>
            <pc:sldMk cId="4272831487" sldId="270"/>
            <ac:cxnSpMk id="6" creationId="{CF1CE294-9510-4CA3-9857-9EBC3DFB80D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38176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91" y="147378"/>
            <a:ext cx="13194818" cy="635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>
        <a:defRPr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>
        <a:defRPr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21743E-E909-4795-BBBF-F54D6836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764" y="2534692"/>
            <a:ext cx="7927751" cy="5059157"/>
          </a:xfrm>
          <a:prstGeom prst="roundRect">
            <a:avLst>
              <a:gd name="adj" fmla="val 135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87011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s-E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s-ES" sz="2800" spc="-5" dirty="0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gestionar proyectos</a:t>
            </a:r>
            <a:endParaRPr lang="es-E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>
              <a:spcBef>
                <a:spcPts val="525"/>
              </a:spcBef>
            </a:pPr>
            <a:r>
              <a:rPr lang="es-ES" sz="1400" spc="-10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Empiece agregando un </a:t>
            </a:r>
            <a:r>
              <a:rPr lang="es-ES" sz="1400" spc="-10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r>
              <a:rPr lang="es-ES" sz="1400" spc="-10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al canal del proyecto</a:t>
            </a:r>
            <a:endParaRPr lang="es-E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 dirty="0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 dirty="0">
                <a:latin typeface="Segoe UI" panose="020B0502040204020203" pitchFamily="34" charset="0"/>
                <a:cs typeface="Segoe UI" panose="020B0502040204020203" pitchFamily="34" charset="0"/>
              </a:rPr>
              <a:t> – Planner</a:t>
            </a:r>
            <a:endParaRPr spc="-95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B5C7C4-C0A6-4C6E-855E-72FD3E0FB86A}"/>
              </a:ext>
            </a:extLst>
          </p:cNvPr>
          <p:cNvCxnSpPr>
            <a:cxnSpLocks/>
          </p:cNvCxnSpPr>
          <p:nvPr/>
        </p:nvCxnSpPr>
        <p:spPr>
          <a:xfrm>
            <a:off x="1871327" y="6421833"/>
            <a:ext cx="5672473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12AD18-E289-4569-865F-AFC0EF72F84D}"/>
              </a:ext>
            </a:extLst>
          </p:cNvPr>
          <p:cNvCxnSpPr>
            <a:cxnSpLocks/>
          </p:cNvCxnSpPr>
          <p:nvPr/>
        </p:nvCxnSpPr>
        <p:spPr>
          <a:xfrm flipV="1">
            <a:off x="1889487" y="2856964"/>
            <a:ext cx="0" cy="3564869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552662" y="2684927"/>
            <a:ext cx="1909233" cy="690574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Crear </a:t>
            </a:r>
            <a:r>
              <a:rPr lang="es-ES" sz="1000" b="1"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endParaRPr lang="es-ES" sz="1000" b="1" spc="-5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 un plan desde cero. Empieza poniéndole nombre.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2B5680EB-E0B7-472F-8756-04BDAC433ECC}"/>
              </a:ext>
            </a:extLst>
          </p:cNvPr>
          <p:cNvSpPr txBox="1"/>
          <p:nvPr/>
        </p:nvSpPr>
        <p:spPr>
          <a:xfrm>
            <a:off x="1907648" y="4639398"/>
            <a:ext cx="1909233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Plan existente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 ya tienes un plan creado en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selecciónalo. Podrás seleccionar entre los planes que hayas empezado con este Equipo.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9A0848FB-0384-4103-8D71-56D0DB341A2B}"/>
              </a:ext>
            </a:extLst>
          </p:cNvPr>
          <p:cNvSpPr txBox="1"/>
          <p:nvPr/>
        </p:nvSpPr>
        <p:spPr>
          <a:xfrm>
            <a:off x="8625832" y="1111005"/>
            <a:ext cx="1909233" cy="998350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Nueva pestaña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Comienza agregando una nueva pestaña y seleccionando en la lista de aplicaciones: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4AB0B1-8EA8-45C4-A5CB-91A2AD6A4E4B}"/>
              </a:ext>
            </a:extLst>
          </p:cNvPr>
          <p:cNvCxnSpPr>
            <a:cxnSpLocks/>
          </p:cNvCxnSpPr>
          <p:nvPr/>
        </p:nvCxnSpPr>
        <p:spPr>
          <a:xfrm>
            <a:off x="9731392" y="2109355"/>
            <a:ext cx="0" cy="747609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13">
            <a:extLst>
              <a:ext uri="{FF2B5EF4-FFF2-40B4-BE49-F238E27FC236}">
                <a16:creationId xmlns:a16="http://schemas.microsoft.com/office/drawing/2014/main" id="{F7F18DBF-56B9-4DE4-AEFE-FB530B33EFB5}"/>
              </a:ext>
            </a:extLst>
          </p:cNvPr>
          <p:cNvSpPr txBox="1"/>
          <p:nvPr/>
        </p:nvSpPr>
        <p:spPr>
          <a:xfrm>
            <a:off x="2596361" y="6441610"/>
            <a:ext cx="1909233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Publicar en el Canal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Deja este cuadro marcado si quieres que en publicaciones se mencione que se ha añadido la pestaña de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3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s-ES" sz="2800" spc="-5" dirty="0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Comienza a crear tu estructura de depósitos y etiquetas</a:t>
            </a:r>
            <a:endParaRPr lang="es-E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Uso de apps dentro de Teams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520DC-633E-4A5A-B1CA-FF45B4288F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05"/>
          <a:stretch/>
        </p:blipFill>
        <p:spPr>
          <a:xfrm>
            <a:off x="2577410" y="3062750"/>
            <a:ext cx="7194551" cy="4306890"/>
          </a:xfrm>
          <a:prstGeom prst="roundRect">
            <a:avLst>
              <a:gd name="adj" fmla="val 135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3E732B-6223-4EAF-B454-541163A2EAED}"/>
              </a:ext>
            </a:extLst>
          </p:cNvPr>
          <p:cNvCxnSpPr>
            <a:cxnSpLocks/>
          </p:cNvCxnSpPr>
          <p:nvPr/>
        </p:nvCxnSpPr>
        <p:spPr>
          <a:xfrm>
            <a:off x="4845710" y="2315138"/>
            <a:ext cx="0" cy="129062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BE61E4-B843-4104-A1C2-8E7B1653077D}"/>
              </a:ext>
            </a:extLst>
          </p:cNvPr>
          <p:cNvCxnSpPr>
            <a:cxnSpLocks/>
          </p:cNvCxnSpPr>
          <p:nvPr/>
        </p:nvCxnSpPr>
        <p:spPr>
          <a:xfrm flipH="1">
            <a:off x="1645494" y="2328383"/>
            <a:ext cx="3218463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13">
            <a:extLst>
              <a:ext uri="{FF2B5EF4-FFF2-40B4-BE49-F238E27FC236}">
                <a16:creationId xmlns:a16="http://schemas.microsoft.com/office/drawing/2014/main" id="{7D233E4A-27B5-4F2F-BC2D-C03642402FCD}"/>
              </a:ext>
            </a:extLst>
          </p:cNvPr>
          <p:cNvSpPr txBox="1"/>
          <p:nvPr/>
        </p:nvSpPr>
        <p:spPr>
          <a:xfrm>
            <a:off x="255820" y="2101402"/>
            <a:ext cx="2142887" cy="1306127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Estructura de agrupación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Piensa como quieres agrupar tus tareas y crea una estructura de depósitos que te ayude a realizar seguimiento de estas. Las tareas se pueden arrastrar entre depósitos.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D88A93-BCF4-495E-891E-10AE42B89EDA}"/>
              </a:ext>
            </a:extLst>
          </p:cNvPr>
          <p:cNvCxnSpPr>
            <a:cxnSpLocks/>
          </p:cNvCxnSpPr>
          <p:nvPr/>
        </p:nvCxnSpPr>
        <p:spPr>
          <a:xfrm>
            <a:off x="8349042" y="2457812"/>
            <a:ext cx="0" cy="114591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bject 13">
            <a:extLst>
              <a:ext uri="{FF2B5EF4-FFF2-40B4-BE49-F238E27FC236}">
                <a16:creationId xmlns:a16="http://schemas.microsoft.com/office/drawing/2014/main" id="{8305245C-2CA3-43F3-8129-E0A1405D1C04}"/>
              </a:ext>
            </a:extLst>
          </p:cNvPr>
          <p:cNvSpPr txBox="1"/>
          <p:nvPr/>
        </p:nvSpPr>
        <p:spPr>
          <a:xfrm>
            <a:off x="6205174" y="1697217"/>
            <a:ext cx="2330305" cy="998350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Busca rápidamente las tareas que te interesan aplicando filtros como: tareas con retraso, urgentes, persona o por un tipo de etiqueta elegida.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EEFDA7-F889-434D-9545-B0EF450D65A7}"/>
              </a:ext>
            </a:extLst>
          </p:cNvPr>
          <p:cNvCxnSpPr>
            <a:cxnSpLocks/>
          </p:cNvCxnSpPr>
          <p:nvPr/>
        </p:nvCxnSpPr>
        <p:spPr>
          <a:xfrm>
            <a:off x="8773371" y="2457812"/>
            <a:ext cx="0" cy="114591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13">
            <a:extLst>
              <a:ext uri="{FF2B5EF4-FFF2-40B4-BE49-F238E27FC236}">
                <a16:creationId xmlns:a16="http://schemas.microsoft.com/office/drawing/2014/main" id="{27B7414F-EE17-4383-AA74-445FE0C2A1C5}"/>
              </a:ext>
            </a:extLst>
          </p:cNvPr>
          <p:cNvSpPr txBox="1"/>
          <p:nvPr/>
        </p:nvSpPr>
        <p:spPr>
          <a:xfrm>
            <a:off x="8670424" y="1703093"/>
            <a:ext cx="2330305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Selecciona una agrupación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Cambia de  agrupación para ver las tareas agrupadas de diferentes formas: asignado, progreso, fechas de vencimiento, etiquetas o prioridad.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82E870F-59CD-4416-A4EF-17DF531ADCE4}"/>
              </a:ext>
            </a:extLst>
          </p:cNvPr>
          <p:cNvCxnSpPr>
            <a:cxnSpLocks/>
          </p:cNvCxnSpPr>
          <p:nvPr/>
        </p:nvCxnSpPr>
        <p:spPr>
          <a:xfrm>
            <a:off x="1178865" y="6180689"/>
            <a:ext cx="6144096" cy="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5996947-46B5-49FD-A44A-4904973B0EE6}"/>
              </a:ext>
            </a:extLst>
          </p:cNvPr>
          <p:cNvCxnSpPr>
            <a:cxnSpLocks/>
          </p:cNvCxnSpPr>
          <p:nvPr/>
        </p:nvCxnSpPr>
        <p:spPr>
          <a:xfrm flipV="1">
            <a:off x="7303515" y="5695622"/>
            <a:ext cx="0" cy="48506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bject 13">
            <a:extLst>
              <a:ext uri="{FF2B5EF4-FFF2-40B4-BE49-F238E27FC236}">
                <a16:creationId xmlns:a16="http://schemas.microsoft.com/office/drawing/2014/main" id="{84768B36-C540-4B96-9441-9BA675D44B89}"/>
              </a:ext>
            </a:extLst>
          </p:cNvPr>
          <p:cNvSpPr txBox="1"/>
          <p:nvPr/>
        </p:nvSpPr>
        <p:spPr>
          <a:xfrm>
            <a:off x="52282" y="5185362"/>
            <a:ext cx="2142887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Tareas Completadas</a:t>
            </a:r>
            <a:endParaRPr lang="es-ES" sz="10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Marca las tareas como completadas clicando en los círculos blancos y serán añadidas como completadas en la parte inferior.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E864431-C4B7-4D02-9C4A-6CC0B5E7B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654" y="4873740"/>
            <a:ext cx="1142701" cy="2495900"/>
          </a:xfrm>
          <a:prstGeom prst="roundRect">
            <a:avLst>
              <a:gd name="adj" fmla="val 135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47C897A-64C9-411F-80EF-B9264FD23F7C}"/>
              </a:ext>
            </a:extLst>
          </p:cNvPr>
          <p:cNvCxnSpPr>
            <a:cxnSpLocks/>
          </p:cNvCxnSpPr>
          <p:nvPr/>
        </p:nvCxnSpPr>
        <p:spPr>
          <a:xfrm>
            <a:off x="12137005" y="3771070"/>
            <a:ext cx="0" cy="129062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bject 13">
            <a:extLst>
              <a:ext uri="{FF2B5EF4-FFF2-40B4-BE49-F238E27FC236}">
                <a16:creationId xmlns:a16="http://schemas.microsoft.com/office/drawing/2014/main" id="{6ED33C48-428E-4672-9882-DFDA70DC6EAD}"/>
              </a:ext>
            </a:extLst>
          </p:cNvPr>
          <p:cNvSpPr txBox="1"/>
          <p:nvPr/>
        </p:nvSpPr>
        <p:spPr>
          <a:xfrm>
            <a:off x="10714156" y="3356239"/>
            <a:ext cx="2142887" cy="998350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Conversación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Cuando se crea el canal, tienes la posibilidad de añadir un hilo a publicaciones que te ayudar a añadir comentarios del proyecto.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F429B92-D6F8-4208-BB99-409B0044CBC9}"/>
              </a:ext>
            </a:extLst>
          </p:cNvPr>
          <p:cNvCxnSpPr>
            <a:cxnSpLocks/>
          </p:cNvCxnSpPr>
          <p:nvPr/>
        </p:nvCxnSpPr>
        <p:spPr>
          <a:xfrm flipH="1">
            <a:off x="9060999" y="3561724"/>
            <a:ext cx="165315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68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Agregar</a:t>
            </a:r>
            <a:r>
              <a:rPr lang="en-US" sz="2800" spc="-5" dirty="0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tareas</a:t>
            </a:r>
            <a:r>
              <a:rPr lang="en-US" sz="2800" spc="-5" dirty="0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n-U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asignarlas</a:t>
            </a:r>
            <a:endParaRPr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Uso de apps dentro de Teams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A1E07-62D5-4BDA-BFC7-CCC3DCC69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2456679"/>
            <a:ext cx="5033979" cy="4703794"/>
          </a:xfrm>
          <a:prstGeom prst="roundRect">
            <a:avLst>
              <a:gd name="adj" fmla="val 135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object 13">
            <a:extLst>
              <a:ext uri="{FF2B5EF4-FFF2-40B4-BE49-F238E27FC236}">
                <a16:creationId xmlns:a16="http://schemas.microsoft.com/office/drawing/2014/main" id="{C297A990-6BE6-424B-A41A-BB4B24E04C10}"/>
              </a:ext>
            </a:extLst>
          </p:cNvPr>
          <p:cNvSpPr txBox="1"/>
          <p:nvPr/>
        </p:nvSpPr>
        <p:spPr>
          <a:xfrm>
            <a:off x="11768553" y="1878277"/>
            <a:ext cx="1909233" cy="844462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Etiquetas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Divide las tareas por etiquetas para tener otra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sub-agrupación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estas.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362FE0-6428-4104-BE4B-6625A2BDF86F}"/>
              </a:ext>
            </a:extLst>
          </p:cNvPr>
          <p:cNvCxnSpPr>
            <a:cxnSpLocks/>
          </p:cNvCxnSpPr>
          <p:nvPr/>
        </p:nvCxnSpPr>
        <p:spPr>
          <a:xfrm flipH="1">
            <a:off x="10907729" y="2575607"/>
            <a:ext cx="86082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C9A07C-CD46-467F-B1E5-D96CFB4F9C00}"/>
              </a:ext>
            </a:extLst>
          </p:cNvPr>
          <p:cNvCxnSpPr>
            <a:cxnSpLocks/>
          </p:cNvCxnSpPr>
          <p:nvPr/>
        </p:nvCxnSpPr>
        <p:spPr>
          <a:xfrm flipH="1">
            <a:off x="9848850" y="3845607"/>
            <a:ext cx="1665703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bject 13">
            <a:extLst>
              <a:ext uri="{FF2B5EF4-FFF2-40B4-BE49-F238E27FC236}">
                <a16:creationId xmlns:a16="http://schemas.microsoft.com/office/drawing/2014/main" id="{F8ABA2DD-EB02-4D5C-A4A4-E2B675766A84}"/>
              </a:ext>
            </a:extLst>
          </p:cNvPr>
          <p:cNvSpPr txBox="1"/>
          <p:nvPr/>
        </p:nvSpPr>
        <p:spPr>
          <a:xfrm>
            <a:off x="11514553" y="3292349"/>
            <a:ext cx="1909233" cy="998350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Prioridad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Selecciona la prioridad de la tarea y según la prioridad se gestionará como se asigna esa tarea.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B2FDD39-26C6-4471-B0EA-27E03AF68252}"/>
              </a:ext>
            </a:extLst>
          </p:cNvPr>
          <p:cNvCxnSpPr>
            <a:cxnSpLocks/>
          </p:cNvCxnSpPr>
          <p:nvPr/>
        </p:nvCxnSpPr>
        <p:spPr>
          <a:xfrm flipH="1">
            <a:off x="7353300" y="5382307"/>
            <a:ext cx="386280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bject 13">
            <a:extLst>
              <a:ext uri="{FF2B5EF4-FFF2-40B4-BE49-F238E27FC236}">
                <a16:creationId xmlns:a16="http://schemas.microsoft.com/office/drawing/2014/main" id="{D9D7A233-0637-499E-930F-CE93CD4F1BFC}"/>
              </a:ext>
            </a:extLst>
          </p:cNvPr>
          <p:cNvSpPr txBox="1"/>
          <p:nvPr/>
        </p:nvSpPr>
        <p:spPr>
          <a:xfrm>
            <a:off x="11216104" y="4985750"/>
            <a:ext cx="1909233" cy="998350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Datos Adjuntos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Selecciona datos adjuntos desde un vínculo o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Sharepoint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mayor claridad de la tarea.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F7319A9-72DD-41E3-A56F-737C29474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55" y="1878277"/>
            <a:ext cx="2567583" cy="2158134"/>
          </a:xfrm>
          <a:prstGeom prst="roundRect">
            <a:avLst>
              <a:gd name="adj" fmla="val 135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" name="object 13">
            <a:extLst>
              <a:ext uri="{FF2B5EF4-FFF2-40B4-BE49-F238E27FC236}">
                <a16:creationId xmlns:a16="http://schemas.microsoft.com/office/drawing/2014/main" id="{4E0B4463-C8FD-4584-8223-321ADF4CC356}"/>
              </a:ext>
            </a:extLst>
          </p:cNvPr>
          <p:cNvSpPr txBox="1"/>
          <p:nvPr/>
        </p:nvSpPr>
        <p:spPr>
          <a:xfrm>
            <a:off x="1183103" y="5573067"/>
            <a:ext cx="1909233" cy="1006045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Agregar Tarea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Comienza a agregar tareas y asignarlas. Establece una fecha de vencimiento. Posteriormente puedes añadir más detalle..</a:t>
            </a: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1113908-ECCE-4D6C-AF6F-6E68FB518689}"/>
              </a:ext>
            </a:extLst>
          </p:cNvPr>
          <p:cNvCxnSpPr>
            <a:cxnSpLocks/>
          </p:cNvCxnSpPr>
          <p:nvPr/>
        </p:nvCxnSpPr>
        <p:spPr>
          <a:xfrm flipV="1">
            <a:off x="2053829" y="4075966"/>
            <a:ext cx="0" cy="149710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AC12DB-2B55-4CDD-95AE-85858D4A821E}"/>
              </a:ext>
            </a:extLst>
          </p:cNvPr>
          <p:cNvCxnSpPr>
            <a:cxnSpLocks/>
          </p:cNvCxnSpPr>
          <p:nvPr/>
        </p:nvCxnSpPr>
        <p:spPr>
          <a:xfrm>
            <a:off x="3092336" y="6428183"/>
            <a:ext cx="278141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E10565-128D-4DF3-9022-9FE9CBC81122}"/>
              </a:ext>
            </a:extLst>
          </p:cNvPr>
          <p:cNvCxnSpPr>
            <a:cxnSpLocks/>
          </p:cNvCxnSpPr>
          <p:nvPr/>
        </p:nvCxnSpPr>
        <p:spPr>
          <a:xfrm flipH="1">
            <a:off x="9848850" y="6428183"/>
            <a:ext cx="136725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bject 13">
            <a:extLst>
              <a:ext uri="{FF2B5EF4-FFF2-40B4-BE49-F238E27FC236}">
                <a16:creationId xmlns:a16="http://schemas.microsoft.com/office/drawing/2014/main" id="{4B6D26E8-BF5A-45CD-81AE-5EE3FDCC70B8}"/>
              </a:ext>
            </a:extLst>
          </p:cNvPr>
          <p:cNvSpPr txBox="1"/>
          <p:nvPr/>
        </p:nvSpPr>
        <p:spPr>
          <a:xfrm>
            <a:off x="11216104" y="6293328"/>
            <a:ext cx="1909233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Comentarios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 usuarios puedes enviar comentarios sobre las tareas y la persona asignada a la tarea recibirá un aviso para revisarlo.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object 13">
            <a:extLst>
              <a:ext uri="{FF2B5EF4-FFF2-40B4-BE49-F238E27FC236}">
                <a16:creationId xmlns:a16="http://schemas.microsoft.com/office/drawing/2014/main" id="{8FC0FADC-5666-410F-B83C-09F4EE01F91C}"/>
              </a:ext>
            </a:extLst>
          </p:cNvPr>
          <p:cNvSpPr txBox="1"/>
          <p:nvPr/>
        </p:nvSpPr>
        <p:spPr>
          <a:xfrm>
            <a:off x="6908800" y="1276051"/>
            <a:ext cx="1909233" cy="998350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Progreso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Utiliza el progreso para indicar que has comenzado a trabajar en la tarea, o que ha sido completada.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8FECEE3-FDA8-4481-8234-B8B946039AC8}"/>
              </a:ext>
            </a:extLst>
          </p:cNvPr>
          <p:cNvCxnSpPr>
            <a:cxnSpLocks/>
          </p:cNvCxnSpPr>
          <p:nvPr/>
        </p:nvCxnSpPr>
        <p:spPr>
          <a:xfrm>
            <a:off x="8014360" y="2274401"/>
            <a:ext cx="0" cy="1145917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B9BD63C-508B-4C87-A44F-63FB73CD7F99}"/>
              </a:ext>
            </a:extLst>
          </p:cNvPr>
          <p:cNvCxnSpPr>
            <a:cxnSpLocks/>
          </p:cNvCxnSpPr>
          <p:nvPr/>
        </p:nvCxnSpPr>
        <p:spPr>
          <a:xfrm>
            <a:off x="5271715" y="5029318"/>
            <a:ext cx="745158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bject 13">
            <a:extLst>
              <a:ext uri="{FF2B5EF4-FFF2-40B4-BE49-F238E27FC236}">
                <a16:creationId xmlns:a16="http://schemas.microsoft.com/office/drawing/2014/main" id="{BE50E077-279D-4F18-9740-CEFA0C71269E}"/>
              </a:ext>
            </a:extLst>
          </p:cNvPr>
          <p:cNvSpPr txBox="1"/>
          <p:nvPr/>
        </p:nvSpPr>
        <p:spPr>
          <a:xfrm>
            <a:off x="3357693" y="4478880"/>
            <a:ext cx="1909233" cy="1006045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Lista de Comprobación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Añade elemento de comprobación para que la persona que se le ha asignado la tarea no se olvide de realizarlos.</a:t>
            </a: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810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1019AB-7A12-4926-9EDE-CE8F454D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401" y="1797828"/>
            <a:ext cx="7005689" cy="4176743"/>
          </a:xfrm>
          <a:prstGeom prst="roundRect">
            <a:avLst>
              <a:gd name="adj" fmla="val 135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 dirty="0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Vistas: </a:t>
            </a:r>
            <a:r>
              <a:rPr lang="en-U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Gráficos</a:t>
            </a:r>
            <a:r>
              <a:rPr lang="en-US" sz="2800" spc="-5" dirty="0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n-U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programación</a:t>
            </a:r>
            <a:endParaRPr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Uso de apps dentro de Teams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743997-D6B6-4660-80D7-4D996E946B17}"/>
              </a:ext>
            </a:extLst>
          </p:cNvPr>
          <p:cNvCxnSpPr>
            <a:cxnSpLocks/>
          </p:cNvCxnSpPr>
          <p:nvPr/>
        </p:nvCxnSpPr>
        <p:spPr>
          <a:xfrm>
            <a:off x="2593691" y="3223283"/>
            <a:ext cx="1594485" cy="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500517" y="2268493"/>
            <a:ext cx="2142887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Gráficos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Cambia a la vista gráfico para mostrar de forma rápida en avance de las tareas. Podrás ver gráficos de las diferentes agrupaciones.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A6B24A-DCB6-444C-9AC7-FB8BE034109C}"/>
              </a:ext>
            </a:extLst>
          </p:cNvPr>
          <p:cNvCxnSpPr>
            <a:cxnSpLocks/>
          </p:cNvCxnSpPr>
          <p:nvPr/>
        </p:nvCxnSpPr>
        <p:spPr>
          <a:xfrm flipV="1">
            <a:off x="4188176" y="2738217"/>
            <a:ext cx="0" cy="485066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163B735-2FCE-408F-A72C-0779CBCD7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333" y="3610432"/>
            <a:ext cx="6204267" cy="3706500"/>
          </a:xfrm>
          <a:prstGeom prst="roundRect">
            <a:avLst>
              <a:gd name="adj" fmla="val 135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AD1732-D2B6-4838-9A14-851EFFA51F85}"/>
              </a:ext>
            </a:extLst>
          </p:cNvPr>
          <p:cNvCxnSpPr>
            <a:cxnSpLocks/>
          </p:cNvCxnSpPr>
          <p:nvPr/>
        </p:nvCxnSpPr>
        <p:spPr>
          <a:xfrm>
            <a:off x="2010813" y="4782750"/>
            <a:ext cx="4802296" cy="0"/>
          </a:xfrm>
          <a:prstGeom prst="line">
            <a:avLst/>
          </a:prstGeom>
          <a:ln w="38100">
            <a:solidFill>
              <a:srgbClr val="6264A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020CB6-19C8-4B37-8966-5498DED9EB8B}"/>
              </a:ext>
            </a:extLst>
          </p:cNvPr>
          <p:cNvCxnSpPr>
            <a:cxnSpLocks/>
          </p:cNvCxnSpPr>
          <p:nvPr/>
        </p:nvCxnSpPr>
        <p:spPr>
          <a:xfrm flipV="1">
            <a:off x="6795245" y="4430115"/>
            <a:ext cx="0" cy="368991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13">
            <a:extLst>
              <a:ext uri="{FF2B5EF4-FFF2-40B4-BE49-F238E27FC236}">
                <a16:creationId xmlns:a16="http://schemas.microsoft.com/office/drawing/2014/main" id="{60A4D6A8-A39B-4924-B24B-6D3DF6265E5D}"/>
              </a:ext>
            </a:extLst>
          </p:cNvPr>
          <p:cNvSpPr txBox="1"/>
          <p:nvPr/>
        </p:nvSpPr>
        <p:spPr>
          <a:xfrm>
            <a:off x="311391" y="4351669"/>
            <a:ext cx="2142887" cy="998350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Programación</a:t>
            </a:r>
            <a:endParaRPr lang="es-ES" sz="10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Vista que nos permite ver un calendario semanal o mensual de las tareas. Desde su fecha de inicio propuesta a su fecha de fin.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object 13">
            <a:extLst>
              <a:ext uri="{FF2B5EF4-FFF2-40B4-BE49-F238E27FC236}">
                <a16:creationId xmlns:a16="http://schemas.microsoft.com/office/drawing/2014/main" id="{033B993E-40FA-4F28-9E37-E332E2D3F294}"/>
              </a:ext>
            </a:extLst>
          </p:cNvPr>
          <p:cNvSpPr txBox="1"/>
          <p:nvPr/>
        </p:nvSpPr>
        <p:spPr>
          <a:xfrm>
            <a:off x="11136213" y="1592087"/>
            <a:ext cx="2142887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Ir al sitio web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 quieres descargar el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planning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 Excel o añadir el plan a Outlook, clicando aquí puedes dirigirte a la versión web que te permite estas posibilidades.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1CE294-9510-4CA3-9857-9EBC3DFB80DC}"/>
              </a:ext>
            </a:extLst>
          </p:cNvPr>
          <p:cNvCxnSpPr>
            <a:cxnSpLocks/>
          </p:cNvCxnSpPr>
          <p:nvPr/>
        </p:nvCxnSpPr>
        <p:spPr>
          <a:xfrm flipH="1">
            <a:off x="10007600" y="2444527"/>
            <a:ext cx="1128614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83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A4FB6C-A05E-435E-8717-EBABE5E6E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8" y="1927598"/>
            <a:ext cx="6996164" cy="4143405"/>
          </a:xfrm>
          <a:prstGeom prst="roundRect">
            <a:avLst>
              <a:gd name="adj" fmla="val 1350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object 2"/>
          <p:cNvSpPr txBox="1"/>
          <p:nvPr/>
        </p:nvSpPr>
        <p:spPr>
          <a:xfrm>
            <a:off x="311391" y="979897"/>
            <a:ext cx="11474209" cy="59054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spcBef>
                <a:spcPts val="1245"/>
              </a:spcBef>
            </a:pPr>
            <a:r>
              <a:rPr lang="en-U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Gestión</a:t>
            </a:r>
            <a:r>
              <a:rPr lang="en-US" sz="2800" spc="-5" dirty="0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</a:t>
            </a:r>
            <a:r>
              <a:rPr lang="en-U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Tareas</a:t>
            </a:r>
            <a:r>
              <a:rPr lang="en-US" sz="2800" spc="-5" dirty="0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800" spc="-5" dirty="0" err="1">
                <a:solidFill>
                  <a:srgbClr val="6264A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Usuario</a:t>
            </a:r>
            <a:endParaRPr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391" y="147378"/>
            <a:ext cx="131948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r>
              <a:rPr spc="-35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pc="-95">
                <a:latin typeface="Segoe UI" panose="020B0502040204020203" pitchFamily="34" charset="0"/>
                <a:cs typeface="Segoe UI" panose="020B0502040204020203" pitchFamily="34" charset="0"/>
              </a:rPr>
              <a:t>Teams</a:t>
            </a:r>
            <a:r>
              <a:rPr lang="en-US" spc="-95">
                <a:latin typeface="Segoe UI" panose="020B0502040204020203" pitchFamily="34" charset="0"/>
                <a:cs typeface="Segoe UI" panose="020B0502040204020203" pitchFamily="34" charset="0"/>
              </a:rPr>
              <a:t> – Uso de apps dentro de Teams</a:t>
            </a:r>
            <a:endParaRPr spc="-9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2B5680EB-E0B7-472F-8756-04BDAC433ECC}"/>
              </a:ext>
            </a:extLst>
          </p:cNvPr>
          <p:cNvSpPr txBox="1"/>
          <p:nvPr/>
        </p:nvSpPr>
        <p:spPr>
          <a:xfrm>
            <a:off x="121838" y="6428159"/>
            <a:ext cx="3769675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Recomendación ❗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Solo gestionar las tareas desde está vista cuando sea para marcarlas como “Completadas” o indicar que están “En curso”. Las tareas pueden tener que avanzar entre depósitos antes de ser completadas, y este desplazamiento solo se puede realizar dentro de la pestaña de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del canal.</a:t>
            </a: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743997-D6B6-4660-80D7-4D996E946B17}"/>
              </a:ext>
            </a:extLst>
          </p:cNvPr>
          <p:cNvCxnSpPr>
            <a:cxnSpLocks/>
          </p:cNvCxnSpPr>
          <p:nvPr/>
        </p:nvCxnSpPr>
        <p:spPr>
          <a:xfrm>
            <a:off x="1401165" y="3858873"/>
            <a:ext cx="1936377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ject 13">
            <a:extLst>
              <a:ext uri="{FF2B5EF4-FFF2-40B4-BE49-F238E27FC236}">
                <a16:creationId xmlns:a16="http://schemas.microsoft.com/office/drawing/2014/main" id="{0E14605E-EDE9-4F5F-AC4F-1D07EB5A9C09}"/>
              </a:ext>
            </a:extLst>
          </p:cNvPr>
          <p:cNvSpPr txBox="1"/>
          <p:nvPr/>
        </p:nvSpPr>
        <p:spPr>
          <a:xfrm>
            <a:off x="510281" y="3393889"/>
            <a:ext cx="1909233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r>
              <a:rPr lang="es-ES" sz="1000" b="1" spc="-5" dirty="0">
                <a:latin typeface="Segoe UI" panose="020B0502040204020203" pitchFamily="34" charset="0"/>
                <a:cs typeface="Segoe UI" panose="020B0502040204020203" pitchFamily="34" charset="0"/>
              </a:rPr>
              <a:t> personal</a:t>
            </a: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 agregamos la pestaña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nuestro menú lateral izquierdo podremos ver las tareas que han sido asignadas a mí.</a:t>
            </a:r>
            <a:endParaRPr lang="es-ES" sz="1000" b="1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E1DD4C-DBFF-42EB-9B5D-57339B1A47DA}"/>
              </a:ext>
            </a:extLst>
          </p:cNvPr>
          <p:cNvCxnSpPr>
            <a:cxnSpLocks/>
          </p:cNvCxnSpPr>
          <p:nvPr/>
        </p:nvCxnSpPr>
        <p:spPr>
          <a:xfrm flipH="1">
            <a:off x="5232829" y="2589575"/>
            <a:ext cx="5755452" cy="0"/>
          </a:xfrm>
          <a:prstGeom prst="line">
            <a:avLst/>
          </a:prstGeom>
          <a:ln w="38100">
            <a:solidFill>
              <a:srgbClr val="6264A7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bject 13">
            <a:extLst>
              <a:ext uri="{FF2B5EF4-FFF2-40B4-BE49-F238E27FC236}">
                <a16:creationId xmlns:a16="http://schemas.microsoft.com/office/drawing/2014/main" id="{27BBD03D-7081-43DF-83FD-5512D4910C6D}"/>
              </a:ext>
            </a:extLst>
          </p:cNvPr>
          <p:cNvSpPr txBox="1"/>
          <p:nvPr/>
        </p:nvSpPr>
        <p:spPr>
          <a:xfrm>
            <a:off x="10988281" y="2304560"/>
            <a:ext cx="1909233" cy="1152239"/>
          </a:xfrm>
          <a:custGeom>
            <a:avLst/>
            <a:gdLst>
              <a:gd name="connsiteX0" fmla="*/ 0 w 1263650"/>
              <a:gd name="connsiteY0" fmla="*/ 0 h 782907"/>
              <a:gd name="connsiteX1" fmla="*/ 1263650 w 1263650"/>
              <a:gd name="connsiteY1" fmla="*/ 0 h 782907"/>
              <a:gd name="connsiteX2" fmla="*/ 1263650 w 1263650"/>
              <a:gd name="connsiteY2" fmla="*/ 782907 h 782907"/>
              <a:gd name="connsiteX3" fmla="*/ 0 w 1263650"/>
              <a:gd name="connsiteY3" fmla="*/ 782907 h 782907"/>
              <a:gd name="connsiteX4" fmla="*/ 0 w 1263650"/>
              <a:gd name="connsiteY4" fmla="*/ 0 h 782907"/>
              <a:gd name="connsiteX0" fmla="*/ 0 w 1266828"/>
              <a:gd name="connsiteY0" fmla="*/ 0 h 782907"/>
              <a:gd name="connsiteX1" fmla="*/ 1263650 w 1266828"/>
              <a:gd name="connsiteY1" fmla="*/ 0 h 782907"/>
              <a:gd name="connsiteX2" fmla="*/ 1266828 w 1266828"/>
              <a:gd name="connsiteY2" fmla="*/ 188254 h 782907"/>
              <a:gd name="connsiteX3" fmla="*/ 1263650 w 1266828"/>
              <a:gd name="connsiteY3" fmla="*/ 782907 h 782907"/>
              <a:gd name="connsiteX4" fmla="*/ 0 w 1266828"/>
              <a:gd name="connsiteY4" fmla="*/ 782907 h 782907"/>
              <a:gd name="connsiteX5" fmla="*/ 0 w 1266828"/>
              <a:gd name="connsiteY5" fmla="*/ 0 h 782907"/>
              <a:gd name="connsiteX0" fmla="*/ 3172 w 1270000"/>
              <a:gd name="connsiteY0" fmla="*/ 0 h 782907"/>
              <a:gd name="connsiteX1" fmla="*/ 1266822 w 1270000"/>
              <a:gd name="connsiteY1" fmla="*/ 0 h 782907"/>
              <a:gd name="connsiteX2" fmla="*/ 1270000 w 1270000"/>
              <a:gd name="connsiteY2" fmla="*/ 188254 h 782907"/>
              <a:gd name="connsiteX3" fmla="*/ 1266822 w 1270000"/>
              <a:gd name="connsiteY3" fmla="*/ 782907 h 782907"/>
              <a:gd name="connsiteX4" fmla="*/ 3172 w 1270000"/>
              <a:gd name="connsiteY4" fmla="*/ 782907 h 782907"/>
              <a:gd name="connsiteX5" fmla="*/ 0 w 1270000"/>
              <a:gd name="connsiteY5" fmla="*/ 509987 h 782907"/>
              <a:gd name="connsiteX6" fmla="*/ 3172 w 1270000"/>
              <a:gd name="connsiteY6" fmla="*/ 0 h 7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0000" h="782907">
                <a:moveTo>
                  <a:pt x="3172" y="0"/>
                </a:moveTo>
                <a:lnTo>
                  <a:pt x="1266822" y="0"/>
                </a:lnTo>
                <a:cubicBezTo>
                  <a:pt x="1267881" y="62751"/>
                  <a:pt x="1268941" y="125503"/>
                  <a:pt x="1270000" y="188254"/>
                </a:cubicBezTo>
                <a:cubicBezTo>
                  <a:pt x="1268941" y="386472"/>
                  <a:pt x="1267881" y="584689"/>
                  <a:pt x="1266822" y="782907"/>
                </a:cubicBezTo>
                <a:lnTo>
                  <a:pt x="3172" y="782907"/>
                </a:lnTo>
                <a:cubicBezTo>
                  <a:pt x="2115" y="691934"/>
                  <a:pt x="1057" y="600960"/>
                  <a:pt x="0" y="509987"/>
                </a:cubicBezTo>
                <a:cubicBezTo>
                  <a:pt x="1057" y="339991"/>
                  <a:pt x="2115" y="169996"/>
                  <a:pt x="3172" y="0"/>
                </a:cubicBezTo>
                <a:close/>
              </a:path>
            </a:pathLst>
          </a:cu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09220" marR="140335">
              <a:spcBef>
                <a:spcPts val="345"/>
              </a:spcBef>
            </a:pPr>
            <a:r>
              <a:rPr lang="es-ES" sz="1000" b="1" spc="-5" dirty="0" err="1">
                <a:latin typeface="Segoe UI" panose="020B0502040204020203" pitchFamily="34" charset="0"/>
                <a:cs typeface="Segoe UI" panose="020B0502040204020203" pitchFamily="34" charset="0"/>
              </a:rPr>
              <a:t>Recent</a:t>
            </a:r>
            <a:endParaRPr lang="es-ES" sz="1000" b="1" spc="-5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esta pestaña podremos ver todos los </a:t>
            </a:r>
            <a:r>
              <a:rPr lang="es-ES" sz="1000" spc="-5" dirty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Planner</a:t>
            </a:r>
            <a:r>
              <a:rPr lang="es-ES" sz="1000" spc="-5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 los que estamos participando y tener un acceso directo a ellos.</a:t>
            </a:r>
            <a:endParaRPr lang="es-ES" sz="1000" b="1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09220" marR="140335">
              <a:spcBef>
                <a:spcPts val="345"/>
              </a:spcBef>
            </a:pPr>
            <a:endParaRPr lang="es-ES" sz="700" spc="-5" dirty="0">
              <a:solidFill>
                <a:srgbClr val="505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12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2818C63CE54D439B42EC74C61157FE" ma:contentTypeVersion="3" ma:contentTypeDescription="Crear nuevo documento." ma:contentTypeScope="" ma:versionID="c5a206be431b1be13dec1241fa393594">
  <xsd:schema xmlns:xsd="http://www.w3.org/2001/XMLSchema" xmlns:xs="http://www.w3.org/2001/XMLSchema" xmlns:p="http://schemas.microsoft.com/office/2006/metadata/properties" xmlns:ns2="9b8059df-6b05-48aa-841f-cb80de20a8d0" targetNamespace="http://schemas.microsoft.com/office/2006/metadata/properties" ma:root="true" ma:fieldsID="574eeb3673dfba1b8d0b8f6ff69914bd" ns2:_="">
    <xsd:import namespace="9b8059df-6b05-48aa-841f-cb80de20a8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8059df-6b05-48aa-841f-cb80de20a8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FA6BDF-AC9C-4C47-A8CD-00CB43E90D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488221-A30C-41A6-9BFC-E0FC0F3924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F9AF881-C6B8-4A2F-B501-87F2387D409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</TotalTime>
  <Words>606</Words>
  <Application>Microsoft Office PowerPoint</Application>
  <PresentationFormat>Custom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Gadugi</vt:lpstr>
      <vt:lpstr>Segoe UI</vt:lpstr>
      <vt:lpstr>Calibri</vt:lpstr>
      <vt:lpstr>Office Theme</vt:lpstr>
      <vt:lpstr>Microsoft Teams – Planner</vt:lpstr>
      <vt:lpstr>Microsoft Teams – Uso de apps dentro de Teams</vt:lpstr>
      <vt:lpstr>Microsoft Teams – Uso de apps dentro de Teams</vt:lpstr>
      <vt:lpstr>Microsoft Teams – Uso de apps dentro de Teams</vt:lpstr>
      <vt:lpstr>Microsoft Teams – Uso de apps dentro de Teams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Teams QS.pptx</dc:title>
  <dc:creator>v-yuhlu</dc:creator>
  <cp:lastModifiedBy>Miguel Vazquez Vicente</cp:lastModifiedBy>
  <cp:revision>2</cp:revision>
  <cp:lastPrinted>2020-03-16T14:41:14Z</cp:lastPrinted>
  <dcterms:created xsi:type="dcterms:W3CDTF">2019-11-28T23:06:00Z</dcterms:created>
  <dcterms:modified xsi:type="dcterms:W3CDTF">2020-04-29T08:57:29Z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2018-10-26T00:00:00Z</vt:filetime>
  </property>
  <property fmtid="{D5CDD505-2E9C-101B-9397-08002B2CF9AE}" pid="3" name="LastSaved">
    <vt:filetime>2019-11-28T00:00:00Z</vt:filetime>
  </property>
  <property fmtid="{D5CDD505-2E9C-101B-9397-08002B2CF9AE}" pid="4" name="ContentTypeId">
    <vt:lpwstr>0x010100732818C63CE54D439B42EC74C61157FE</vt:lpwstr>
  </property>
  <property fmtid="{D5CDD505-2E9C-101B-9397-08002B2CF9AE}" pid="5" name="MSIP_Label_f42aa342-8706-4288-bd11-ebb85995028c_Enabled">
    <vt:lpwstr>True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Owner">
    <vt:lpwstr>miguelva@microsoft.com</vt:lpwstr>
  </property>
  <property fmtid="{D5CDD505-2E9C-101B-9397-08002B2CF9AE}" pid="8" name="MSIP_Label_f42aa342-8706-4288-bd11-ebb85995028c_SetDate">
    <vt:lpwstr>2020-04-28T11:02:22.2406424Z</vt:lpwstr>
  </property>
  <property fmtid="{D5CDD505-2E9C-101B-9397-08002B2CF9AE}" pid="9" name="MSIP_Label_f42aa342-8706-4288-bd11-ebb85995028c_Name">
    <vt:lpwstr>General</vt:lpwstr>
  </property>
  <property fmtid="{D5CDD505-2E9C-101B-9397-08002B2CF9AE}" pid="10" name="MSIP_Label_f42aa342-8706-4288-bd11-ebb85995028c_Application">
    <vt:lpwstr>Microsoft Azure Information Protection</vt:lpwstr>
  </property>
  <property fmtid="{D5CDD505-2E9C-101B-9397-08002B2CF9AE}" pid="11" name="MSIP_Label_f42aa342-8706-4288-bd11-ebb85995028c_ActionId">
    <vt:lpwstr>897b5bee-26c3-47ab-a9f2-16826dbd3c41</vt:lpwstr>
  </property>
  <property fmtid="{D5CDD505-2E9C-101B-9397-08002B2CF9AE}" pid="12" name="MSIP_Label_f42aa342-8706-4288-bd11-ebb85995028c_Extended_MSFT_Method">
    <vt:lpwstr>Automatic</vt:lpwstr>
  </property>
  <property fmtid="{D5CDD505-2E9C-101B-9397-08002B2CF9AE}" pid="13" name="Sensitivity">
    <vt:lpwstr>General</vt:lpwstr>
  </property>
</Properties>
</file>